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04536-5B07-485D-A4D6-A167FECC7FC8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5AEDA-1073-4F69-AC45-5AAA94055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8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04536-5B07-485D-A4D6-A167FECC7FC8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5AEDA-1073-4F69-AC45-5AAA94055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8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04536-5B07-485D-A4D6-A167FECC7FC8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5AEDA-1073-4F69-AC45-5AAA94055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8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عملیات روی مجموعه‌ها شامل اجتماع (تمام اعضای دو مجموعه بدون تکرار) و اشتراک (تنها اعضای مشترک هر دو مجموعه) از مهم‌ترین بخش‌های محاسباتی این فصل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908286"/>
      </p:ext>
    </p:extLst>
  </p:cSld>
  <p:clrMapOvr>
    <a:masterClrMapping/>
  </p:clrMapOvr>
</p:note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عملیات روی مجموعه‌ها شامل اجتماع (تمام اعضای دو مجموعه بدون تکرار) و اشتراک (تنها اعضای مشترک هر دو مجموعه) از مهم‌ترین بخش‌های محاسباتی این فصل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9082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مجموعه به دسته‌ای مشخص از اشیا یا اعداد گفته می‌شود که عضویت در آن کاملاً معین باشد. اعضای مجموعه را داخل آکولاد می‌نویسیم و از نماد تعلق برای نشان دادن عضویت استفاده می‌کنیم.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044C4-D228-33F5-D096-A8849B3BC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6CC073-D213-61BC-AC4A-6457C215A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D3DE7-429F-D12B-887B-D87812020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برای کسب نمره عالی در ریاضی هفتم، تمرین پیوسته، تماشای آموزش‌های ویدیویی و تحلیل انواع نمونه سوالات پیشنهاد می‌شود.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04F5C-8CF3-2552-37CC-F24D005FA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812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044C4-D228-33F5-D096-A8849B3BC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6CC073-D213-61BC-AC4A-6457C215A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D3DE7-429F-D12B-887B-D87812020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برای کسب نمره عالی در ریاضی هفتم، تمرین پیوسته، تماشای آموزش‌های ویدیویی و تحلیل انواع نمونه سوالات پیشنهاد می‌شود.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04F5C-8CF3-2552-37CC-F24D005FA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812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مجموعه‌های عددی مرجع در دوره متوسطه شامل اعداد طبیعی برای شمارش، اعداد صحیح شامل منفی و مثبت و صفر، و اعداد گویا به فرم کسری هستند.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در این اسلاید نمونه سوالات متداول امتحانی همراه با پاسخ گام‌به‌گام آورده شده است که تسلط دانش‌آموزان بر اشتراک، زیرمجموعه و طبقه‌بندی مجموعه‌ها را ارزیابی می‌کند.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EF3E6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44030A-B6D5-2096-796D-8628EFD7E9CF}"/>
              </a:ext>
            </a:extLst>
          </p:cNvPr>
          <p:cNvCxnSpPr>
            <a:cxnSpLocks/>
          </p:cNvCxnSpPr>
          <p:nvPr userDrawn="1"/>
        </p:nvCxnSpPr>
        <p:spPr>
          <a:xfrm>
            <a:off x="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6E7439-8611-5994-D6C3-94F98312B277}"/>
              </a:ext>
            </a:extLst>
          </p:cNvPr>
          <p:cNvCxnSpPr>
            <a:cxnSpLocks/>
          </p:cNvCxnSpPr>
          <p:nvPr userDrawn="1"/>
        </p:nvCxnSpPr>
        <p:spPr>
          <a:xfrm>
            <a:off x="33866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39CE15-A242-272C-F597-C145852CFC22}"/>
              </a:ext>
            </a:extLst>
          </p:cNvPr>
          <p:cNvCxnSpPr>
            <a:cxnSpLocks/>
          </p:cNvCxnSpPr>
          <p:nvPr userDrawn="1"/>
        </p:nvCxnSpPr>
        <p:spPr>
          <a:xfrm>
            <a:off x="67733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1D310B-6CE2-7C26-22E9-975F1CD75ACC}"/>
              </a:ext>
            </a:extLst>
          </p:cNvPr>
          <p:cNvCxnSpPr>
            <a:cxnSpLocks/>
          </p:cNvCxnSpPr>
          <p:nvPr userDrawn="1"/>
        </p:nvCxnSpPr>
        <p:spPr>
          <a:xfrm>
            <a:off x="101600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697FDB-4A19-867A-49B5-4B4955CAF421}"/>
              </a:ext>
            </a:extLst>
          </p:cNvPr>
          <p:cNvCxnSpPr>
            <a:cxnSpLocks/>
          </p:cNvCxnSpPr>
          <p:nvPr userDrawn="1"/>
        </p:nvCxnSpPr>
        <p:spPr>
          <a:xfrm>
            <a:off x="135466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D9179A-5C9B-6452-C2F7-7CF927DF68BD}"/>
              </a:ext>
            </a:extLst>
          </p:cNvPr>
          <p:cNvCxnSpPr>
            <a:cxnSpLocks/>
          </p:cNvCxnSpPr>
          <p:nvPr userDrawn="1"/>
        </p:nvCxnSpPr>
        <p:spPr>
          <a:xfrm>
            <a:off x="169333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91A2B5-D57E-503B-FB4E-09299A7B8A62}"/>
              </a:ext>
            </a:extLst>
          </p:cNvPr>
          <p:cNvCxnSpPr>
            <a:cxnSpLocks/>
          </p:cNvCxnSpPr>
          <p:nvPr userDrawn="1"/>
        </p:nvCxnSpPr>
        <p:spPr>
          <a:xfrm>
            <a:off x="203200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C3944F-81D9-091B-E961-B9FB18895A0E}"/>
              </a:ext>
            </a:extLst>
          </p:cNvPr>
          <p:cNvCxnSpPr>
            <a:cxnSpLocks/>
          </p:cNvCxnSpPr>
          <p:nvPr userDrawn="1"/>
        </p:nvCxnSpPr>
        <p:spPr>
          <a:xfrm>
            <a:off x="237066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4AD058-2395-98FD-BD70-D45D1142F01D}"/>
              </a:ext>
            </a:extLst>
          </p:cNvPr>
          <p:cNvCxnSpPr>
            <a:cxnSpLocks/>
          </p:cNvCxnSpPr>
          <p:nvPr userDrawn="1"/>
        </p:nvCxnSpPr>
        <p:spPr>
          <a:xfrm>
            <a:off x="270933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DB6486-1D9D-E5CC-36D4-743D844CFED9}"/>
              </a:ext>
            </a:extLst>
          </p:cNvPr>
          <p:cNvCxnSpPr>
            <a:cxnSpLocks/>
          </p:cNvCxnSpPr>
          <p:nvPr userDrawn="1"/>
        </p:nvCxnSpPr>
        <p:spPr>
          <a:xfrm>
            <a:off x="304800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A348FD-13C0-D775-8003-251A7F5B7512}"/>
              </a:ext>
            </a:extLst>
          </p:cNvPr>
          <p:cNvCxnSpPr>
            <a:cxnSpLocks/>
          </p:cNvCxnSpPr>
          <p:nvPr userDrawn="1"/>
        </p:nvCxnSpPr>
        <p:spPr>
          <a:xfrm>
            <a:off x="338667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F02E9C-9EF7-3148-61D9-D72E59E4815F}"/>
              </a:ext>
            </a:extLst>
          </p:cNvPr>
          <p:cNvCxnSpPr>
            <a:cxnSpLocks/>
          </p:cNvCxnSpPr>
          <p:nvPr userDrawn="1"/>
        </p:nvCxnSpPr>
        <p:spPr>
          <a:xfrm>
            <a:off x="372533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CCDC09-193C-0A41-236B-5105D592F6DA}"/>
              </a:ext>
            </a:extLst>
          </p:cNvPr>
          <p:cNvCxnSpPr>
            <a:cxnSpLocks/>
          </p:cNvCxnSpPr>
          <p:nvPr userDrawn="1"/>
        </p:nvCxnSpPr>
        <p:spPr>
          <a:xfrm>
            <a:off x="406400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D0F59D5-8A37-0E4B-E307-375AAC4C02A6}"/>
              </a:ext>
            </a:extLst>
          </p:cNvPr>
          <p:cNvCxnSpPr>
            <a:cxnSpLocks/>
          </p:cNvCxnSpPr>
          <p:nvPr userDrawn="1"/>
        </p:nvCxnSpPr>
        <p:spPr>
          <a:xfrm>
            <a:off x="440267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4BE79B-C617-12C5-148D-AB540FD9EEDF}"/>
              </a:ext>
            </a:extLst>
          </p:cNvPr>
          <p:cNvCxnSpPr>
            <a:cxnSpLocks/>
          </p:cNvCxnSpPr>
          <p:nvPr userDrawn="1"/>
        </p:nvCxnSpPr>
        <p:spPr>
          <a:xfrm>
            <a:off x="474133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16BB92-E1F0-1F70-2366-4241B138613D}"/>
              </a:ext>
            </a:extLst>
          </p:cNvPr>
          <p:cNvCxnSpPr>
            <a:cxnSpLocks/>
          </p:cNvCxnSpPr>
          <p:nvPr userDrawn="1"/>
        </p:nvCxnSpPr>
        <p:spPr>
          <a:xfrm>
            <a:off x="508000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C19C62-D44A-C304-44F9-49F89F34AFDE}"/>
              </a:ext>
            </a:extLst>
          </p:cNvPr>
          <p:cNvCxnSpPr>
            <a:cxnSpLocks/>
          </p:cNvCxnSpPr>
          <p:nvPr userDrawn="1"/>
        </p:nvCxnSpPr>
        <p:spPr>
          <a:xfrm>
            <a:off x="541867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C5F3DB-A250-CCAC-3D3D-8AB31C33388D}"/>
              </a:ext>
            </a:extLst>
          </p:cNvPr>
          <p:cNvCxnSpPr>
            <a:cxnSpLocks/>
          </p:cNvCxnSpPr>
          <p:nvPr userDrawn="1"/>
        </p:nvCxnSpPr>
        <p:spPr>
          <a:xfrm>
            <a:off x="575733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D4FF40-3973-CAC5-F77D-DDB3F19BA3A2}"/>
              </a:ext>
            </a:extLst>
          </p:cNvPr>
          <p:cNvCxnSpPr>
            <a:cxnSpLocks/>
          </p:cNvCxnSpPr>
          <p:nvPr userDrawn="1"/>
        </p:nvCxnSpPr>
        <p:spPr>
          <a:xfrm>
            <a:off x="609600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8ECD8-2D18-BCD6-5353-C87DC366D7F1}"/>
              </a:ext>
            </a:extLst>
          </p:cNvPr>
          <p:cNvCxnSpPr>
            <a:cxnSpLocks/>
          </p:cNvCxnSpPr>
          <p:nvPr userDrawn="1"/>
        </p:nvCxnSpPr>
        <p:spPr>
          <a:xfrm>
            <a:off x="643467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684C25A-DD61-00AE-3ED1-F0EDB3EC624B}"/>
              </a:ext>
            </a:extLst>
          </p:cNvPr>
          <p:cNvCxnSpPr>
            <a:cxnSpLocks/>
          </p:cNvCxnSpPr>
          <p:nvPr userDrawn="1"/>
        </p:nvCxnSpPr>
        <p:spPr>
          <a:xfrm>
            <a:off x="677334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216E74-3E9A-8CCE-A50A-A716F031AF3E}"/>
              </a:ext>
            </a:extLst>
          </p:cNvPr>
          <p:cNvCxnSpPr>
            <a:cxnSpLocks/>
          </p:cNvCxnSpPr>
          <p:nvPr userDrawn="1"/>
        </p:nvCxnSpPr>
        <p:spPr>
          <a:xfrm>
            <a:off x="711200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D638823-F11D-91F2-4647-CC0979B46178}"/>
              </a:ext>
            </a:extLst>
          </p:cNvPr>
          <p:cNvCxnSpPr>
            <a:cxnSpLocks/>
          </p:cNvCxnSpPr>
          <p:nvPr userDrawn="1"/>
        </p:nvCxnSpPr>
        <p:spPr>
          <a:xfrm>
            <a:off x="745067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E96E18-C70E-329D-9A35-95D1542DF9B8}"/>
              </a:ext>
            </a:extLst>
          </p:cNvPr>
          <p:cNvCxnSpPr>
            <a:cxnSpLocks/>
          </p:cNvCxnSpPr>
          <p:nvPr userDrawn="1"/>
        </p:nvCxnSpPr>
        <p:spPr>
          <a:xfrm>
            <a:off x="778934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168B8F-A448-FF07-E489-EAC06685E9BC}"/>
              </a:ext>
            </a:extLst>
          </p:cNvPr>
          <p:cNvCxnSpPr>
            <a:cxnSpLocks/>
          </p:cNvCxnSpPr>
          <p:nvPr userDrawn="1"/>
        </p:nvCxnSpPr>
        <p:spPr>
          <a:xfrm>
            <a:off x="812800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4BA5F0-6DE0-74B2-DCA6-508FE44E1C63}"/>
              </a:ext>
            </a:extLst>
          </p:cNvPr>
          <p:cNvCxnSpPr>
            <a:cxnSpLocks/>
          </p:cNvCxnSpPr>
          <p:nvPr userDrawn="1"/>
        </p:nvCxnSpPr>
        <p:spPr>
          <a:xfrm>
            <a:off x="846667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2BF75B8-1079-93F5-DF60-DA64E5E20319}"/>
              </a:ext>
            </a:extLst>
          </p:cNvPr>
          <p:cNvCxnSpPr>
            <a:cxnSpLocks/>
          </p:cNvCxnSpPr>
          <p:nvPr userDrawn="1"/>
        </p:nvCxnSpPr>
        <p:spPr>
          <a:xfrm>
            <a:off x="880534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76989C2-DB13-294E-71FF-79571698D3A2}"/>
              </a:ext>
            </a:extLst>
          </p:cNvPr>
          <p:cNvCxnSpPr>
            <a:cxnSpLocks/>
          </p:cNvCxnSpPr>
          <p:nvPr userDrawn="1"/>
        </p:nvCxnSpPr>
        <p:spPr>
          <a:xfrm>
            <a:off x="914400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53405C-93EE-5150-C6CC-47F77E03E220}"/>
              </a:ext>
            </a:extLst>
          </p:cNvPr>
          <p:cNvCxnSpPr>
            <a:cxnSpLocks/>
          </p:cNvCxnSpPr>
          <p:nvPr userDrawn="1"/>
        </p:nvCxnSpPr>
        <p:spPr>
          <a:xfrm>
            <a:off x="948267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1443A4-3803-DC13-6DEF-C5E339656CDB}"/>
              </a:ext>
            </a:extLst>
          </p:cNvPr>
          <p:cNvCxnSpPr>
            <a:cxnSpLocks/>
          </p:cNvCxnSpPr>
          <p:nvPr userDrawn="1"/>
        </p:nvCxnSpPr>
        <p:spPr>
          <a:xfrm>
            <a:off x="982134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8B5D31-1A58-9358-03DB-B5AEE43F8883}"/>
              </a:ext>
            </a:extLst>
          </p:cNvPr>
          <p:cNvCxnSpPr>
            <a:cxnSpLocks/>
          </p:cNvCxnSpPr>
          <p:nvPr userDrawn="1"/>
        </p:nvCxnSpPr>
        <p:spPr>
          <a:xfrm>
            <a:off x="1016001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CF1507-2BE9-F326-BD51-D792CC91117D}"/>
              </a:ext>
            </a:extLst>
          </p:cNvPr>
          <p:cNvCxnSpPr>
            <a:cxnSpLocks/>
          </p:cNvCxnSpPr>
          <p:nvPr userDrawn="1"/>
        </p:nvCxnSpPr>
        <p:spPr>
          <a:xfrm>
            <a:off x="1049867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6C3F538-D755-B642-EB7B-66BB09364036}"/>
              </a:ext>
            </a:extLst>
          </p:cNvPr>
          <p:cNvCxnSpPr>
            <a:cxnSpLocks/>
          </p:cNvCxnSpPr>
          <p:nvPr userDrawn="1"/>
        </p:nvCxnSpPr>
        <p:spPr>
          <a:xfrm>
            <a:off x="1083734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4D61E3F-77AA-D327-AC77-0DC4592528C1}"/>
              </a:ext>
            </a:extLst>
          </p:cNvPr>
          <p:cNvCxnSpPr>
            <a:cxnSpLocks/>
          </p:cNvCxnSpPr>
          <p:nvPr userDrawn="1"/>
        </p:nvCxnSpPr>
        <p:spPr>
          <a:xfrm>
            <a:off x="1117601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D48EF22-7232-6EC8-F7D7-E430ACB87652}"/>
              </a:ext>
            </a:extLst>
          </p:cNvPr>
          <p:cNvCxnSpPr>
            <a:cxnSpLocks/>
          </p:cNvCxnSpPr>
          <p:nvPr userDrawn="1"/>
        </p:nvCxnSpPr>
        <p:spPr>
          <a:xfrm>
            <a:off x="1151467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4894F1E-3684-6EDC-DBB9-27C58D0B2A21}"/>
              </a:ext>
            </a:extLst>
          </p:cNvPr>
          <p:cNvCxnSpPr>
            <a:cxnSpLocks/>
          </p:cNvCxnSpPr>
          <p:nvPr userDrawn="1"/>
        </p:nvCxnSpPr>
        <p:spPr>
          <a:xfrm>
            <a:off x="1185334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3AC927-10E4-636A-FDF1-550314419B53}"/>
              </a:ext>
            </a:extLst>
          </p:cNvPr>
          <p:cNvCxnSpPr>
            <a:cxnSpLocks/>
          </p:cNvCxnSpPr>
          <p:nvPr userDrawn="1"/>
        </p:nvCxnSpPr>
        <p:spPr>
          <a:xfrm>
            <a:off x="1219200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58BD042-CA52-B5CB-BBCD-9895BB49296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7A23C1-C115-A3BD-89C0-DF28E7F1E3F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35DC3CF-B9DD-DC46-ECE2-53B3C7F45976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6BB70D4-9C92-23A9-FDED-D4A356D705F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98208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671164A-8C0F-31DE-D898-E037452CB13D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30945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932C26-0F0B-BFC5-142F-AEDFB1FB26F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63681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D194D5A-A5D9-171C-4E11-72B80CB2D08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96417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94942A2-C1F0-AE1D-3825-7676093E9E7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29154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A517EF1-F4D6-32AB-535A-81D29D2D4B47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61890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02BD09A-38A1-66CC-3617-102F62752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94626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DAA0947-A429-0237-1D85-E8482ADA013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0F97400-80F1-B889-28F7-19E33C439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60099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7EA7A29-2026-DDC1-522B-578520781762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92835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A0D93D3-CC55-BD72-7053-A676E21A6C4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25571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0E63BD2-E0B1-A204-0555-FCF9B7780E48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58308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8353FB6-5C70-0FB1-C4BC-40D0090C2B2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91044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DF24FBE-F736-F717-6E84-D04460923241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23780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3B3F32C-71F2-5BA4-277C-28D4CCB2CA6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56517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BB14064-DD2F-92F5-84B5-C11AE3A9228F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89253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DEF31A-2293-3A6F-A956-1F764807F58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21989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3C97DE-0716-1D26-0BF6-913587FE16C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86F0F7D-35CF-1EDD-6C6B-E8B03DB0D95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87462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14404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EF3E6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44030A-B6D5-2096-796D-8628EFD7E9CF}"/>
              </a:ext>
            </a:extLst>
          </p:cNvPr>
          <p:cNvCxnSpPr>
            <a:cxnSpLocks/>
          </p:cNvCxnSpPr>
          <p:nvPr userDrawn="1"/>
        </p:nvCxnSpPr>
        <p:spPr>
          <a:xfrm>
            <a:off x="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6E7439-8611-5994-D6C3-94F98312B277}"/>
              </a:ext>
            </a:extLst>
          </p:cNvPr>
          <p:cNvCxnSpPr>
            <a:cxnSpLocks/>
          </p:cNvCxnSpPr>
          <p:nvPr userDrawn="1"/>
        </p:nvCxnSpPr>
        <p:spPr>
          <a:xfrm>
            <a:off x="33866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39CE15-A242-272C-F597-C145852CFC22}"/>
              </a:ext>
            </a:extLst>
          </p:cNvPr>
          <p:cNvCxnSpPr>
            <a:cxnSpLocks/>
          </p:cNvCxnSpPr>
          <p:nvPr userDrawn="1"/>
        </p:nvCxnSpPr>
        <p:spPr>
          <a:xfrm>
            <a:off x="67733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1D310B-6CE2-7C26-22E9-975F1CD75ACC}"/>
              </a:ext>
            </a:extLst>
          </p:cNvPr>
          <p:cNvCxnSpPr>
            <a:cxnSpLocks/>
          </p:cNvCxnSpPr>
          <p:nvPr userDrawn="1"/>
        </p:nvCxnSpPr>
        <p:spPr>
          <a:xfrm>
            <a:off x="101600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697FDB-4A19-867A-49B5-4B4955CAF421}"/>
              </a:ext>
            </a:extLst>
          </p:cNvPr>
          <p:cNvCxnSpPr>
            <a:cxnSpLocks/>
          </p:cNvCxnSpPr>
          <p:nvPr userDrawn="1"/>
        </p:nvCxnSpPr>
        <p:spPr>
          <a:xfrm>
            <a:off x="135466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D9179A-5C9B-6452-C2F7-7CF927DF68BD}"/>
              </a:ext>
            </a:extLst>
          </p:cNvPr>
          <p:cNvCxnSpPr>
            <a:cxnSpLocks/>
          </p:cNvCxnSpPr>
          <p:nvPr userDrawn="1"/>
        </p:nvCxnSpPr>
        <p:spPr>
          <a:xfrm>
            <a:off x="169333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91A2B5-D57E-503B-FB4E-09299A7B8A62}"/>
              </a:ext>
            </a:extLst>
          </p:cNvPr>
          <p:cNvCxnSpPr>
            <a:cxnSpLocks/>
          </p:cNvCxnSpPr>
          <p:nvPr userDrawn="1"/>
        </p:nvCxnSpPr>
        <p:spPr>
          <a:xfrm>
            <a:off x="203200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C3944F-81D9-091B-E961-B9FB18895A0E}"/>
              </a:ext>
            </a:extLst>
          </p:cNvPr>
          <p:cNvCxnSpPr>
            <a:cxnSpLocks/>
          </p:cNvCxnSpPr>
          <p:nvPr userDrawn="1"/>
        </p:nvCxnSpPr>
        <p:spPr>
          <a:xfrm>
            <a:off x="237066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4AD058-2395-98FD-BD70-D45D1142F01D}"/>
              </a:ext>
            </a:extLst>
          </p:cNvPr>
          <p:cNvCxnSpPr>
            <a:cxnSpLocks/>
          </p:cNvCxnSpPr>
          <p:nvPr userDrawn="1"/>
        </p:nvCxnSpPr>
        <p:spPr>
          <a:xfrm>
            <a:off x="270933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DB6486-1D9D-E5CC-36D4-743D844CFED9}"/>
              </a:ext>
            </a:extLst>
          </p:cNvPr>
          <p:cNvCxnSpPr>
            <a:cxnSpLocks/>
          </p:cNvCxnSpPr>
          <p:nvPr userDrawn="1"/>
        </p:nvCxnSpPr>
        <p:spPr>
          <a:xfrm>
            <a:off x="304800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A348FD-13C0-D775-8003-251A7F5B7512}"/>
              </a:ext>
            </a:extLst>
          </p:cNvPr>
          <p:cNvCxnSpPr>
            <a:cxnSpLocks/>
          </p:cNvCxnSpPr>
          <p:nvPr userDrawn="1"/>
        </p:nvCxnSpPr>
        <p:spPr>
          <a:xfrm>
            <a:off x="338667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F02E9C-9EF7-3148-61D9-D72E59E4815F}"/>
              </a:ext>
            </a:extLst>
          </p:cNvPr>
          <p:cNvCxnSpPr>
            <a:cxnSpLocks/>
          </p:cNvCxnSpPr>
          <p:nvPr userDrawn="1"/>
        </p:nvCxnSpPr>
        <p:spPr>
          <a:xfrm>
            <a:off x="372533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CCDC09-193C-0A41-236B-5105D592F6DA}"/>
              </a:ext>
            </a:extLst>
          </p:cNvPr>
          <p:cNvCxnSpPr>
            <a:cxnSpLocks/>
          </p:cNvCxnSpPr>
          <p:nvPr userDrawn="1"/>
        </p:nvCxnSpPr>
        <p:spPr>
          <a:xfrm>
            <a:off x="406400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D0F59D5-8A37-0E4B-E307-375AAC4C02A6}"/>
              </a:ext>
            </a:extLst>
          </p:cNvPr>
          <p:cNvCxnSpPr>
            <a:cxnSpLocks/>
          </p:cNvCxnSpPr>
          <p:nvPr userDrawn="1"/>
        </p:nvCxnSpPr>
        <p:spPr>
          <a:xfrm>
            <a:off x="440267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4BE79B-C617-12C5-148D-AB540FD9EEDF}"/>
              </a:ext>
            </a:extLst>
          </p:cNvPr>
          <p:cNvCxnSpPr>
            <a:cxnSpLocks/>
          </p:cNvCxnSpPr>
          <p:nvPr userDrawn="1"/>
        </p:nvCxnSpPr>
        <p:spPr>
          <a:xfrm>
            <a:off x="474133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16BB92-E1F0-1F70-2366-4241B138613D}"/>
              </a:ext>
            </a:extLst>
          </p:cNvPr>
          <p:cNvCxnSpPr>
            <a:cxnSpLocks/>
          </p:cNvCxnSpPr>
          <p:nvPr userDrawn="1"/>
        </p:nvCxnSpPr>
        <p:spPr>
          <a:xfrm>
            <a:off x="508000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C19C62-D44A-C304-44F9-49F89F34AFDE}"/>
              </a:ext>
            </a:extLst>
          </p:cNvPr>
          <p:cNvCxnSpPr>
            <a:cxnSpLocks/>
          </p:cNvCxnSpPr>
          <p:nvPr userDrawn="1"/>
        </p:nvCxnSpPr>
        <p:spPr>
          <a:xfrm>
            <a:off x="541867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C5F3DB-A250-CCAC-3D3D-8AB31C33388D}"/>
              </a:ext>
            </a:extLst>
          </p:cNvPr>
          <p:cNvCxnSpPr>
            <a:cxnSpLocks/>
          </p:cNvCxnSpPr>
          <p:nvPr userDrawn="1"/>
        </p:nvCxnSpPr>
        <p:spPr>
          <a:xfrm>
            <a:off x="575733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D4FF40-3973-CAC5-F77D-DDB3F19BA3A2}"/>
              </a:ext>
            </a:extLst>
          </p:cNvPr>
          <p:cNvCxnSpPr>
            <a:cxnSpLocks/>
          </p:cNvCxnSpPr>
          <p:nvPr userDrawn="1"/>
        </p:nvCxnSpPr>
        <p:spPr>
          <a:xfrm>
            <a:off x="609600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8ECD8-2D18-BCD6-5353-C87DC366D7F1}"/>
              </a:ext>
            </a:extLst>
          </p:cNvPr>
          <p:cNvCxnSpPr>
            <a:cxnSpLocks/>
          </p:cNvCxnSpPr>
          <p:nvPr userDrawn="1"/>
        </p:nvCxnSpPr>
        <p:spPr>
          <a:xfrm>
            <a:off x="643467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684C25A-DD61-00AE-3ED1-F0EDB3EC624B}"/>
              </a:ext>
            </a:extLst>
          </p:cNvPr>
          <p:cNvCxnSpPr>
            <a:cxnSpLocks/>
          </p:cNvCxnSpPr>
          <p:nvPr userDrawn="1"/>
        </p:nvCxnSpPr>
        <p:spPr>
          <a:xfrm>
            <a:off x="677334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216E74-3E9A-8CCE-A50A-A716F031AF3E}"/>
              </a:ext>
            </a:extLst>
          </p:cNvPr>
          <p:cNvCxnSpPr>
            <a:cxnSpLocks/>
          </p:cNvCxnSpPr>
          <p:nvPr userDrawn="1"/>
        </p:nvCxnSpPr>
        <p:spPr>
          <a:xfrm>
            <a:off x="711200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D638823-F11D-91F2-4647-CC0979B46178}"/>
              </a:ext>
            </a:extLst>
          </p:cNvPr>
          <p:cNvCxnSpPr>
            <a:cxnSpLocks/>
          </p:cNvCxnSpPr>
          <p:nvPr userDrawn="1"/>
        </p:nvCxnSpPr>
        <p:spPr>
          <a:xfrm>
            <a:off x="745067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E96E18-C70E-329D-9A35-95D1542DF9B8}"/>
              </a:ext>
            </a:extLst>
          </p:cNvPr>
          <p:cNvCxnSpPr>
            <a:cxnSpLocks/>
          </p:cNvCxnSpPr>
          <p:nvPr userDrawn="1"/>
        </p:nvCxnSpPr>
        <p:spPr>
          <a:xfrm>
            <a:off x="778934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168B8F-A448-FF07-E489-EAC06685E9BC}"/>
              </a:ext>
            </a:extLst>
          </p:cNvPr>
          <p:cNvCxnSpPr>
            <a:cxnSpLocks/>
          </p:cNvCxnSpPr>
          <p:nvPr userDrawn="1"/>
        </p:nvCxnSpPr>
        <p:spPr>
          <a:xfrm>
            <a:off x="812800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4BA5F0-6DE0-74B2-DCA6-508FE44E1C63}"/>
              </a:ext>
            </a:extLst>
          </p:cNvPr>
          <p:cNvCxnSpPr>
            <a:cxnSpLocks/>
          </p:cNvCxnSpPr>
          <p:nvPr userDrawn="1"/>
        </p:nvCxnSpPr>
        <p:spPr>
          <a:xfrm>
            <a:off x="846667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2BF75B8-1079-93F5-DF60-DA64E5E20319}"/>
              </a:ext>
            </a:extLst>
          </p:cNvPr>
          <p:cNvCxnSpPr>
            <a:cxnSpLocks/>
          </p:cNvCxnSpPr>
          <p:nvPr userDrawn="1"/>
        </p:nvCxnSpPr>
        <p:spPr>
          <a:xfrm>
            <a:off x="880534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76989C2-DB13-294E-71FF-79571698D3A2}"/>
              </a:ext>
            </a:extLst>
          </p:cNvPr>
          <p:cNvCxnSpPr>
            <a:cxnSpLocks/>
          </p:cNvCxnSpPr>
          <p:nvPr userDrawn="1"/>
        </p:nvCxnSpPr>
        <p:spPr>
          <a:xfrm>
            <a:off x="914400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53405C-93EE-5150-C6CC-47F77E03E220}"/>
              </a:ext>
            </a:extLst>
          </p:cNvPr>
          <p:cNvCxnSpPr>
            <a:cxnSpLocks/>
          </p:cNvCxnSpPr>
          <p:nvPr userDrawn="1"/>
        </p:nvCxnSpPr>
        <p:spPr>
          <a:xfrm>
            <a:off x="948267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1443A4-3803-DC13-6DEF-C5E339656CDB}"/>
              </a:ext>
            </a:extLst>
          </p:cNvPr>
          <p:cNvCxnSpPr>
            <a:cxnSpLocks/>
          </p:cNvCxnSpPr>
          <p:nvPr userDrawn="1"/>
        </p:nvCxnSpPr>
        <p:spPr>
          <a:xfrm>
            <a:off x="982134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8B5D31-1A58-9358-03DB-B5AEE43F8883}"/>
              </a:ext>
            </a:extLst>
          </p:cNvPr>
          <p:cNvCxnSpPr>
            <a:cxnSpLocks/>
          </p:cNvCxnSpPr>
          <p:nvPr userDrawn="1"/>
        </p:nvCxnSpPr>
        <p:spPr>
          <a:xfrm>
            <a:off x="1016001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CF1507-2BE9-F326-BD51-D792CC91117D}"/>
              </a:ext>
            </a:extLst>
          </p:cNvPr>
          <p:cNvCxnSpPr>
            <a:cxnSpLocks/>
          </p:cNvCxnSpPr>
          <p:nvPr userDrawn="1"/>
        </p:nvCxnSpPr>
        <p:spPr>
          <a:xfrm>
            <a:off x="1049867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6C3F538-D755-B642-EB7B-66BB09364036}"/>
              </a:ext>
            </a:extLst>
          </p:cNvPr>
          <p:cNvCxnSpPr>
            <a:cxnSpLocks/>
          </p:cNvCxnSpPr>
          <p:nvPr userDrawn="1"/>
        </p:nvCxnSpPr>
        <p:spPr>
          <a:xfrm>
            <a:off x="1083734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4D61E3F-77AA-D327-AC77-0DC4592528C1}"/>
              </a:ext>
            </a:extLst>
          </p:cNvPr>
          <p:cNvCxnSpPr>
            <a:cxnSpLocks/>
          </p:cNvCxnSpPr>
          <p:nvPr userDrawn="1"/>
        </p:nvCxnSpPr>
        <p:spPr>
          <a:xfrm>
            <a:off x="1117601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D48EF22-7232-6EC8-F7D7-E430ACB87652}"/>
              </a:ext>
            </a:extLst>
          </p:cNvPr>
          <p:cNvCxnSpPr>
            <a:cxnSpLocks/>
          </p:cNvCxnSpPr>
          <p:nvPr userDrawn="1"/>
        </p:nvCxnSpPr>
        <p:spPr>
          <a:xfrm>
            <a:off x="1151467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4894F1E-3684-6EDC-DBB9-27C58D0B2A21}"/>
              </a:ext>
            </a:extLst>
          </p:cNvPr>
          <p:cNvCxnSpPr>
            <a:cxnSpLocks/>
          </p:cNvCxnSpPr>
          <p:nvPr userDrawn="1"/>
        </p:nvCxnSpPr>
        <p:spPr>
          <a:xfrm>
            <a:off x="1185334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3AC927-10E4-636A-FDF1-550314419B53}"/>
              </a:ext>
            </a:extLst>
          </p:cNvPr>
          <p:cNvCxnSpPr>
            <a:cxnSpLocks/>
          </p:cNvCxnSpPr>
          <p:nvPr userDrawn="1"/>
        </p:nvCxnSpPr>
        <p:spPr>
          <a:xfrm>
            <a:off x="1219200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58BD042-CA52-B5CB-BBCD-9895BB49296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7A23C1-C115-A3BD-89C0-DF28E7F1E3F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35DC3CF-B9DD-DC46-ECE2-53B3C7F45976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6BB70D4-9C92-23A9-FDED-D4A356D705F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98208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671164A-8C0F-31DE-D898-E037452CB13D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30945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932C26-0F0B-BFC5-142F-AEDFB1FB26F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63681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D194D5A-A5D9-171C-4E11-72B80CB2D08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96417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94942A2-C1F0-AE1D-3825-7676093E9E7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29154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A517EF1-F4D6-32AB-535A-81D29D2D4B47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61890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02BD09A-38A1-66CC-3617-102F62752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94626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DAA0947-A429-0237-1D85-E8482ADA013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0F97400-80F1-B889-28F7-19E33C439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60099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7EA7A29-2026-DDC1-522B-578520781762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92835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A0D93D3-CC55-BD72-7053-A676E21A6C4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25571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0E63BD2-E0B1-A204-0555-FCF9B7780E48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58308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8353FB6-5C70-0FB1-C4BC-40D0090C2B2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91044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DF24FBE-F736-F717-6E84-D04460923241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23780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3B3F32C-71F2-5BA4-277C-28D4CCB2CA6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56517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BB14064-DD2F-92F5-84B5-C11AE3A9228F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89253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DEF31A-2293-3A6F-A956-1F764807F58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21989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3C97DE-0716-1D26-0BF6-913587FE16C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86F0F7D-35CF-1EDD-6C6B-E8B03DB0D95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87462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14404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EF3E6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44030A-B6D5-2096-796D-8628EFD7E9CF}"/>
              </a:ext>
            </a:extLst>
          </p:cNvPr>
          <p:cNvCxnSpPr>
            <a:cxnSpLocks/>
          </p:cNvCxnSpPr>
          <p:nvPr userDrawn="1"/>
        </p:nvCxnSpPr>
        <p:spPr>
          <a:xfrm>
            <a:off x="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6E7439-8611-5994-D6C3-94F98312B277}"/>
              </a:ext>
            </a:extLst>
          </p:cNvPr>
          <p:cNvCxnSpPr>
            <a:cxnSpLocks/>
          </p:cNvCxnSpPr>
          <p:nvPr userDrawn="1"/>
        </p:nvCxnSpPr>
        <p:spPr>
          <a:xfrm>
            <a:off x="33866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39CE15-A242-272C-F597-C145852CFC22}"/>
              </a:ext>
            </a:extLst>
          </p:cNvPr>
          <p:cNvCxnSpPr>
            <a:cxnSpLocks/>
          </p:cNvCxnSpPr>
          <p:nvPr userDrawn="1"/>
        </p:nvCxnSpPr>
        <p:spPr>
          <a:xfrm>
            <a:off x="67733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1D310B-6CE2-7C26-22E9-975F1CD75ACC}"/>
              </a:ext>
            </a:extLst>
          </p:cNvPr>
          <p:cNvCxnSpPr>
            <a:cxnSpLocks/>
          </p:cNvCxnSpPr>
          <p:nvPr userDrawn="1"/>
        </p:nvCxnSpPr>
        <p:spPr>
          <a:xfrm>
            <a:off x="101600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697FDB-4A19-867A-49B5-4B4955CAF421}"/>
              </a:ext>
            </a:extLst>
          </p:cNvPr>
          <p:cNvCxnSpPr>
            <a:cxnSpLocks/>
          </p:cNvCxnSpPr>
          <p:nvPr userDrawn="1"/>
        </p:nvCxnSpPr>
        <p:spPr>
          <a:xfrm>
            <a:off x="135466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D9179A-5C9B-6452-C2F7-7CF927DF68BD}"/>
              </a:ext>
            </a:extLst>
          </p:cNvPr>
          <p:cNvCxnSpPr>
            <a:cxnSpLocks/>
          </p:cNvCxnSpPr>
          <p:nvPr userDrawn="1"/>
        </p:nvCxnSpPr>
        <p:spPr>
          <a:xfrm>
            <a:off x="169333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91A2B5-D57E-503B-FB4E-09299A7B8A62}"/>
              </a:ext>
            </a:extLst>
          </p:cNvPr>
          <p:cNvCxnSpPr>
            <a:cxnSpLocks/>
          </p:cNvCxnSpPr>
          <p:nvPr userDrawn="1"/>
        </p:nvCxnSpPr>
        <p:spPr>
          <a:xfrm>
            <a:off x="203200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C3944F-81D9-091B-E961-B9FB18895A0E}"/>
              </a:ext>
            </a:extLst>
          </p:cNvPr>
          <p:cNvCxnSpPr>
            <a:cxnSpLocks/>
          </p:cNvCxnSpPr>
          <p:nvPr userDrawn="1"/>
        </p:nvCxnSpPr>
        <p:spPr>
          <a:xfrm>
            <a:off x="237066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4AD058-2395-98FD-BD70-D45D1142F01D}"/>
              </a:ext>
            </a:extLst>
          </p:cNvPr>
          <p:cNvCxnSpPr>
            <a:cxnSpLocks/>
          </p:cNvCxnSpPr>
          <p:nvPr userDrawn="1"/>
        </p:nvCxnSpPr>
        <p:spPr>
          <a:xfrm>
            <a:off x="270933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DB6486-1D9D-E5CC-36D4-743D844CFED9}"/>
              </a:ext>
            </a:extLst>
          </p:cNvPr>
          <p:cNvCxnSpPr>
            <a:cxnSpLocks/>
          </p:cNvCxnSpPr>
          <p:nvPr userDrawn="1"/>
        </p:nvCxnSpPr>
        <p:spPr>
          <a:xfrm>
            <a:off x="304800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A348FD-13C0-D775-8003-251A7F5B7512}"/>
              </a:ext>
            </a:extLst>
          </p:cNvPr>
          <p:cNvCxnSpPr>
            <a:cxnSpLocks/>
          </p:cNvCxnSpPr>
          <p:nvPr userDrawn="1"/>
        </p:nvCxnSpPr>
        <p:spPr>
          <a:xfrm>
            <a:off x="338667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F02E9C-9EF7-3148-61D9-D72E59E4815F}"/>
              </a:ext>
            </a:extLst>
          </p:cNvPr>
          <p:cNvCxnSpPr>
            <a:cxnSpLocks/>
          </p:cNvCxnSpPr>
          <p:nvPr userDrawn="1"/>
        </p:nvCxnSpPr>
        <p:spPr>
          <a:xfrm>
            <a:off x="372533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CCDC09-193C-0A41-236B-5105D592F6DA}"/>
              </a:ext>
            </a:extLst>
          </p:cNvPr>
          <p:cNvCxnSpPr>
            <a:cxnSpLocks/>
          </p:cNvCxnSpPr>
          <p:nvPr userDrawn="1"/>
        </p:nvCxnSpPr>
        <p:spPr>
          <a:xfrm>
            <a:off x="406400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D0F59D5-8A37-0E4B-E307-375AAC4C02A6}"/>
              </a:ext>
            </a:extLst>
          </p:cNvPr>
          <p:cNvCxnSpPr>
            <a:cxnSpLocks/>
          </p:cNvCxnSpPr>
          <p:nvPr userDrawn="1"/>
        </p:nvCxnSpPr>
        <p:spPr>
          <a:xfrm>
            <a:off x="440267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4BE79B-C617-12C5-148D-AB540FD9EEDF}"/>
              </a:ext>
            </a:extLst>
          </p:cNvPr>
          <p:cNvCxnSpPr>
            <a:cxnSpLocks/>
          </p:cNvCxnSpPr>
          <p:nvPr userDrawn="1"/>
        </p:nvCxnSpPr>
        <p:spPr>
          <a:xfrm>
            <a:off x="474133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16BB92-E1F0-1F70-2366-4241B138613D}"/>
              </a:ext>
            </a:extLst>
          </p:cNvPr>
          <p:cNvCxnSpPr>
            <a:cxnSpLocks/>
          </p:cNvCxnSpPr>
          <p:nvPr userDrawn="1"/>
        </p:nvCxnSpPr>
        <p:spPr>
          <a:xfrm>
            <a:off x="508000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C19C62-D44A-C304-44F9-49F89F34AFDE}"/>
              </a:ext>
            </a:extLst>
          </p:cNvPr>
          <p:cNvCxnSpPr>
            <a:cxnSpLocks/>
          </p:cNvCxnSpPr>
          <p:nvPr userDrawn="1"/>
        </p:nvCxnSpPr>
        <p:spPr>
          <a:xfrm>
            <a:off x="541867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C5F3DB-A250-CCAC-3D3D-8AB31C33388D}"/>
              </a:ext>
            </a:extLst>
          </p:cNvPr>
          <p:cNvCxnSpPr>
            <a:cxnSpLocks/>
          </p:cNvCxnSpPr>
          <p:nvPr userDrawn="1"/>
        </p:nvCxnSpPr>
        <p:spPr>
          <a:xfrm>
            <a:off x="575733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D4FF40-3973-CAC5-F77D-DDB3F19BA3A2}"/>
              </a:ext>
            </a:extLst>
          </p:cNvPr>
          <p:cNvCxnSpPr>
            <a:cxnSpLocks/>
          </p:cNvCxnSpPr>
          <p:nvPr userDrawn="1"/>
        </p:nvCxnSpPr>
        <p:spPr>
          <a:xfrm>
            <a:off x="609600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8ECD8-2D18-BCD6-5353-C87DC366D7F1}"/>
              </a:ext>
            </a:extLst>
          </p:cNvPr>
          <p:cNvCxnSpPr>
            <a:cxnSpLocks/>
          </p:cNvCxnSpPr>
          <p:nvPr userDrawn="1"/>
        </p:nvCxnSpPr>
        <p:spPr>
          <a:xfrm>
            <a:off x="643467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684C25A-DD61-00AE-3ED1-F0EDB3EC624B}"/>
              </a:ext>
            </a:extLst>
          </p:cNvPr>
          <p:cNvCxnSpPr>
            <a:cxnSpLocks/>
          </p:cNvCxnSpPr>
          <p:nvPr userDrawn="1"/>
        </p:nvCxnSpPr>
        <p:spPr>
          <a:xfrm>
            <a:off x="677334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216E74-3E9A-8CCE-A50A-A716F031AF3E}"/>
              </a:ext>
            </a:extLst>
          </p:cNvPr>
          <p:cNvCxnSpPr>
            <a:cxnSpLocks/>
          </p:cNvCxnSpPr>
          <p:nvPr userDrawn="1"/>
        </p:nvCxnSpPr>
        <p:spPr>
          <a:xfrm>
            <a:off x="711200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D638823-F11D-91F2-4647-CC0979B46178}"/>
              </a:ext>
            </a:extLst>
          </p:cNvPr>
          <p:cNvCxnSpPr>
            <a:cxnSpLocks/>
          </p:cNvCxnSpPr>
          <p:nvPr userDrawn="1"/>
        </p:nvCxnSpPr>
        <p:spPr>
          <a:xfrm>
            <a:off x="745067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E96E18-C70E-329D-9A35-95D1542DF9B8}"/>
              </a:ext>
            </a:extLst>
          </p:cNvPr>
          <p:cNvCxnSpPr>
            <a:cxnSpLocks/>
          </p:cNvCxnSpPr>
          <p:nvPr userDrawn="1"/>
        </p:nvCxnSpPr>
        <p:spPr>
          <a:xfrm>
            <a:off x="778934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168B8F-A448-FF07-E489-EAC06685E9BC}"/>
              </a:ext>
            </a:extLst>
          </p:cNvPr>
          <p:cNvCxnSpPr>
            <a:cxnSpLocks/>
          </p:cNvCxnSpPr>
          <p:nvPr userDrawn="1"/>
        </p:nvCxnSpPr>
        <p:spPr>
          <a:xfrm>
            <a:off x="812800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4BA5F0-6DE0-74B2-DCA6-508FE44E1C63}"/>
              </a:ext>
            </a:extLst>
          </p:cNvPr>
          <p:cNvCxnSpPr>
            <a:cxnSpLocks/>
          </p:cNvCxnSpPr>
          <p:nvPr userDrawn="1"/>
        </p:nvCxnSpPr>
        <p:spPr>
          <a:xfrm>
            <a:off x="846667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2BF75B8-1079-93F5-DF60-DA64E5E20319}"/>
              </a:ext>
            </a:extLst>
          </p:cNvPr>
          <p:cNvCxnSpPr>
            <a:cxnSpLocks/>
          </p:cNvCxnSpPr>
          <p:nvPr userDrawn="1"/>
        </p:nvCxnSpPr>
        <p:spPr>
          <a:xfrm>
            <a:off x="880534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76989C2-DB13-294E-71FF-79571698D3A2}"/>
              </a:ext>
            </a:extLst>
          </p:cNvPr>
          <p:cNvCxnSpPr>
            <a:cxnSpLocks/>
          </p:cNvCxnSpPr>
          <p:nvPr userDrawn="1"/>
        </p:nvCxnSpPr>
        <p:spPr>
          <a:xfrm>
            <a:off x="914400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53405C-93EE-5150-C6CC-47F77E03E220}"/>
              </a:ext>
            </a:extLst>
          </p:cNvPr>
          <p:cNvCxnSpPr>
            <a:cxnSpLocks/>
          </p:cNvCxnSpPr>
          <p:nvPr userDrawn="1"/>
        </p:nvCxnSpPr>
        <p:spPr>
          <a:xfrm>
            <a:off x="948267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1443A4-3803-DC13-6DEF-C5E339656CDB}"/>
              </a:ext>
            </a:extLst>
          </p:cNvPr>
          <p:cNvCxnSpPr>
            <a:cxnSpLocks/>
          </p:cNvCxnSpPr>
          <p:nvPr userDrawn="1"/>
        </p:nvCxnSpPr>
        <p:spPr>
          <a:xfrm>
            <a:off x="982134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8B5D31-1A58-9358-03DB-B5AEE43F8883}"/>
              </a:ext>
            </a:extLst>
          </p:cNvPr>
          <p:cNvCxnSpPr>
            <a:cxnSpLocks/>
          </p:cNvCxnSpPr>
          <p:nvPr userDrawn="1"/>
        </p:nvCxnSpPr>
        <p:spPr>
          <a:xfrm>
            <a:off x="1016001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CF1507-2BE9-F326-BD51-D792CC91117D}"/>
              </a:ext>
            </a:extLst>
          </p:cNvPr>
          <p:cNvCxnSpPr>
            <a:cxnSpLocks/>
          </p:cNvCxnSpPr>
          <p:nvPr userDrawn="1"/>
        </p:nvCxnSpPr>
        <p:spPr>
          <a:xfrm>
            <a:off x="1049867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6C3F538-D755-B642-EB7B-66BB09364036}"/>
              </a:ext>
            </a:extLst>
          </p:cNvPr>
          <p:cNvCxnSpPr>
            <a:cxnSpLocks/>
          </p:cNvCxnSpPr>
          <p:nvPr userDrawn="1"/>
        </p:nvCxnSpPr>
        <p:spPr>
          <a:xfrm>
            <a:off x="1083734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4D61E3F-77AA-D327-AC77-0DC4592528C1}"/>
              </a:ext>
            </a:extLst>
          </p:cNvPr>
          <p:cNvCxnSpPr>
            <a:cxnSpLocks/>
          </p:cNvCxnSpPr>
          <p:nvPr userDrawn="1"/>
        </p:nvCxnSpPr>
        <p:spPr>
          <a:xfrm>
            <a:off x="1117601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D48EF22-7232-6EC8-F7D7-E430ACB87652}"/>
              </a:ext>
            </a:extLst>
          </p:cNvPr>
          <p:cNvCxnSpPr>
            <a:cxnSpLocks/>
          </p:cNvCxnSpPr>
          <p:nvPr userDrawn="1"/>
        </p:nvCxnSpPr>
        <p:spPr>
          <a:xfrm>
            <a:off x="1151467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4894F1E-3684-6EDC-DBB9-27C58D0B2A21}"/>
              </a:ext>
            </a:extLst>
          </p:cNvPr>
          <p:cNvCxnSpPr>
            <a:cxnSpLocks/>
          </p:cNvCxnSpPr>
          <p:nvPr userDrawn="1"/>
        </p:nvCxnSpPr>
        <p:spPr>
          <a:xfrm>
            <a:off x="1185334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3AC927-10E4-636A-FDF1-550314419B53}"/>
              </a:ext>
            </a:extLst>
          </p:cNvPr>
          <p:cNvCxnSpPr>
            <a:cxnSpLocks/>
          </p:cNvCxnSpPr>
          <p:nvPr userDrawn="1"/>
        </p:nvCxnSpPr>
        <p:spPr>
          <a:xfrm>
            <a:off x="1219200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58BD042-CA52-B5CB-BBCD-9895BB49296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7A23C1-C115-A3BD-89C0-DF28E7F1E3F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35DC3CF-B9DD-DC46-ECE2-53B3C7F45976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6BB70D4-9C92-23A9-FDED-D4A356D705F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98208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671164A-8C0F-31DE-D898-E037452CB13D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30945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932C26-0F0B-BFC5-142F-AEDFB1FB26F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63681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D194D5A-A5D9-171C-4E11-72B80CB2D08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96417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94942A2-C1F0-AE1D-3825-7676093E9E7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29154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A517EF1-F4D6-32AB-535A-81D29D2D4B47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61890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02BD09A-38A1-66CC-3617-102F62752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94626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DAA0947-A429-0237-1D85-E8482ADA013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0F97400-80F1-B889-28F7-19E33C439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60099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7EA7A29-2026-DDC1-522B-578520781762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92835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A0D93D3-CC55-BD72-7053-A676E21A6C4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25571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0E63BD2-E0B1-A204-0555-FCF9B7780E48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58308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8353FB6-5C70-0FB1-C4BC-40D0090C2B2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91044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DF24FBE-F736-F717-6E84-D04460923241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23780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3B3F32C-71F2-5BA4-277C-28D4CCB2CA6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56517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BB14064-DD2F-92F5-84B5-C11AE3A9228F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89253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DEF31A-2293-3A6F-A956-1F764807F58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21989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3C97DE-0716-1D26-0BF6-913587FE16C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86F0F7D-35CF-1EDD-6C6B-E8B03DB0D95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87462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1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52345-27E8-F3BC-C876-094524A4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54076-7F9F-450A-BD8A-79FD8DE9A9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E2832-E03D-890D-A7D2-0F301768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10891-DD69-B487-76D1-2D7186D2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74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52345-27E8-F3BC-C876-094524A4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54076-7F9F-450A-BD8A-79FD8DE9A9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E2832-E03D-890D-A7D2-0F301768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10891-DD69-B487-76D1-2D7186D2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74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52345-27E8-F3BC-C876-094524A4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54076-7F9F-450A-BD8A-79FD8DE9A9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E2832-E03D-890D-A7D2-0F301768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10891-DD69-B487-76D1-2D7186D2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74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DDEB4-6243-3B7E-3C9B-6EF4B8E9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E8D5F-661E-F1EF-9F4A-219380219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46EC-5FD8-9EA9-515C-1FD27F31D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54076-7F9F-450A-BD8A-79FD8DE9A9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7856D-5A1B-65EE-59A6-E4BD4AB11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4541-EB0D-DE6A-3EED-5CA1BCA5C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7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DDEB4-6243-3B7E-3C9B-6EF4B8E9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E8D5F-661E-F1EF-9F4A-219380219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46EC-5FD8-9EA9-515C-1FD27F31D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54076-7F9F-450A-BD8A-79FD8DE9A9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7856D-5A1B-65EE-59A6-E4BD4AB11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4541-EB0D-DE6A-3EED-5CA1BCA5C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7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DDEB4-6243-3B7E-3C9B-6EF4B8E9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E8D5F-661E-F1EF-9F4A-219380219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46EC-5FD8-9EA9-515C-1FD27F31D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54076-7F9F-450A-BD8A-79FD8DE9A9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7856D-5A1B-65EE-59A6-E4BD4AB11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4541-EB0D-DE6A-3EED-5CA1BCA5C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7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5.png"/><Relationship Id="rId9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0E8EEE4-A08B-D56A-A12C-1D55FAF66DE1}"/>
              </a:ext>
            </a:extLst>
          </p:cNvPr>
          <p:cNvGrpSpPr/>
          <p:nvPr/>
        </p:nvGrpSpPr>
        <p:grpSpPr>
          <a:xfrm>
            <a:off x="1464220" y="809915"/>
            <a:ext cx="8788808" cy="5609358"/>
            <a:chOff x="4860608" y="2652714"/>
            <a:chExt cx="2945130" cy="1879696"/>
          </a:xfrm>
        </p:grpSpPr>
        <p:sp>
          <p:nvSpPr>
            <p:cNvPr id="5" name="Freeform 72">
              <a:extLst>
                <a:ext uri="{FF2B5EF4-FFF2-40B4-BE49-F238E27FC236}">
                  <a16:creationId xmlns:a16="http://schemas.microsoft.com/office/drawing/2014/main" id="{5DF7F65F-F907-8E01-34BE-3680280F0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900" y="2805113"/>
              <a:ext cx="2763838" cy="1512888"/>
            </a:xfrm>
            <a:custGeom>
              <a:avLst/>
              <a:gdLst>
                <a:gd name="T0" fmla="*/ 1480 w 4374"/>
                <a:gd name="T1" fmla="*/ 2391 h 2391"/>
                <a:gd name="T2" fmla="*/ 4374 w 4374"/>
                <a:gd name="T3" fmla="*/ 2391 h 2391"/>
                <a:gd name="T4" fmla="*/ 4374 w 4374"/>
                <a:gd name="T5" fmla="*/ 1480 h 2391"/>
                <a:gd name="T6" fmla="*/ 2893 w 4374"/>
                <a:gd name="T7" fmla="*/ 0 h 2391"/>
                <a:gd name="T8" fmla="*/ 0 w 4374"/>
                <a:gd name="T9" fmla="*/ 0 h 2391"/>
                <a:gd name="T10" fmla="*/ 0 w 4374"/>
                <a:gd name="T11" fmla="*/ 911 h 2391"/>
                <a:gd name="T12" fmla="*/ 1480 w 4374"/>
                <a:gd name="T13" fmla="*/ 2391 h 2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74" h="2391">
                  <a:moveTo>
                    <a:pt x="1480" y="2391"/>
                  </a:moveTo>
                  <a:cubicBezTo>
                    <a:pt x="4374" y="2391"/>
                    <a:pt x="4374" y="2391"/>
                    <a:pt x="4374" y="2391"/>
                  </a:cubicBezTo>
                  <a:cubicBezTo>
                    <a:pt x="4374" y="1480"/>
                    <a:pt x="4374" y="1480"/>
                    <a:pt x="4374" y="1480"/>
                  </a:cubicBezTo>
                  <a:cubicBezTo>
                    <a:pt x="4374" y="663"/>
                    <a:pt x="3711" y="0"/>
                    <a:pt x="289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11"/>
                    <a:pt x="0" y="911"/>
                    <a:pt x="0" y="911"/>
                  </a:cubicBezTo>
                  <a:cubicBezTo>
                    <a:pt x="0" y="1729"/>
                    <a:pt x="662" y="2391"/>
                    <a:pt x="1480" y="23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74">
              <a:extLst>
                <a:ext uri="{FF2B5EF4-FFF2-40B4-BE49-F238E27FC236}">
                  <a16:creationId xmlns:a16="http://schemas.microsoft.com/office/drawing/2014/main" id="{B2B12A96-662D-5249-981B-D79869059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4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6">
              <a:extLst>
                <a:ext uri="{FF2B5EF4-FFF2-40B4-BE49-F238E27FC236}">
                  <a16:creationId xmlns:a16="http://schemas.microsoft.com/office/drawing/2014/main" id="{2FEB55A0-42DE-142B-3A3A-BA430EC92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9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42CFF5-F7A6-4AAD-11D8-619AFCADC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745" y="2801939"/>
              <a:ext cx="1359080" cy="1439042"/>
            </a:xfrm>
            <a:custGeom>
              <a:avLst/>
              <a:gdLst>
                <a:gd name="connsiteX0" fmla="*/ 912993 w 1359080"/>
                <a:gd name="connsiteY0" fmla="*/ 0 h 1439042"/>
                <a:gd name="connsiteX1" fmla="*/ 951790 w 1359080"/>
                <a:gd name="connsiteY1" fmla="*/ 0 h 1439042"/>
                <a:gd name="connsiteX2" fmla="*/ 1233402 w 1359080"/>
                <a:gd name="connsiteY2" fmla="*/ 0 h 1439042"/>
                <a:gd name="connsiteX3" fmla="*/ 1359080 w 1359080"/>
                <a:gd name="connsiteY3" fmla="*/ 0 h 1439042"/>
                <a:gd name="connsiteX4" fmla="*/ 297515 w 1359080"/>
                <a:gd name="connsiteY4" fmla="*/ 1439042 h 1439042"/>
                <a:gd name="connsiteX5" fmla="*/ 216400 w 1359080"/>
                <a:gd name="connsiteY5" fmla="*/ 1399941 h 1439042"/>
                <a:gd name="connsiteX6" fmla="*/ 917 w 1359080"/>
                <a:gd name="connsiteY6" fmla="*/ 1238752 h 1439042"/>
                <a:gd name="connsiteX7" fmla="*/ 0 w 1359080"/>
                <a:gd name="connsiteY7" fmla="*/ 1237639 h 1439042"/>
                <a:gd name="connsiteX8" fmla="*/ 912993 w 1359080"/>
                <a:gd name="connsiteY8" fmla="*/ 0 h 1439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9080" h="1439042">
                  <a:moveTo>
                    <a:pt x="912993" y="0"/>
                  </a:moveTo>
                  <a:lnTo>
                    <a:pt x="951790" y="0"/>
                  </a:lnTo>
                  <a:cubicBezTo>
                    <a:pt x="1039264" y="0"/>
                    <a:pt x="1132986" y="0"/>
                    <a:pt x="1233402" y="0"/>
                  </a:cubicBezTo>
                  <a:lnTo>
                    <a:pt x="1359080" y="0"/>
                  </a:lnTo>
                  <a:lnTo>
                    <a:pt x="297515" y="1439042"/>
                  </a:lnTo>
                  <a:lnTo>
                    <a:pt x="216400" y="1399941"/>
                  </a:lnTo>
                  <a:cubicBezTo>
                    <a:pt x="136892" y="1356717"/>
                    <a:pt x="64361" y="1302284"/>
                    <a:pt x="917" y="1238752"/>
                  </a:cubicBezTo>
                  <a:lnTo>
                    <a:pt x="0" y="1237639"/>
                  </a:lnTo>
                  <a:lnTo>
                    <a:pt x="912993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9159B15-9A98-41BE-6AAA-C45DB35D5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4166" y="2803526"/>
              <a:ext cx="1484154" cy="1512888"/>
            </a:xfrm>
            <a:custGeom>
              <a:avLst/>
              <a:gdLst>
                <a:gd name="connsiteX0" fmla="*/ 1097401 w 1484154"/>
                <a:gd name="connsiteY0" fmla="*/ 0 h 1512888"/>
                <a:gd name="connsiteX1" fmla="*/ 1105760 w 1484154"/>
                <a:gd name="connsiteY1" fmla="*/ 0 h 1512888"/>
                <a:gd name="connsiteX2" fmla="*/ 1470038 w 1484154"/>
                <a:gd name="connsiteY2" fmla="*/ 73626 h 1512888"/>
                <a:gd name="connsiteX3" fmla="*/ 1484154 w 1484154"/>
                <a:gd name="connsiteY3" fmla="*/ 80433 h 1512888"/>
                <a:gd name="connsiteX4" fmla="*/ 427448 w 1484154"/>
                <a:gd name="connsiteY4" fmla="*/ 1512888 h 1512888"/>
                <a:gd name="connsiteX5" fmla="*/ 379050 w 1484154"/>
                <a:gd name="connsiteY5" fmla="*/ 1512888 h 1512888"/>
                <a:gd name="connsiteX6" fmla="*/ 212915 w 1484154"/>
                <a:gd name="connsiteY6" fmla="*/ 1512888 h 1512888"/>
                <a:gd name="connsiteX7" fmla="*/ 24331 w 1484154"/>
                <a:gd name="connsiteY7" fmla="*/ 1493879 h 1512888"/>
                <a:gd name="connsiteX8" fmla="*/ 0 w 1484154"/>
                <a:gd name="connsiteY8" fmla="*/ 1487621 h 1512888"/>
                <a:gd name="connsiteX9" fmla="*/ 1097401 w 1484154"/>
                <a:gd name="connsiteY9" fmla="*/ 0 h 15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4154" h="1512888">
                  <a:moveTo>
                    <a:pt x="1097401" y="0"/>
                  </a:moveTo>
                  <a:lnTo>
                    <a:pt x="1105760" y="0"/>
                  </a:lnTo>
                  <a:cubicBezTo>
                    <a:pt x="1234979" y="0"/>
                    <a:pt x="1358077" y="26219"/>
                    <a:pt x="1470038" y="73626"/>
                  </a:cubicBezTo>
                  <a:lnTo>
                    <a:pt x="1484154" y="80433"/>
                  </a:lnTo>
                  <a:lnTo>
                    <a:pt x="427448" y="1512888"/>
                  </a:lnTo>
                  <a:lnTo>
                    <a:pt x="379050" y="1512888"/>
                  </a:lnTo>
                  <a:cubicBezTo>
                    <a:pt x="325421" y="1512888"/>
                    <a:pt x="270061" y="1512888"/>
                    <a:pt x="212915" y="1512888"/>
                  </a:cubicBezTo>
                  <a:cubicBezTo>
                    <a:pt x="148306" y="1512888"/>
                    <a:pt x="85236" y="1506343"/>
                    <a:pt x="24331" y="1493879"/>
                  </a:cubicBezTo>
                  <a:lnTo>
                    <a:pt x="0" y="1487621"/>
                  </a:lnTo>
                  <a:lnTo>
                    <a:pt x="1097401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D2E393C-2EF5-F32F-E428-0D879ACF9CB8}"/>
                </a:ext>
              </a:extLst>
            </p:cNvPr>
            <p:cNvGrpSpPr/>
            <p:nvPr/>
          </p:nvGrpSpPr>
          <p:grpSpPr>
            <a:xfrm>
              <a:off x="4860608" y="2652714"/>
              <a:ext cx="2828510" cy="1879696"/>
              <a:chOff x="4926013" y="7300913"/>
              <a:chExt cx="3005138" cy="1997075"/>
            </a:xfrm>
          </p:grpSpPr>
          <p:sp>
            <p:nvSpPr>
              <p:cNvPr id="11" name="Freeform 95">
                <a:extLst>
                  <a:ext uri="{FF2B5EF4-FFF2-40B4-BE49-F238E27FC236}">
                    <a16:creationId xmlns:a16="http://schemas.microsoft.com/office/drawing/2014/main" id="{ECE2DE97-F940-E9B4-C72A-9E036CAD1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6013" y="7300913"/>
                <a:ext cx="2949575" cy="1927225"/>
              </a:xfrm>
              <a:custGeom>
                <a:avLst/>
                <a:gdLst>
                  <a:gd name="T0" fmla="*/ 4375 w 4375"/>
                  <a:gd name="T1" fmla="*/ 2855 h 2855"/>
                  <a:gd name="T2" fmla="*/ 4375 w 4375"/>
                  <a:gd name="T3" fmla="*/ 1481 h 2855"/>
                  <a:gd name="T4" fmla="*/ 2894 w 4375"/>
                  <a:gd name="T5" fmla="*/ 0 h 2855"/>
                  <a:gd name="T6" fmla="*/ 0 w 4375"/>
                  <a:gd name="T7" fmla="*/ 0 h 2855"/>
                  <a:gd name="T8" fmla="*/ 0 w 4375"/>
                  <a:gd name="T9" fmla="*/ 911 h 2855"/>
                  <a:gd name="T10" fmla="*/ 1481 w 4375"/>
                  <a:gd name="T11" fmla="*/ 2392 h 2855"/>
                  <a:gd name="T12" fmla="*/ 2860 w 4375"/>
                  <a:gd name="T13" fmla="*/ 2392 h 28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75" h="2855">
                    <a:moveTo>
                      <a:pt x="4375" y="2855"/>
                    </a:moveTo>
                    <a:cubicBezTo>
                      <a:pt x="4375" y="1481"/>
                      <a:pt x="4375" y="1481"/>
                      <a:pt x="4375" y="1481"/>
                    </a:cubicBezTo>
                    <a:cubicBezTo>
                      <a:pt x="4375" y="663"/>
                      <a:pt x="3712" y="0"/>
                      <a:pt x="289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911"/>
                      <a:pt x="0" y="911"/>
                      <a:pt x="0" y="911"/>
                    </a:cubicBezTo>
                    <a:cubicBezTo>
                      <a:pt x="0" y="1729"/>
                      <a:pt x="663" y="2392"/>
                      <a:pt x="1481" y="2392"/>
                    </a:cubicBezTo>
                    <a:cubicBezTo>
                      <a:pt x="2860" y="2392"/>
                      <a:pt x="2860" y="2392"/>
                      <a:pt x="2860" y="2392"/>
                    </a:cubicBezTo>
                  </a:path>
                </a:pathLst>
              </a:cu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96">
                <a:extLst>
                  <a:ext uri="{FF2B5EF4-FFF2-40B4-BE49-F238E27FC236}">
                    <a16:creationId xmlns:a16="http://schemas.microsoft.com/office/drawing/2014/main" id="{0E14CB9A-320D-9ABC-21B5-30B1807D6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20026" y="9197975"/>
                <a:ext cx="111125" cy="100013"/>
              </a:xfrm>
              <a:custGeom>
                <a:avLst/>
                <a:gdLst>
                  <a:gd name="T0" fmla="*/ 83 w 165"/>
                  <a:gd name="T1" fmla="*/ 149 h 149"/>
                  <a:gd name="T2" fmla="*/ 165 w 165"/>
                  <a:gd name="T3" fmla="*/ 0 h 149"/>
                  <a:gd name="T4" fmla="*/ 83 w 165"/>
                  <a:gd name="T5" fmla="*/ 30 h 149"/>
                  <a:gd name="T6" fmla="*/ 0 w 165"/>
                  <a:gd name="T7" fmla="*/ 0 h 149"/>
                  <a:gd name="T8" fmla="*/ 83 w 165"/>
                  <a:gd name="T9" fmla="*/ 149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5" h="149">
                    <a:moveTo>
                      <a:pt x="83" y="149"/>
                    </a:moveTo>
                    <a:cubicBezTo>
                      <a:pt x="101" y="99"/>
                      <a:pt x="132" y="38"/>
                      <a:pt x="165" y="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3" y="38"/>
                      <a:pt x="64" y="99"/>
                      <a:pt x="83" y="14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Oval 97">
                <a:extLst>
                  <a:ext uri="{FF2B5EF4-FFF2-40B4-BE49-F238E27FC236}">
                    <a16:creationId xmlns:a16="http://schemas.microsoft.com/office/drawing/2014/main" id="{01DDC5DE-93AC-B953-6CE5-9B4F85AFE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1651" y="8878888"/>
                <a:ext cx="71438" cy="71438"/>
              </a:xfrm>
              <a:prstGeom prst="ellipse">
                <a:avLst/>
              </a:pr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BBAB47A-AA6F-E28E-DC3D-0A5E95DA90EE}"/>
              </a:ext>
            </a:extLst>
          </p:cNvPr>
          <p:cNvSpPr txBox="1"/>
          <p:nvPr/>
        </p:nvSpPr>
        <p:spPr>
          <a:xfrm>
            <a:off x="6116494" y="4646486"/>
            <a:ext cx="36984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>
              <a:defRPr>
                <a:cs typeface="IRANYekanXFaNum Heavy"/>
              </a:defRPr>
            </a:pPr>
            <a:r>
              <a:rPr sz="6000">
                <a:solidFill>
                  <a:srgbClr val="99FFCC"/>
                </a:solidFill>
                <a:latin typeface="IRANYekanXFaNum Heavy"/>
              </a:rPr>
              <a:t>فصل اول ریاضی هفتم:</a:t>
            </a:r>
            <a:endParaRPr lang="en-US" sz="6000" dirty="0">
              <a:solidFill>
                <a:srgbClr val="99FFCC"/>
              </a:solidFill>
              <a:latin typeface="IRANYekanXFaNum Heavy" pitchFamily="2" charset="-78"/>
              <a:cs typeface="IRANYekanXFaNum Heavy" pitchFamily="2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2658E1-8E72-5B46-9DED-B8789D8FA565}"/>
              </a:ext>
            </a:extLst>
          </p:cNvPr>
          <p:cNvSpPr/>
          <p:nvPr/>
        </p:nvSpPr>
        <p:spPr>
          <a:xfrm>
            <a:off x="2797716" y="1757748"/>
            <a:ext cx="6038833" cy="28007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defRPr>
                <a:cs typeface="IRANYekanXFaNum Heavy"/>
              </a:defRPr>
            </a:pPr>
            <a:r>
              <a:rPr sz="8800">
                <a:latin typeface="IRANYekanXFaNum Heavy"/>
              </a:rPr>
              <a:t>مفهوم مجموعه‌ها</a:t>
            </a:r>
          </a:p>
          <a:p>
            <a:pPr algn="r" rtl="1">
              <a:defRPr>
                <a:cs typeface="IRANYekanXFaNum Heavy"/>
              </a:defRPr>
            </a:pPr>
            <a:r>
              <a:rPr sz="8800">
                <a:latin typeface="IRANYekanXFaNum Heavy"/>
              </a:rPr>
              <a:t>و حل تمرینات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03CCB278-EB1E-8BF2-98DC-BC777A804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69675AEF-5FCE-AFBB-3057-52F0A42B7FC7}"/>
              </a:ext>
            </a:extLst>
          </p:cNvPr>
          <p:cNvGrpSpPr/>
          <p:nvPr/>
        </p:nvGrpSpPr>
        <p:grpSpPr>
          <a:xfrm>
            <a:off x="9874750" y="102100"/>
            <a:ext cx="2000331" cy="1446550"/>
            <a:chOff x="7803739" y="878197"/>
            <a:chExt cx="1469629" cy="1216215"/>
          </a:xfrm>
        </p:grpSpPr>
        <p:sp>
          <p:nvSpPr>
            <p:cNvPr id="19" name="Freeform 83">
              <a:extLst>
                <a:ext uri="{FF2B5EF4-FFF2-40B4-BE49-F238E27FC236}">
                  <a16:creationId xmlns:a16="http://schemas.microsoft.com/office/drawing/2014/main" id="{979B6C1D-EB08-62AB-6BEA-4DCE3C382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3739" y="1148135"/>
              <a:ext cx="1319802" cy="623844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رسم شکل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20" name="A">
              <a:extLst>
                <a:ext uri="{FF2B5EF4-FFF2-40B4-BE49-F238E27FC236}">
                  <a16:creationId xmlns:a16="http://schemas.microsoft.com/office/drawing/2014/main" id="{10FAB33D-5B76-3A5F-B465-68AD3691A0C2}"/>
                </a:ext>
              </a:extLst>
            </p:cNvPr>
            <p:cNvSpPr txBox="1"/>
            <p:nvPr/>
          </p:nvSpPr>
          <p:spPr>
            <a:xfrm>
              <a:off x="9077306" y="878197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D70768F-E247-3D17-176D-70D24677E181}"/>
              </a:ext>
            </a:extLst>
          </p:cNvPr>
          <p:cNvSpPr txBox="1"/>
          <p:nvPr/>
        </p:nvSpPr>
        <p:spPr>
          <a:xfrm>
            <a:off x="642258" y="423161"/>
            <a:ext cx="8862601" cy="379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 rtl="1">
              <a:lnSpc>
                <a:spcPct val="170000"/>
              </a:lnSpc>
              <a:defRPr sz="2400">
                <a:latin typeface="IRANYekanXFaNum" pitchFamily="2" charset="-78"/>
                <a:cs typeface="IRANYekanXFaNum" pitchFamily="2" charset="-78"/>
              </a:defRPr>
            </a:lvl1pPr>
          </a:lstStyle>
          <a:p>
            <a:pPr marL="342900" indent="-342900" algn="r" rtl="1">
              <a:buFont typeface="Arial" panose="020B0604020202020204" pitchFamily="34" charset="0"/>
              <a:buChar char="•"/>
              <a:defRPr>
                <a:cs typeface="Vazirmatn"/>
              </a:defRPr>
            </a:pPr>
            <a:r>
              <a:rPr>
                <a:latin typeface="Vazirmatn"/>
              </a:rPr>
              <a:t>مجموعه دسته‌ای از اشیاء یا اعداد مشخص و متمایز است. اعضا درون آکولاد قرار گرفته و عضویت با نماد «∈» نشان داده می‌شود.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56D35BB3-8458-CCA7-737E-83A663F78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B199966-30F3-9952-2DF2-9826D5E57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  <p:grpSp>
        <p:nvGrpSpPr>
          <p:cNvPr id="77" name="Group 76">
            <a:extLst>
              <a:ext uri="{FF2B5EF4-FFF2-40B4-BE49-F238E27FC236}">
                <a16:creationId xmlns:a16="http://schemas.microsoft.com/office/drawing/2014/main" id="{81A791D9-FDCC-65EE-D118-57262339BBA5}"/>
              </a:ext>
            </a:extLst>
          </p:cNvPr>
          <p:cNvGrpSpPr/>
          <p:nvPr/>
        </p:nvGrpSpPr>
        <p:grpSpPr>
          <a:xfrm>
            <a:off x="7048292" y="2553610"/>
            <a:ext cx="2052682" cy="1656000"/>
            <a:chOff x="7903547" y="773817"/>
            <a:chExt cx="1508091" cy="1392314"/>
          </a:xfrm>
        </p:grpSpPr>
        <p:sp>
          <p:nvSpPr>
            <p:cNvPr id="78" name="Freeform 83">
              <a:extLst>
                <a:ext uri="{FF2B5EF4-FFF2-40B4-BE49-F238E27FC236}">
                  <a16:creationId xmlns:a16="http://schemas.microsoft.com/office/drawing/2014/main" id="{3DC7CCD4-DE8B-DC6E-9FBB-FEF6A765C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3547" y="773817"/>
              <a:ext cx="1193478" cy="1392314"/>
            </a:xfrm>
            <a:prstGeom prst="roundRect">
              <a:avLst/>
            </a:prstGeom>
            <a:solidFill>
              <a:srgbClr val="F2B600"/>
            </a:soli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4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حذف حالت‌های نامطلوب</a:t>
              </a:r>
              <a:endParaRPr lang="ru-RU" sz="24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79" name="A">
              <a:extLst>
                <a:ext uri="{FF2B5EF4-FFF2-40B4-BE49-F238E27FC236}">
                  <a16:creationId xmlns:a16="http://schemas.microsoft.com/office/drawing/2014/main" id="{A463C854-5A2D-D29F-2447-480D275CCD62}"/>
                </a:ext>
              </a:extLst>
            </p:cNvPr>
            <p:cNvSpPr txBox="1"/>
            <p:nvPr/>
          </p:nvSpPr>
          <p:spPr>
            <a:xfrm>
              <a:off x="9215576" y="901710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3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CD63D40-5827-AE19-54FC-6BC37B5BFDCB}"/>
              </a:ext>
            </a:extLst>
          </p:cNvPr>
          <p:cNvGrpSpPr/>
          <p:nvPr/>
        </p:nvGrpSpPr>
        <p:grpSpPr>
          <a:xfrm>
            <a:off x="5897550" y="2122389"/>
            <a:ext cx="987860" cy="810000"/>
            <a:chOff x="8141840" y="2433180"/>
            <a:chExt cx="987860" cy="810000"/>
          </a:xfrm>
        </p:grpSpPr>
        <p:sp>
          <p:nvSpPr>
            <p:cNvPr id="13" name="Line">
              <a:extLst>
                <a:ext uri="{FF2B5EF4-FFF2-40B4-BE49-F238E27FC236}">
                  <a16:creationId xmlns:a16="http://schemas.microsoft.com/office/drawing/2014/main" id="{4176EF39-76FA-D028-92A8-5AF419D4BD7C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4DADE51-06FF-2D60-C60E-387A8F057553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FDD7C72-4A16-4ECC-E54C-D2FD03A418DD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C4E3061-0158-AAB0-A695-A71CCFA0E47B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0F47E2-C53C-76C5-9188-487E6B630DE2}"/>
              </a:ext>
            </a:extLst>
          </p:cNvPr>
          <p:cNvGrpSpPr/>
          <p:nvPr/>
        </p:nvGrpSpPr>
        <p:grpSpPr>
          <a:xfrm flipV="1">
            <a:off x="5935074" y="3963104"/>
            <a:ext cx="987860" cy="810000"/>
            <a:chOff x="8141840" y="2433180"/>
            <a:chExt cx="987860" cy="810000"/>
          </a:xfrm>
        </p:grpSpPr>
        <p:sp>
          <p:nvSpPr>
            <p:cNvPr id="19" name="Line">
              <a:extLst>
                <a:ext uri="{FF2B5EF4-FFF2-40B4-BE49-F238E27FC236}">
                  <a16:creationId xmlns:a16="http://schemas.microsoft.com/office/drawing/2014/main" id="{B4FFCE5A-329A-3180-CDB9-0EFE5822F306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266B093-B4AC-565F-66E0-C5B1641F448A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209BB151-A120-B2FD-CA39-2FBB44F402E4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ED0F6262-6A33-27F5-B506-969A739606BC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B00360F-719C-A3BB-BF3A-6DF4F9721FD2}"/>
              </a:ext>
            </a:extLst>
          </p:cNvPr>
          <p:cNvSpPr txBox="1"/>
          <p:nvPr/>
        </p:nvSpPr>
        <p:spPr>
          <a:xfrm>
            <a:off x="479787" y="1793674"/>
            <a:ext cx="5435763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 sz="2400"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 rtl="1">
              <a:defRPr>
                <a:cs typeface="Vazirmatn"/>
              </a:defRPr>
            </a:pPr>
            <a:r>
              <a:rPr sz="1800">
                <a:latin typeface="Vazirmatn"/>
              </a:rPr>
              <a:t>زیرمجموعه (⊆): مجموعه‌ای که تمام اعضای آن در مجموعه بزرگ‌تر قرار دارد.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502FD6-1CA4-99E8-DB25-91D0DB0D6C2C}"/>
              </a:ext>
            </a:extLst>
          </p:cNvPr>
          <p:cNvSpPr txBox="1"/>
          <p:nvPr/>
        </p:nvSpPr>
        <p:spPr>
          <a:xfrm>
            <a:off x="479787" y="3029031"/>
            <a:ext cx="5448361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 rtl="1">
              <a:defRPr>
                <a:cs typeface="Vazirmatn"/>
              </a:defRPr>
            </a:pPr>
            <a:r>
              <a:rPr>
                <a:latin typeface="Vazirmatn"/>
              </a:rPr>
              <a:t>مجموعه متناهی: مجموعه‌ای با تعداد اعضای محدود و قابل شمارش.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3FF82B-73FF-1600-6805-760193407DAB}"/>
              </a:ext>
            </a:extLst>
          </p:cNvPr>
          <p:cNvSpPr txBox="1"/>
          <p:nvPr/>
        </p:nvSpPr>
        <p:spPr>
          <a:xfrm>
            <a:off x="328863" y="4264389"/>
            <a:ext cx="5590479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 rtl="1">
              <a:defRPr>
                <a:cs typeface="Vazirmatn"/>
              </a:defRPr>
            </a:pPr>
            <a:r>
              <a:rPr>
                <a:latin typeface="Vazirmatn"/>
              </a:rPr>
              <a:t>مجموعه نامتناهی: مجموعه‌ای با اعضای بی‌شمار مانند مجموعه اعداد طبیعی N.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B204CCD-2B9D-59C5-D010-6A585333B9E6}"/>
              </a:ext>
            </a:extLst>
          </p:cNvPr>
          <p:cNvGrpSpPr/>
          <p:nvPr/>
        </p:nvGrpSpPr>
        <p:grpSpPr>
          <a:xfrm>
            <a:off x="5925117" y="3393746"/>
            <a:ext cx="908074" cy="180000"/>
            <a:chOff x="5925117" y="3393746"/>
            <a:chExt cx="908074" cy="18000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A63DC1-6CFA-7B66-F7D1-3EF5A6EE89DD}"/>
                </a:ext>
              </a:extLst>
            </p:cNvPr>
            <p:cNvCxnSpPr>
              <a:cxnSpLocks/>
              <a:endCxn id="30" idx="6"/>
            </p:cNvCxnSpPr>
            <p:nvPr/>
          </p:nvCxnSpPr>
          <p:spPr>
            <a:xfrm flipH="1">
              <a:off x="6105117" y="3471531"/>
              <a:ext cx="728074" cy="12215"/>
            </a:xfrm>
            <a:prstGeom prst="line">
              <a:avLst/>
            </a:prstGeom>
            <a:noFill/>
            <a:ln w="38100" cap="rnd" cmpd="sng">
              <a:solidFill>
                <a:srgbClr val="484848"/>
              </a:solidFill>
              <a:prstDash val="solid"/>
            </a:ln>
          </p:spPr>
        </p:cxn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2B81936-57C3-ABBC-996C-C8AF58ACCEF3}"/>
                </a:ext>
              </a:extLst>
            </p:cNvPr>
            <p:cNvGrpSpPr/>
            <p:nvPr/>
          </p:nvGrpSpPr>
          <p:grpSpPr>
            <a:xfrm>
              <a:off x="5925117" y="3393746"/>
              <a:ext cx="180000" cy="180000"/>
              <a:chOff x="4870113" y="3564437"/>
              <a:chExt cx="180000" cy="180000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86FFAF4B-227E-C59F-5CD3-2234B4265981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A08F3127-DA05-DB49-B557-13E1CB0E0A09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A9E26-0F65-82EF-A082-0FBBB2855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6183F55-E0BD-488C-FB1C-6E6D9D66B86E}"/>
              </a:ext>
            </a:extLst>
          </p:cNvPr>
          <p:cNvSpPr/>
          <p:nvPr/>
        </p:nvSpPr>
        <p:spPr>
          <a:xfrm>
            <a:off x="182712" y="404847"/>
            <a:ext cx="8632177" cy="1897376"/>
          </a:xfrm>
          <a:prstGeom prst="roundRect">
            <a:avLst>
              <a:gd name="adj" fmla="val 26467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0F95FD8-6E91-63C4-9349-E591C4F4DB3A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1E0742D7-E548-F6D6-E1B7-10F3D71CFE2B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CC1A339-39F2-1A16-C781-791557D0FF6A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F7D7BE4-0E5D-6791-5D3E-453797A467E5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6A23778-BEF4-7CC6-A67F-E6F4663F3268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21A48D9-B432-2CD4-9E47-51A671DBD17F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43CB55-4AB9-41C5-071D-6A26686B92CF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EA3567-15F5-3C6F-3DDE-153CF0F6C1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A13DF461-8056-E0D5-13BE-6D2DCFC8EA52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6592CDE0-FBF5-309C-152B-A96DDBFCCF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520097D5-322A-608D-E8C7-317C4147A56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CFACA3C5-ACE5-A1ED-779B-75E326AAD663}"/>
              </a:ext>
            </a:extLst>
          </p:cNvPr>
          <p:cNvSpPr/>
          <p:nvPr/>
        </p:nvSpPr>
        <p:spPr>
          <a:xfrm>
            <a:off x="351016" y="307727"/>
            <a:ext cx="7661072" cy="191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پس انداز هفتگی محمد، 300هزار تومان است. او حساب کرده 5 هفته پس انداز او نصف قیمت کیفی است که دوست دارد بخرد، قیمت کیف چقدر است؟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201E17B-5864-EBAF-FB4D-0DE8E74D8F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4715477"/>
            <a:ext cx="2043078" cy="197897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CE09B0A-0D74-76B2-C7B5-D9562120C172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783A927-3CDC-5387-41CA-B7E8964175B7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0B688CAE-D46F-390F-52BC-ACEBDCEA653F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85842C43-B3D6-EB4E-1AEC-28AFBDDA2C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571C15F1-855E-C968-CC9F-53042C6880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73CE2628-09E0-653B-1495-B7626921A685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" name="A">
              <a:extLst>
                <a:ext uri="{FF2B5EF4-FFF2-40B4-BE49-F238E27FC236}">
                  <a16:creationId xmlns:a16="http://schemas.microsoft.com/office/drawing/2014/main" id="{CA4FC4E1-25B4-1CB0-C8C5-B58C47572D89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8CCB0158-12FF-0990-5767-5482D37C2297}"/>
              </a:ext>
            </a:extLst>
          </p:cNvPr>
          <p:cNvSpPr/>
          <p:nvPr/>
        </p:nvSpPr>
        <p:spPr>
          <a:xfrm>
            <a:off x="4508204" y="2988579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000" dirty="0">
                <a:solidFill>
                  <a:srgbClr val="FF6238"/>
                </a:solidFill>
                <a:latin typeface="IRANYekanXFaNum" pitchFamily="2" charset="-78"/>
                <a:cs typeface="IRANYekanXFaNum" pitchFamily="2" charset="-78"/>
              </a:rPr>
              <a:t>الف) پس انداز 5 هفته چقدره؟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252579-181C-BFA9-6902-0A5F0B7C5562}"/>
              </a:ext>
            </a:extLst>
          </p:cNvPr>
          <p:cNvSpPr/>
          <p:nvPr/>
        </p:nvSpPr>
        <p:spPr>
          <a:xfrm>
            <a:off x="351016" y="4555778"/>
            <a:ext cx="77860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000" dirty="0">
                <a:solidFill>
                  <a:srgbClr val="FF6238"/>
                </a:solidFill>
                <a:latin typeface="IRANYekanXFaNum" pitchFamily="2" charset="-78"/>
                <a:cs typeface="IRANYekanXFaNum" pitchFamily="2" charset="-78"/>
              </a:rPr>
              <a:t>ب) اگر این عدد نصف قیمت کیف باشه، قیمت کیف چقدره؟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B48C543-CA34-9E42-D208-4145662596B3}"/>
                  </a:ext>
                </a:extLst>
              </p:cNvPr>
              <p:cNvSpPr/>
              <p:nvPr/>
            </p:nvSpPr>
            <p:spPr>
              <a:xfrm>
                <a:off x="182712" y="3550271"/>
                <a:ext cx="3638277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B48C543-CA34-9E42-D208-4145662596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3550271"/>
                <a:ext cx="3638277" cy="7201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34D7744-DB5D-E16B-B650-A79929168AB1}"/>
                  </a:ext>
                </a:extLst>
              </p:cNvPr>
              <p:cNvSpPr/>
              <p:nvPr/>
            </p:nvSpPr>
            <p:spPr>
              <a:xfrm>
                <a:off x="182712" y="5518516"/>
                <a:ext cx="4098343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2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34D7744-DB5D-E16B-B650-A79929168A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5518516"/>
                <a:ext cx="4098343" cy="7201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00558DE1-7343-FBF5-DB6C-CCA81679F23E}"/>
              </a:ext>
            </a:extLst>
          </p:cNvPr>
          <p:cNvSpPr/>
          <p:nvPr/>
        </p:nvSpPr>
        <p:spPr>
          <a:xfrm>
            <a:off x="4181552" y="5597768"/>
            <a:ext cx="1084250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تومان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85466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3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0" fill="hold">
                          <p:stCondLst>
                            <p:cond delay="indefinite"/>
                          </p:stCondLst>
                          <p:childTnLst>
                            <p:par>
                              <p:cTn id="5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2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54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1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6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4" grpId="0"/>
          <p:bldP spid="5" grpId="0"/>
          <p:bldP spid="6" grpId="0"/>
          <p:bldP spid="7" grpId="0"/>
          <p:bldP spid="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3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0" fill="hold">
                          <p:stCondLst>
                            <p:cond delay="indefinite"/>
                          </p:stCondLst>
                          <p:childTnLst>
                            <p:par>
                              <p:cTn id="5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2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54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1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6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4" grpId="0"/>
          <p:bldP spid="5" grpId="0"/>
          <p:bldP spid="6" grpId="0"/>
          <p:bldP spid="7" grpId="0"/>
          <p:bldP spid="8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A9E26-0F65-82EF-A082-0FBBB2855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6183F55-E0BD-488C-FB1C-6E6D9D66B86E}"/>
              </a:ext>
            </a:extLst>
          </p:cNvPr>
          <p:cNvSpPr/>
          <p:nvPr/>
        </p:nvSpPr>
        <p:spPr>
          <a:xfrm>
            <a:off x="182712" y="404847"/>
            <a:ext cx="8632177" cy="1897376"/>
          </a:xfrm>
          <a:prstGeom prst="roundRect">
            <a:avLst>
              <a:gd name="adj" fmla="val 26467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0F95FD8-6E91-63C4-9349-E591C4F4DB3A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1E0742D7-E548-F6D6-E1B7-10F3D71CFE2B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CC1A339-39F2-1A16-C781-791557D0FF6A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F7D7BE4-0E5D-6791-5D3E-453797A467E5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6A23778-BEF4-7CC6-A67F-E6F4663F3268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21A48D9-B432-2CD4-9E47-51A671DBD17F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43CB55-4AB9-41C5-071D-6A26686B92CF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EA3567-15F5-3C6F-3DDE-153CF0F6C1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A13DF461-8056-E0D5-13BE-6D2DCFC8EA52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6592CDE0-FBF5-309C-152B-A96DDBFCCF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520097D5-322A-608D-E8C7-317C4147A56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CFACA3C5-ACE5-A1ED-779B-75E326AAD663}"/>
              </a:ext>
            </a:extLst>
          </p:cNvPr>
          <p:cNvSpPr/>
          <p:nvPr/>
        </p:nvSpPr>
        <p:spPr>
          <a:xfrm>
            <a:off x="351016" y="307727"/>
            <a:ext cx="7661072" cy="191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پس انداز هفتگی محمد، 300هزار تومان است. او حساب کرده 5 هفته پس انداز او نصف قیمت کیفی است که دوست دارد بخرد، قیمت کیف چقدر است؟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201E17B-5864-EBAF-FB4D-0DE8E74D8F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4715477"/>
            <a:ext cx="2043078" cy="197897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CE09B0A-0D74-76B2-C7B5-D9562120C172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783A927-3CDC-5387-41CA-B7E8964175B7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0B688CAE-D46F-390F-52BC-ACEBDCEA653F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85842C43-B3D6-EB4E-1AEC-28AFBDDA2C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571C15F1-855E-C968-CC9F-53042C6880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73CE2628-09E0-653B-1495-B7626921A685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" name="A">
              <a:extLst>
                <a:ext uri="{FF2B5EF4-FFF2-40B4-BE49-F238E27FC236}">
                  <a16:creationId xmlns:a16="http://schemas.microsoft.com/office/drawing/2014/main" id="{CA4FC4E1-25B4-1CB0-C8C5-B58C47572D89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8CCB0158-12FF-0990-5767-5482D37C2297}"/>
              </a:ext>
            </a:extLst>
          </p:cNvPr>
          <p:cNvSpPr/>
          <p:nvPr/>
        </p:nvSpPr>
        <p:spPr>
          <a:xfrm>
            <a:off x="4508204" y="2988579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000" dirty="0">
                <a:solidFill>
                  <a:srgbClr val="FF6238"/>
                </a:solidFill>
                <a:latin typeface="IRANYekanXFaNum" pitchFamily="2" charset="-78"/>
                <a:cs typeface="IRANYekanXFaNum" pitchFamily="2" charset="-78"/>
              </a:rPr>
              <a:t>الف) پس انداز 5 هفته چقدره؟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252579-181C-BFA9-6902-0A5F0B7C5562}"/>
              </a:ext>
            </a:extLst>
          </p:cNvPr>
          <p:cNvSpPr/>
          <p:nvPr/>
        </p:nvSpPr>
        <p:spPr>
          <a:xfrm>
            <a:off x="351016" y="4555778"/>
            <a:ext cx="77860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000" dirty="0">
                <a:solidFill>
                  <a:srgbClr val="FF6238"/>
                </a:solidFill>
                <a:latin typeface="IRANYekanXFaNum" pitchFamily="2" charset="-78"/>
                <a:cs typeface="IRANYekanXFaNum" pitchFamily="2" charset="-78"/>
              </a:rPr>
              <a:t>ب) اگر این عدد نصف قیمت کیف باشه، قیمت کیف چقدره؟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B48C543-CA34-9E42-D208-4145662596B3}"/>
                  </a:ext>
                </a:extLst>
              </p:cNvPr>
              <p:cNvSpPr/>
              <p:nvPr/>
            </p:nvSpPr>
            <p:spPr>
              <a:xfrm>
                <a:off x="182712" y="3550271"/>
                <a:ext cx="3638277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B48C543-CA34-9E42-D208-4145662596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3550271"/>
                <a:ext cx="3638277" cy="7201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34D7744-DB5D-E16B-B650-A79929168AB1}"/>
                  </a:ext>
                </a:extLst>
              </p:cNvPr>
              <p:cNvSpPr/>
              <p:nvPr/>
            </p:nvSpPr>
            <p:spPr>
              <a:xfrm>
                <a:off x="182712" y="5518516"/>
                <a:ext cx="4098343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2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34D7744-DB5D-E16B-B650-A79929168A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5518516"/>
                <a:ext cx="4098343" cy="7201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00558DE1-7343-FBF5-DB6C-CCA81679F23E}"/>
              </a:ext>
            </a:extLst>
          </p:cNvPr>
          <p:cNvSpPr/>
          <p:nvPr/>
        </p:nvSpPr>
        <p:spPr>
          <a:xfrm>
            <a:off x="4181552" y="5597768"/>
            <a:ext cx="1084250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تومان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85466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3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0" fill="hold">
                          <p:stCondLst>
                            <p:cond delay="indefinite"/>
                          </p:stCondLst>
                          <p:childTnLst>
                            <p:par>
                              <p:cTn id="5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2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54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1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6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4" grpId="0"/>
          <p:bldP spid="5" grpId="0"/>
          <p:bldP spid="6" grpId="0"/>
          <p:bldP spid="7" grpId="0"/>
          <p:bldP spid="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3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0" fill="hold">
                          <p:stCondLst>
                            <p:cond delay="indefinite"/>
                          </p:stCondLst>
                          <p:childTnLst>
                            <p:par>
                              <p:cTn id="5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2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54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1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6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4" grpId="0"/>
          <p:bldP spid="5" grpId="0"/>
          <p:bldP spid="6" grpId="0"/>
          <p:bldP spid="7" grpId="0"/>
          <p:bldP spid="8" grpId="0"/>
        </p:bldLst>
      </p:timing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57C0FAC-E271-9908-96FB-865BBBA49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A3117D2-538D-FACB-5FD3-FEFAA7C47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  <p:grpSp>
        <p:nvGrpSpPr>
          <p:cNvPr id="80" name="Group 79">
            <a:extLst>
              <a:ext uri="{FF2B5EF4-FFF2-40B4-BE49-F238E27FC236}">
                <a16:creationId xmlns:a16="http://schemas.microsoft.com/office/drawing/2014/main" id="{0AEA7657-C5B0-0953-6804-8B426D44D1C6}"/>
              </a:ext>
            </a:extLst>
          </p:cNvPr>
          <p:cNvGrpSpPr/>
          <p:nvPr/>
        </p:nvGrpSpPr>
        <p:grpSpPr>
          <a:xfrm>
            <a:off x="7063142" y="2782944"/>
            <a:ext cx="1992559" cy="1446550"/>
            <a:chOff x="7947719" y="901710"/>
            <a:chExt cx="1463919" cy="1216215"/>
          </a:xfrm>
        </p:grpSpPr>
        <p:sp>
          <p:nvSpPr>
            <p:cNvPr id="81" name="Freeform 83">
              <a:extLst>
                <a:ext uri="{FF2B5EF4-FFF2-40B4-BE49-F238E27FC236}">
                  <a16:creationId xmlns:a16="http://schemas.microsoft.com/office/drawing/2014/main" id="{4FB1F4BF-786A-A66D-5311-0D873C359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7719" y="1148135"/>
              <a:ext cx="1175822" cy="623844"/>
            </a:xfrm>
            <a:prstGeom prst="roundRect">
              <a:avLst/>
            </a:prstGeom>
            <a:solidFill>
              <a:srgbClr val="4D8FCB"/>
            </a:soli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الگو یابی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82" name="A">
              <a:extLst>
                <a:ext uri="{FF2B5EF4-FFF2-40B4-BE49-F238E27FC236}">
                  <a16:creationId xmlns:a16="http://schemas.microsoft.com/office/drawing/2014/main" id="{A61A987D-B23F-9A4C-8814-762F220F1A25}"/>
                </a:ext>
              </a:extLst>
            </p:cNvPr>
            <p:cNvSpPr txBox="1"/>
            <p:nvPr/>
          </p:nvSpPr>
          <p:spPr>
            <a:xfrm>
              <a:off x="9215576" y="901710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4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2B37594-2651-0FAB-C2BC-9692C41B9250}"/>
              </a:ext>
            </a:extLst>
          </p:cNvPr>
          <p:cNvGrpSpPr/>
          <p:nvPr/>
        </p:nvGrpSpPr>
        <p:grpSpPr>
          <a:xfrm>
            <a:off x="5897550" y="2122389"/>
            <a:ext cx="987860" cy="1098000"/>
            <a:chOff x="8141840" y="2433180"/>
            <a:chExt cx="987860" cy="1098000"/>
          </a:xfrm>
        </p:grpSpPr>
        <p:sp>
          <p:nvSpPr>
            <p:cNvPr id="5" name="Line">
              <a:extLst>
                <a:ext uri="{FF2B5EF4-FFF2-40B4-BE49-F238E27FC236}">
                  <a16:creationId xmlns:a16="http://schemas.microsoft.com/office/drawing/2014/main" id="{D6449405-3287-D08D-8006-E9FA12AC37FB}"/>
                </a:ext>
              </a:extLst>
            </p:cNvPr>
            <p:cNvSpPr/>
            <p:nvPr/>
          </p:nvSpPr>
          <p:spPr>
            <a:xfrm>
              <a:off x="8337572" y="2523180"/>
              <a:ext cx="792128" cy="1008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0A56CA0-7CD6-06E2-128C-4C9A45BDB0D5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2E23654-B376-E490-64E2-47F391B96EFD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B962145-1264-F0F7-78B2-C80020689AF9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546F3A3-0D51-4F38-A25F-41CD114734B2}"/>
              </a:ext>
            </a:extLst>
          </p:cNvPr>
          <p:cNvGrpSpPr/>
          <p:nvPr/>
        </p:nvGrpSpPr>
        <p:grpSpPr>
          <a:xfrm flipV="1">
            <a:off x="5935074" y="3666327"/>
            <a:ext cx="987860" cy="1106777"/>
            <a:chOff x="8141840" y="2433180"/>
            <a:chExt cx="987860" cy="1106777"/>
          </a:xfrm>
        </p:grpSpPr>
        <p:sp>
          <p:nvSpPr>
            <p:cNvPr id="10" name="Line">
              <a:extLst>
                <a:ext uri="{FF2B5EF4-FFF2-40B4-BE49-F238E27FC236}">
                  <a16:creationId xmlns:a16="http://schemas.microsoft.com/office/drawing/2014/main" id="{236B85DB-A9F2-951B-A1E0-90FA86531065}"/>
                </a:ext>
              </a:extLst>
            </p:cNvPr>
            <p:cNvSpPr/>
            <p:nvPr/>
          </p:nvSpPr>
          <p:spPr>
            <a:xfrm>
              <a:off x="8337572" y="2531957"/>
              <a:ext cx="792128" cy="1008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48773ED-A9AB-F999-D61F-F0CBD47B91E7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32A6CBF9-3A66-F1A7-6805-3D38BD0320C3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0E4F877-49BD-ACE5-6842-1EE612D59CA5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EAD4985-1939-E978-B1E2-8A500FD16A4F}"/>
              </a:ext>
            </a:extLst>
          </p:cNvPr>
          <p:cNvSpPr txBox="1"/>
          <p:nvPr/>
        </p:nvSpPr>
        <p:spPr>
          <a:xfrm>
            <a:off x="479787" y="1793674"/>
            <a:ext cx="5435763" cy="7190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 sz="2400"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 rtl="1">
              <a:defRPr>
                <a:cs typeface="AmuzehNewNormalPS"/>
              </a:defRPr>
            </a:pPr>
            <a:r>
              <a:rPr sz="1800">
                <a:solidFill>
                  <a:srgbClr val="242021"/>
                </a:solidFill>
                <a:latin typeface="AmuzehNewNormalPS"/>
              </a:rPr>
              <a:t>اعداد طبیعی (N): شامل اعداد شمارشی {...,1,2,3}</a:t>
            </a:r>
            <a:endParaRPr lang="fa-IR" sz="1800" dirty="0">
              <a:solidFill>
                <a:srgbClr val="242021"/>
              </a:solidFill>
              <a:latin typeface="AmuzehNewNormalP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658F83-EDF5-8BDD-CC1C-5049EDA0CDFF}"/>
              </a:ext>
            </a:extLst>
          </p:cNvPr>
          <p:cNvSpPr txBox="1"/>
          <p:nvPr/>
        </p:nvSpPr>
        <p:spPr>
          <a:xfrm>
            <a:off x="479787" y="3029031"/>
            <a:ext cx="5448361" cy="104797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 rtl="1">
              <a:defRPr>
                <a:cs typeface="AmuzehNewNormalPS"/>
              </a:defRPr>
            </a:pPr>
            <a:r>
              <a:rPr>
                <a:solidFill>
                  <a:srgbClr val="242021"/>
                </a:solidFill>
                <a:latin typeface="AmuzehNewNormalPS"/>
              </a:rPr>
              <a:t>اعداد صحیح (Z): شامل اعداد منفی، صفر و مثبت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EABA40-F964-E1F2-25C7-FFEC9BE2E1AC}"/>
              </a:ext>
            </a:extLst>
          </p:cNvPr>
          <p:cNvSpPr txBox="1"/>
          <p:nvPr/>
        </p:nvSpPr>
        <p:spPr>
          <a:xfrm>
            <a:off x="328863" y="4264389"/>
            <a:ext cx="5590479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 rtl="1">
              <a:defRPr>
                <a:cs typeface="AmuzehNewNormalPS"/>
              </a:defRPr>
            </a:pPr>
            <a:r>
              <a:rPr>
                <a:solidFill>
                  <a:srgbClr val="242021"/>
                </a:solidFill>
                <a:latin typeface="AmuzehNewNormalPS"/>
              </a:rPr>
              <a:t>اعداد گویا (Q): تمام اعداد قابل نمایش به صورت کسری a/b</a:t>
            </a:r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F7644C1-1635-895B-CA33-30920BC61FCD}"/>
              </a:ext>
            </a:extLst>
          </p:cNvPr>
          <p:cNvGrpSpPr/>
          <p:nvPr/>
        </p:nvGrpSpPr>
        <p:grpSpPr>
          <a:xfrm>
            <a:off x="5925117" y="3393746"/>
            <a:ext cx="908074" cy="180000"/>
            <a:chOff x="5925117" y="3393746"/>
            <a:chExt cx="908074" cy="180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33C6FA-8CAF-CA38-2AB4-89F9FBD3DEBC}"/>
                </a:ext>
              </a:extLst>
            </p:cNvPr>
            <p:cNvCxnSpPr>
              <a:cxnSpLocks/>
              <a:endCxn id="21" idx="6"/>
            </p:cNvCxnSpPr>
            <p:nvPr/>
          </p:nvCxnSpPr>
          <p:spPr>
            <a:xfrm flipH="1">
              <a:off x="6105117" y="3471531"/>
              <a:ext cx="728074" cy="12215"/>
            </a:xfrm>
            <a:prstGeom prst="line">
              <a:avLst/>
            </a:prstGeom>
            <a:noFill/>
            <a:ln w="38100" cap="rnd" cmpd="sng">
              <a:solidFill>
                <a:srgbClr val="484848"/>
              </a:solidFill>
              <a:prstDash val="solid"/>
            </a:ln>
          </p:spPr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4537DE9-C1A4-0EE1-C007-2A4044611639}"/>
                </a:ext>
              </a:extLst>
            </p:cNvPr>
            <p:cNvGrpSpPr/>
            <p:nvPr/>
          </p:nvGrpSpPr>
          <p:grpSpPr>
            <a:xfrm>
              <a:off x="5925117" y="3393746"/>
              <a:ext cx="180000" cy="180000"/>
              <a:chOff x="4870113" y="3564437"/>
              <a:chExt cx="180000" cy="180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D2FEE91C-DB55-2D89-EBB9-924E8D44CC64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A5CB845-8234-C3CE-07AB-542B85DD4015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0D889D-7D38-887A-D47E-C88146F063E9}"/>
              </a:ext>
            </a:extLst>
          </p:cNvPr>
          <p:cNvSpPr/>
          <p:nvPr/>
        </p:nvSpPr>
        <p:spPr>
          <a:xfrm>
            <a:off x="182712" y="225440"/>
            <a:ext cx="8632177" cy="2584783"/>
          </a:xfrm>
          <a:prstGeom prst="roundRect">
            <a:avLst>
              <a:gd name="adj" fmla="val 19633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FFCD300-275C-628B-083E-8E3087FB65AB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4" name="Arc 111">
              <a:extLst>
                <a:ext uri="{FF2B5EF4-FFF2-40B4-BE49-F238E27FC236}">
                  <a16:creationId xmlns:a16="http://schemas.microsoft.com/office/drawing/2014/main" id="{4DA93EB3-8192-C33F-29D3-59DBCDC1C1A3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E1F564D-8121-56FA-5166-2E559A2A348D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D82AEFD-5709-54E5-D6F7-CB97C75486EC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544A007-7DDA-EF0F-00CE-873890BCAD5C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48551E6-F87A-5132-EC23-5C3CD73BEF4D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72EB468-8D3B-D936-7D20-0AF9E17CCD5E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6B1954-5049-C88F-53F7-E5C60A09E1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1" name="Target">
              <a:extLst>
                <a:ext uri="{FF2B5EF4-FFF2-40B4-BE49-F238E27FC236}">
                  <a16:creationId xmlns:a16="http://schemas.microsoft.com/office/drawing/2014/main" id="{D4CCFDB1-9CB1-0FBF-75B3-F77222807432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2" name="Freeform 56">
                <a:extLst>
                  <a:ext uri="{FF2B5EF4-FFF2-40B4-BE49-F238E27FC236}">
                    <a16:creationId xmlns:a16="http://schemas.microsoft.com/office/drawing/2014/main" id="{71A6E261-A2CC-F08E-5DF3-AF7F2C6AAD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Freeform 57">
                <a:extLst>
                  <a:ext uri="{FF2B5EF4-FFF2-40B4-BE49-F238E27FC236}">
                    <a16:creationId xmlns:a16="http://schemas.microsoft.com/office/drawing/2014/main" id="{704D681E-0DC1-E1E8-09AC-10B8FEF898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76AF47B-415D-53B8-3911-C07E01A636FC}"/>
              </a:ext>
            </a:extLst>
          </p:cNvPr>
          <p:cNvSpPr/>
          <p:nvPr/>
        </p:nvSpPr>
        <p:spPr>
          <a:xfrm>
            <a:off x="168806" y="234310"/>
            <a:ext cx="7845478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400">
                <a:latin typeface="IRANYekanXFaNum"/>
              </a:rPr>
              <a:t>نمونه تمرینات و پاسخ‌های کلیدی فصل اول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F76F08D-B003-1A06-0D30-0B75161ED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4715477"/>
            <a:ext cx="2043078" cy="197897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C01E5653-7957-AF8A-2408-77526680A04F}"/>
              </a:ext>
            </a:extLst>
          </p:cNvPr>
          <p:cNvGrpSpPr/>
          <p:nvPr/>
        </p:nvGrpSpPr>
        <p:grpSpPr>
          <a:xfrm>
            <a:off x="8023798" y="398416"/>
            <a:ext cx="1281578" cy="1459765"/>
            <a:chOff x="8023798" y="398416"/>
            <a:chExt cx="1281578" cy="145976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669EE97-0F93-F772-4D17-4AC377854E4B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16" name="Circle B">
                <a:extLst>
                  <a:ext uri="{FF2B5EF4-FFF2-40B4-BE49-F238E27FC236}">
                    <a16:creationId xmlns:a16="http://schemas.microsoft.com/office/drawing/2014/main" id="{BBB282C1-565C-260D-E1DA-BAF81969E5FE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18" name="Oval 73">
                  <a:extLst>
                    <a:ext uri="{FF2B5EF4-FFF2-40B4-BE49-F238E27FC236}">
                      <a16:creationId xmlns:a16="http://schemas.microsoft.com/office/drawing/2014/main" id="{02AE0062-E7D5-FB00-FECE-F2030C53EE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19" name="Texture">
                  <a:extLst>
                    <a:ext uri="{FF2B5EF4-FFF2-40B4-BE49-F238E27FC236}">
                      <a16:creationId xmlns:a16="http://schemas.microsoft.com/office/drawing/2014/main" id="{01CCA057-92C1-3F71-23CF-22EF62E650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17" name="B">
                <a:extLst>
                  <a:ext uri="{FF2B5EF4-FFF2-40B4-BE49-F238E27FC236}">
                    <a16:creationId xmlns:a16="http://schemas.microsoft.com/office/drawing/2014/main" id="{55FC2053-3E7C-79F3-CB33-C5D5B920258A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1" name="A">
              <a:extLst>
                <a:ext uri="{FF2B5EF4-FFF2-40B4-BE49-F238E27FC236}">
                  <a16:creationId xmlns:a16="http://schemas.microsoft.com/office/drawing/2014/main" id="{8863BCB3-9539-5AC1-3296-C69C5DAFD47A}"/>
                </a:ext>
              </a:extLst>
            </p:cNvPr>
            <p:cNvSpPr txBox="1"/>
            <p:nvPr/>
          </p:nvSpPr>
          <p:spPr>
            <a:xfrm>
              <a:off x="8116228" y="398416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6FC68F22-B450-8DD3-9266-68573219767E}"/>
              </a:ext>
            </a:extLst>
          </p:cNvPr>
          <p:cNvSpPr/>
          <p:nvPr/>
        </p:nvSpPr>
        <p:spPr>
          <a:xfrm>
            <a:off x="4508204" y="2988579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000">
                <a:solidFill>
                  <a:srgbClr val="FF6238"/>
                </a:solidFill>
                <a:latin typeface="IRANYekanXFaNum"/>
              </a:rPr>
              <a:t>تمرین ۱: اجتماع {2,4,6,8,12} و اشتراک {4,8}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944F0B8-540B-70AF-F461-F6871701E83C}"/>
                  </a:ext>
                </a:extLst>
              </p:cNvPr>
              <p:cNvSpPr/>
              <p:nvPr/>
            </p:nvSpPr>
            <p:spPr>
              <a:xfrm>
                <a:off x="168806" y="2909326"/>
                <a:ext cx="3638277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45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944F0B8-540B-70AF-F461-F6871701E8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06" y="2909326"/>
                <a:ext cx="3638277" cy="7201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E5EC8D4C-8EE8-B69B-7F86-A0F85736C8B4}"/>
              </a:ext>
            </a:extLst>
          </p:cNvPr>
          <p:cNvSpPr/>
          <p:nvPr/>
        </p:nvSpPr>
        <p:spPr>
          <a:xfrm>
            <a:off x="4522110" y="3722314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000">
                <a:solidFill>
                  <a:srgbClr val="FF6238"/>
                </a:solidFill>
                <a:latin typeface="IRANYekanXFaNum"/>
              </a:rPr>
              <a:t>تمرین ۲: اثبات زیرمجموعه بودن C ⊆ D با بررسی اعضا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2FE44A1-5D25-5F83-D030-1BD3FE6E496A}"/>
                  </a:ext>
                </a:extLst>
              </p:cNvPr>
              <p:cNvSpPr/>
              <p:nvPr/>
            </p:nvSpPr>
            <p:spPr>
              <a:xfrm>
                <a:off x="182712" y="3643061"/>
                <a:ext cx="3638277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4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8000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32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2FE44A1-5D25-5F83-D030-1BD3FE6E49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3643061"/>
                <a:ext cx="3638277" cy="7201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C60115A2-F1E4-6D3F-C631-F4B943F2F597}"/>
              </a:ext>
            </a:extLst>
          </p:cNvPr>
          <p:cNvSpPr/>
          <p:nvPr/>
        </p:nvSpPr>
        <p:spPr>
          <a:xfrm>
            <a:off x="4522110" y="4541614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000">
                <a:solidFill>
                  <a:srgbClr val="FF6238"/>
                </a:solidFill>
                <a:latin typeface="IRANYekanXFaNum"/>
              </a:rPr>
              <a:t>تمرین ۳: تمایز مجموعه متناهی E و نامتناهی F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5EF9252-6FEC-AE1F-C521-412317E091E3}"/>
                  </a:ext>
                </a:extLst>
              </p:cNvPr>
              <p:cNvSpPr/>
              <p:nvPr/>
            </p:nvSpPr>
            <p:spPr>
              <a:xfrm>
                <a:off x="182712" y="4462361"/>
                <a:ext cx="3638277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6000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18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5EF9252-6FEC-AE1F-C521-412317E091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4462361"/>
                <a:ext cx="3638277" cy="7201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89E04608-C540-BE30-B342-710F519A7929}"/>
              </a:ext>
            </a:extLst>
          </p:cNvPr>
          <p:cNvSpPr/>
          <p:nvPr/>
        </p:nvSpPr>
        <p:spPr>
          <a:xfrm>
            <a:off x="4522110" y="5247478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000">
                <a:solidFill>
                  <a:srgbClr val="FF6238"/>
                </a:solidFill>
                <a:latin typeface="IRANYekanXFaNum"/>
              </a:rPr>
              <a:t>تمرین ۴: تشخیص مجموعه G به عنوان زیرمجموعه اعداد صحیح Z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99FFEC8-3CD7-204B-2295-5D877AE426AB}"/>
                  </a:ext>
                </a:extLst>
              </p:cNvPr>
              <p:cNvSpPr/>
              <p:nvPr/>
            </p:nvSpPr>
            <p:spPr>
              <a:xfrm>
                <a:off x="182712" y="5168225"/>
                <a:ext cx="5154059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4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32000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18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95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99FFEC8-3CD7-204B-2295-5D877AE426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5168225"/>
                <a:ext cx="5154059" cy="7201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E8FEE872-DB95-EF68-D297-545534458D7D}"/>
              </a:ext>
            </a:extLst>
          </p:cNvPr>
          <p:cNvSpPr/>
          <p:nvPr/>
        </p:nvSpPr>
        <p:spPr>
          <a:xfrm>
            <a:off x="4522110" y="5991616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000">
                <a:solidFill>
                  <a:srgbClr val="FF6238"/>
                </a:solidFill>
                <a:latin typeface="IRANYekanXFaNum"/>
              </a:rPr>
              <a:t>نتیجه: تسلط کامل بر نمادها و روابط مجموعه‌ها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2491C67-601B-521A-0E69-A27DE0629E0D}"/>
                  </a:ext>
                </a:extLst>
              </p:cNvPr>
              <p:cNvSpPr/>
              <p:nvPr/>
            </p:nvSpPr>
            <p:spPr>
              <a:xfrm>
                <a:off x="182712" y="5912363"/>
                <a:ext cx="4497353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20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−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95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25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2491C67-601B-521A-0E69-A27DE0629E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5912363"/>
                <a:ext cx="4497353" cy="7201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73E23CB8-2ADC-DC36-C0FE-0603E8859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1F692FD-5478-4B88-9C64-6668F8D26D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A304A4DC-3C70-273C-F70D-E6718158DE58}"/>
              </a:ext>
            </a:extLst>
          </p:cNvPr>
          <p:cNvGrpSpPr/>
          <p:nvPr/>
        </p:nvGrpSpPr>
        <p:grpSpPr>
          <a:xfrm>
            <a:off x="7084385" y="2705725"/>
            <a:ext cx="2127686" cy="1446550"/>
            <a:chOff x="7803739" y="882620"/>
            <a:chExt cx="1563196" cy="1216215"/>
          </a:xfrm>
        </p:grpSpPr>
        <p:sp>
          <p:nvSpPr>
            <p:cNvPr id="75" name="Freeform 83">
              <a:extLst>
                <a:ext uri="{FF2B5EF4-FFF2-40B4-BE49-F238E27FC236}">
                  <a16:creationId xmlns:a16="http://schemas.microsoft.com/office/drawing/2014/main" id="{71E8A09E-0EE2-1097-6741-1C61B8C023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3739" y="1148135"/>
              <a:ext cx="1319802" cy="623844"/>
            </a:xfrm>
            <a:prstGeom prst="roundRect">
              <a:avLst/>
            </a:prstGeom>
            <a:solidFill>
              <a:srgbClr val="E8782D"/>
            </a:soli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الگو سازی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76" name="A">
              <a:extLst>
                <a:ext uri="{FF2B5EF4-FFF2-40B4-BE49-F238E27FC236}">
                  <a16:creationId xmlns:a16="http://schemas.microsoft.com/office/drawing/2014/main" id="{E3BCD05B-4933-1206-E904-C9F676703F36}"/>
                </a:ext>
              </a:extLst>
            </p:cNvPr>
            <p:cNvSpPr txBox="1"/>
            <p:nvPr/>
          </p:nvSpPr>
          <p:spPr>
            <a:xfrm>
              <a:off x="9170873" y="882620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205F9DE-151D-F4D5-9E7C-265E95EB9598}"/>
              </a:ext>
            </a:extLst>
          </p:cNvPr>
          <p:cNvGrpSpPr/>
          <p:nvPr/>
        </p:nvGrpSpPr>
        <p:grpSpPr>
          <a:xfrm>
            <a:off x="5899820" y="1466544"/>
            <a:ext cx="1095045" cy="1737004"/>
            <a:chOff x="8044305" y="1520972"/>
            <a:chExt cx="1095045" cy="1737004"/>
          </a:xfrm>
        </p:grpSpPr>
        <p:sp>
          <p:nvSpPr>
            <p:cNvPr id="4" name="Line">
              <a:extLst>
                <a:ext uri="{FF2B5EF4-FFF2-40B4-BE49-F238E27FC236}">
                  <a16:creationId xmlns:a16="http://schemas.microsoft.com/office/drawing/2014/main" id="{F9F8EED0-F818-CACC-48AC-5C6444FA3726}"/>
                </a:ext>
              </a:extLst>
            </p:cNvPr>
            <p:cNvSpPr/>
            <p:nvPr/>
          </p:nvSpPr>
          <p:spPr>
            <a:xfrm>
              <a:off x="8149771" y="1601976"/>
              <a:ext cx="989579" cy="1656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EEEF934-ABA9-55CC-D7C0-3A9FC66830A1}"/>
                </a:ext>
              </a:extLst>
            </p:cNvPr>
            <p:cNvGrpSpPr/>
            <p:nvPr/>
          </p:nvGrpSpPr>
          <p:grpSpPr>
            <a:xfrm>
              <a:off x="8044305" y="1520972"/>
              <a:ext cx="180000" cy="180000"/>
              <a:chOff x="4772578" y="2652229"/>
              <a:chExt cx="180000" cy="1800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A5D0D0A-F19F-C2EB-1FB3-05A5B0578A9F}"/>
                  </a:ext>
                </a:extLst>
              </p:cNvPr>
              <p:cNvSpPr/>
              <p:nvPr/>
            </p:nvSpPr>
            <p:spPr>
              <a:xfrm>
                <a:off x="4772578" y="2652229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6D16FF8-015A-F479-D15A-DA370CEC5313}"/>
                  </a:ext>
                </a:extLst>
              </p:cNvPr>
              <p:cNvSpPr/>
              <p:nvPr/>
            </p:nvSpPr>
            <p:spPr>
              <a:xfrm>
                <a:off x="4808578" y="2688229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25AE6D5-F6A9-4A59-77C1-F266699A8E36}"/>
              </a:ext>
            </a:extLst>
          </p:cNvPr>
          <p:cNvGrpSpPr/>
          <p:nvPr/>
        </p:nvGrpSpPr>
        <p:grpSpPr>
          <a:xfrm>
            <a:off x="5899820" y="3554528"/>
            <a:ext cx="1095045" cy="1745976"/>
            <a:chOff x="8044305" y="3608956"/>
            <a:chExt cx="1095045" cy="1745976"/>
          </a:xfrm>
        </p:grpSpPr>
        <p:sp>
          <p:nvSpPr>
            <p:cNvPr id="10" name="Line">
              <a:extLst>
                <a:ext uri="{FF2B5EF4-FFF2-40B4-BE49-F238E27FC236}">
                  <a16:creationId xmlns:a16="http://schemas.microsoft.com/office/drawing/2014/main" id="{AE71E305-99EB-F5FC-79E4-F08488DB8DD3}"/>
                </a:ext>
              </a:extLst>
            </p:cNvPr>
            <p:cNvSpPr/>
            <p:nvPr/>
          </p:nvSpPr>
          <p:spPr>
            <a:xfrm flipV="1">
              <a:off x="8149771" y="3608956"/>
              <a:ext cx="989579" cy="1656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39CD531-18A0-5382-B5C2-5FD89A34A553}"/>
                </a:ext>
              </a:extLst>
            </p:cNvPr>
            <p:cNvGrpSpPr/>
            <p:nvPr/>
          </p:nvGrpSpPr>
          <p:grpSpPr>
            <a:xfrm>
              <a:off x="8044305" y="5174932"/>
              <a:ext cx="180000" cy="180000"/>
              <a:chOff x="4772578" y="2652229"/>
              <a:chExt cx="180000" cy="180000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75A2ED5-71EC-A433-CE71-62524E7AA091}"/>
                  </a:ext>
                </a:extLst>
              </p:cNvPr>
              <p:cNvSpPr/>
              <p:nvPr/>
            </p:nvSpPr>
            <p:spPr>
              <a:xfrm>
                <a:off x="4772578" y="2652229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8A2A665-A1C7-F9B9-4D5B-4C7899F4EC9B}"/>
                  </a:ext>
                </a:extLst>
              </p:cNvPr>
              <p:cNvSpPr/>
              <p:nvPr/>
            </p:nvSpPr>
            <p:spPr>
              <a:xfrm>
                <a:off x="4808578" y="2688229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1DFAA3-739D-31EB-CEED-BF3D77984EE2}"/>
              </a:ext>
            </a:extLst>
          </p:cNvPr>
          <p:cNvGrpSpPr/>
          <p:nvPr/>
        </p:nvGrpSpPr>
        <p:grpSpPr>
          <a:xfrm>
            <a:off x="5899074" y="2507826"/>
            <a:ext cx="987860" cy="810000"/>
            <a:chOff x="8141840" y="2433180"/>
            <a:chExt cx="987860" cy="810000"/>
          </a:xfrm>
        </p:grpSpPr>
        <p:sp>
          <p:nvSpPr>
            <p:cNvPr id="15" name="Line">
              <a:extLst>
                <a:ext uri="{FF2B5EF4-FFF2-40B4-BE49-F238E27FC236}">
                  <a16:creationId xmlns:a16="http://schemas.microsoft.com/office/drawing/2014/main" id="{13EDC771-4640-FA2E-4A73-BA985F22B62B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8E59825-012A-7517-5EE2-CA27CA1BDE82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A87B635D-53DC-6BEF-A644-DA4193D3CA6B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3DCB131-78F6-93FE-5CAA-46764AE3B002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DF5695A-A38B-DCC1-BFD0-79BDDD52B8CB}"/>
              </a:ext>
            </a:extLst>
          </p:cNvPr>
          <p:cNvGrpSpPr/>
          <p:nvPr/>
        </p:nvGrpSpPr>
        <p:grpSpPr>
          <a:xfrm flipV="1">
            <a:off x="5899074" y="3440250"/>
            <a:ext cx="987860" cy="810000"/>
            <a:chOff x="8141840" y="2433180"/>
            <a:chExt cx="987860" cy="810000"/>
          </a:xfrm>
        </p:grpSpPr>
        <p:sp>
          <p:nvSpPr>
            <p:cNvPr id="21" name="Line">
              <a:extLst>
                <a:ext uri="{FF2B5EF4-FFF2-40B4-BE49-F238E27FC236}">
                  <a16:creationId xmlns:a16="http://schemas.microsoft.com/office/drawing/2014/main" id="{FC95DB6A-3614-09A2-E973-3F3B9601039A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452BB1E-E2D7-C41E-D3AD-A3B19FD85CFB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44973A5-8DF3-7421-53AC-5D49311862EA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5EFF4C7-3002-3D43-02F9-F406920354D1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326756F-B1E3-995D-A87C-6D5B2C44693B}"/>
              </a:ext>
            </a:extLst>
          </p:cNvPr>
          <p:cNvSpPr txBox="1"/>
          <p:nvPr/>
        </p:nvSpPr>
        <p:spPr>
          <a:xfrm>
            <a:off x="372072" y="1182833"/>
            <a:ext cx="5435763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 sz="2400"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 rtl="1">
              <a:defRPr>
                <a:cs typeface="Vazirmatn"/>
              </a:defRPr>
            </a:pPr>
            <a:r>
              <a:rPr sz="1800">
                <a:latin typeface="Vazirmatn"/>
              </a:rPr>
              <a:t>مطالعه منظم و اختصاص زمان مشخص روزانه برای ریاضی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4407CD-8E1D-E748-BA37-473BE40D1D1B}"/>
              </a:ext>
            </a:extLst>
          </p:cNvPr>
          <p:cNvSpPr txBox="1"/>
          <p:nvPr/>
        </p:nvSpPr>
        <p:spPr>
          <a:xfrm>
            <a:off x="372072" y="2228396"/>
            <a:ext cx="5448361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 rtl="1">
              <a:defRPr>
                <a:cs typeface="Vazirmatn"/>
              </a:defRPr>
            </a:pPr>
            <a:r>
              <a:rPr>
                <a:latin typeface="Vazirmatn"/>
              </a:rPr>
              <a:t>حل مسائل و تمرین‌های متنوع فراتر از کتاب درسی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DBBBEE-FBA5-1ECA-BE8B-E62600525452}"/>
              </a:ext>
            </a:extLst>
          </p:cNvPr>
          <p:cNvSpPr txBox="1"/>
          <p:nvPr/>
        </p:nvSpPr>
        <p:spPr>
          <a:xfrm>
            <a:off x="322000" y="3386986"/>
            <a:ext cx="5485835" cy="13665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 rtl="1">
              <a:defRPr>
                <a:cs typeface="Vazirmatn"/>
              </a:defRPr>
            </a:pPr>
            <a:r>
              <a:rPr>
                <a:latin typeface="Vazirmatn"/>
              </a:rPr>
              <a:t>بهره‌گیری از ویدیوهای آموزشی و کتاب‌های کمک درسی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F8B8E5-6F0E-768D-FE65-556DCF6CA25C}"/>
              </a:ext>
            </a:extLst>
          </p:cNvPr>
          <p:cNvSpPr txBox="1"/>
          <p:nvPr/>
        </p:nvSpPr>
        <p:spPr>
          <a:xfrm>
            <a:off x="322000" y="4951063"/>
            <a:ext cx="5454005" cy="104797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r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 rtl="1">
              <a:defRPr>
                <a:cs typeface="Vazirmatn"/>
              </a:defRPr>
            </a:pPr>
            <a:r>
              <a:rPr>
                <a:latin typeface="Vazirmatn"/>
              </a:rPr>
              <a:t>مشارکت فعال در کلاس و پرسش و پاسخ مستمر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23CB8-2ADC-DC36-C0FE-0603E8859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1F692FD-5478-4B88-9C64-6668F8D26D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A304A4DC-3C70-273C-F70D-E6718158DE58}"/>
              </a:ext>
            </a:extLst>
          </p:cNvPr>
          <p:cNvGrpSpPr/>
          <p:nvPr/>
        </p:nvGrpSpPr>
        <p:grpSpPr>
          <a:xfrm>
            <a:off x="7084385" y="2705725"/>
            <a:ext cx="2127686" cy="1446550"/>
            <a:chOff x="7803739" y="882620"/>
            <a:chExt cx="1563196" cy="1216215"/>
          </a:xfrm>
        </p:grpSpPr>
        <p:sp>
          <p:nvSpPr>
            <p:cNvPr id="75" name="Freeform 83">
              <a:extLst>
                <a:ext uri="{FF2B5EF4-FFF2-40B4-BE49-F238E27FC236}">
                  <a16:creationId xmlns:a16="http://schemas.microsoft.com/office/drawing/2014/main" id="{71E8A09E-0EE2-1097-6741-1C61B8C023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3739" y="1148135"/>
              <a:ext cx="1319802" cy="623844"/>
            </a:xfrm>
            <a:prstGeom prst="roundRect">
              <a:avLst/>
            </a:prstGeom>
            <a:solidFill>
              <a:srgbClr val="E8782D"/>
            </a:soli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الگو سازی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76" name="A">
              <a:extLst>
                <a:ext uri="{FF2B5EF4-FFF2-40B4-BE49-F238E27FC236}">
                  <a16:creationId xmlns:a16="http://schemas.microsoft.com/office/drawing/2014/main" id="{E3BCD05B-4933-1206-E904-C9F676703F36}"/>
                </a:ext>
              </a:extLst>
            </p:cNvPr>
            <p:cNvSpPr txBox="1"/>
            <p:nvPr/>
          </p:nvSpPr>
          <p:spPr>
            <a:xfrm>
              <a:off x="9170873" y="882620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205F9DE-151D-F4D5-9E7C-265E95EB9598}"/>
              </a:ext>
            </a:extLst>
          </p:cNvPr>
          <p:cNvGrpSpPr/>
          <p:nvPr/>
        </p:nvGrpSpPr>
        <p:grpSpPr>
          <a:xfrm>
            <a:off x="5899820" y="1466544"/>
            <a:ext cx="1095045" cy="1737004"/>
            <a:chOff x="8044305" y="1520972"/>
            <a:chExt cx="1095045" cy="1737004"/>
          </a:xfrm>
        </p:grpSpPr>
        <p:sp>
          <p:nvSpPr>
            <p:cNvPr id="4" name="Line">
              <a:extLst>
                <a:ext uri="{FF2B5EF4-FFF2-40B4-BE49-F238E27FC236}">
                  <a16:creationId xmlns:a16="http://schemas.microsoft.com/office/drawing/2014/main" id="{F9F8EED0-F818-CACC-48AC-5C6444FA3726}"/>
                </a:ext>
              </a:extLst>
            </p:cNvPr>
            <p:cNvSpPr/>
            <p:nvPr/>
          </p:nvSpPr>
          <p:spPr>
            <a:xfrm>
              <a:off x="8149771" y="1601976"/>
              <a:ext cx="989579" cy="1656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EEEF934-ABA9-55CC-D7C0-3A9FC66830A1}"/>
                </a:ext>
              </a:extLst>
            </p:cNvPr>
            <p:cNvGrpSpPr/>
            <p:nvPr/>
          </p:nvGrpSpPr>
          <p:grpSpPr>
            <a:xfrm>
              <a:off x="8044305" y="1520972"/>
              <a:ext cx="180000" cy="180000"/>
              <a:chOff x="4772578" y="2652229"/>
              <a:chExt cx="180000" cy="1800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A5D0D0A-F19F-C2EB-1FB3-05A5B0578A9F}"/>
                  </a:ext>
                </a:extLst>
              </p:cNvPr>
              <p:cNvSpPr/>
              <p:nvPr/>
            </p:nvSpPr>
            <p:spPr>
              <a:xfrm>
                <a:off x="4772578" y="2652229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6D16FF8-015A-F479-D15A-DA370CEC5313}"/>
                  </a:ext>
                </a:extLst>
              </p:cNvPr>
              <p:cNvSpPr/>
              <p:nvPr/>
            </p:nvSpPr>
            <p:spPr>
              <a:xfrm>
                <a:off x="4808578" y="2688229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25AE6D5-F6A9-4A59-77C1-F266699A8E36}"/>
              </a:ext>
            </a:extLst>
          </p:cNvPr>
          <p:cNvGrpSpPr/>
          <p:nvPr/>
        </p:nvGrpSpPr>
        <p:grpSpPr>
          <a:xfrm>
            <a:off x="5899820" y="3554528"/>
            <a:ext cx="1095045" cy="1745976"/>
            <a:chOff x="8044305" y="3608956"/>
            <a:chExt cx="1095045" cy="1745976"/>
          </a:xfrm>
        </p:grpSpPr>
        <p:sp>
          <p:nvSpPr>
            <p:cNvPr id="10" name="Line">
              <a:extLst>
                <a:ext uri="{FF2B5EF4-FFF2-40B4-BE49-F238E27FC236}">
                  <a16:creationId xmlns:a16="http://schemas.microsoft.com/office/drawing/2014/main" id="{AE71E305-99EB-F5FC-79E4-F08488DB8DD3}"/>
                </a:ext>
              </a:extLst>
            </p:cNvPr>
            <p:cNvSpPr/>
            <p:nvPr/>
          </p:nvSpPr>
          <p:spPr>
            <a:xfrm flipV="1">
              <a:off x="8149771" y="3608956"/>
              <a:ext cx="989579" cy="1656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39CD531-18A0-5382-B5C2-5FD89A34A553}"/>
                </a:ext>
              </a:extLst>
            </p:cNvPr>
            <p:cNvGrpSpPr/>
            <p:nvPr/>
          </p:nvGrpSpPr>
          <p:grpSpPr>
            <a:xfrm>
              <a:off x="8044305" y="5174932"/>
              <a:ext cx="180000" cy="180000"/>
              <a:chOff x="4772578" y="2652229"/>
              <a:chExt cx="180000" cy="180000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75A2ED5-71EC-A433-CE71-62524E7AA091}"/>
                  </a:ext>
                </a:extLst>
              </p:cNvPr>
              <p:cNvSpPr/>
              <p:nvPr/>
            </p:nvSpPr>
            <p:spPr>
              <a:xfrm>
                <a:off x="4772578" y="2652229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8A2A665-A1C7-F9B9-4D5B-4C7899F4EC9B}"/>
                  </a:ext>
                </a:extLst>
              </p:cNvPr>
              <p:cNvSpPr/>
              <p:nvPr/>
            </p:nvSpPr>
            <p:spPr>
              <a:xfrm>
                <a:off x="4808578" y="2688229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1DFAA3-739D-31EB-CEED-BF3D77984EE2}"/>
              </a:ext>
            </a:extLst>
          </p:cNvPr>
          <p:cNvGrpSpPr/>
          <p:nvPr/>
        </p:nvGrpSpPr>
        <p:grpSpPr>
          <a:xfrm>
            <a:off x="5899074" y="2507826"/>
            <a:ext cx="987860" cy="810000"/>
            <a:chOff x="8141840" y="2433180"/>
            <a:chExt cx="987860" cy="810000"/>
          </a:xfrm>
        </p:grpSpPr>
        <p:sp>
          <p:nvSpPr>
            <p:cNvPr id="15" name="Line">
              <a:extLst>
                <a:ext uri="{FF2B5EF4-FFF2-40B4-BE49-F238E27FC236}">
                  <a16:creationId xmlns:a16="http://schemas.microsoft.com/office/drawing/2014/main" id="{13EDC771-4640-FA2E-4A73-BA985F22B62B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8E59825-012A-7517-5EE2-CA27CA1BDE82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A87B635D-53DC-6BEF-A644-DA4193D3CA6B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3DCB131-78F6-93FE-5CAA-46764AE3B002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DF5695A-A38B-DCC1-BFD0-79BDDD52B8CB}"/>
              </a:ext>
            </a:extLst>
          </p:cNvPr>
          <p:cNvGrpSpPr/>
          <p:nvPr/>
        </p:nvGrpSpPr>
        <p:grpSpPr>
          <a:xfrm flipV="1">
            <a:off x="5899074" y="3440250"/>
            <a:ext cx="987860" cy="810000"/>
            <a:chOff x="8141840" y="2433180"/>
            <a:chExt cx="987860" cy="810000"/>
          </a:xfrm>
        </p:grpSpPr>
        <p:sp>
          <p:nvSpPr>
            <p:cNvPr id="21" name="Line">
              <a:extLst>
                <a:ext uri="{FF2B5EF4-FFF2-40B4-BE49-F238E27FC236}">
                  <a16:creationId xmlns:a16="http://schemas.microsoft.com/office/drawing/2014/main" id="{FC95DB6A-3614-09A2-E973-3F3B9601039A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452BB1E-E2D7-C41E-D3AD-A3B19FD85CFB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44973A5-8DF3-7421-53AC-5D49311862EA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5EFF4C7-3002-3D43-02F9-F406920354D1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326756F-B1E3-995D-A87C-6D5B2C44693B}"/>
              </a:ext>
            </a:extLst>
          </p:cNvPr>
          <p:cNvSpPr txBox="1"/>
          <p:nvPr/>
        </p:nvSpPr>
        <p:spPr>
          <a:xfrm>
            <a:off x="372072" y="1182833"/>
            <a:ext cx="5435763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 sz="2400"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1800" dirty="0"/>
              <a:t>برای حل بعضی از مسئله ها باید همه حالت های ممکن را بنویسید.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4407CD-8E1D-E748-BA37-473BE40D1D1B}"/>
              </a:ext>
            </a:extLst>
          </p:cNvPr>
          <p:cNvSpPr txBox="1"/>
          <p:nvPr/>
        </p:nvSpPr>
        <p:spPr>
          <a:xfrm>
            <a:off x="372072" y="2228396"/>
            <a:ext cx="5448361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dirty="0"/>
              <a:t>برای اینکه هیچ حالتی از قلم نیفتد، لازم است آنها را با </a:t>
            </a:r>
            <a:r>
              <a:rPr lang="fa-IR" b="1" dirty="0">
                <a:highlight>
                  <a:srgbClr val="FFFF00"/>
                </a:highlight>
              </a:rPr>
              <a:t>نظم، الگو و ترتیبی </a:t>
            </a:r>
            <a:r>
              <a:rPr lang="fa-IR" dirty="0"/>
              <a:t>مشخص بنویسید.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DBBBEE-FBA5-1ECA-BE8B-E62600525452}"/>
              </a:ext>
            </a:extLst>
          </p:cNvPr>
          <p:cNvSpPr txBox="1"/>
          <p:nvPr/>
        </p:nvSpPr>
        <p:spPr>
          <a:xfrm>
            <a:off x="322000" y="3386986"/>
            <a:ext cx="5485835" cy="13665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/>
            <a:r>
              <a:rPr lang="fa-IR" dirty="0"/>
              <a:t>الگوسازی به شما کمک می کند تا مطمئن شوید همه حالتها را نوشته اید. بنابراین در مسئله هایی که لازم است  همه جواب ها و پاسخهای ممکن را بنویسید، می توانید از این راهبرد استفاده کنید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F8B8E5-6F0E-768D-FE65-556DCF6CA25C}"/>
              </a:ext>
            </a:extLst>
          </p:cNvPr>
          <p:cNvSpPr txBox="1"/>
          <p:nvPr/>
        </p:nvSpPr>
        <p:spPr>
          <a:xfrm>
            <a:off x="322000" y="4951063"/>
            <a:ext cx="5454005" cy="104797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r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dirty="0"/>
              <a:t>باتوجه به نظم و ترتیبی که می سازید، به این راهبرد، </a:t>
            </a:r>
            <a:r>
              <a:rPr lang="fa-IR" b="1" dirty="0">
                <a:highlight>
                  <a:srgbClr val="FFFF00"/>
                </a:highlight>
              </a:rPr>
              <a:t>تفکر نظامدار</a:t>
            </a:r>
            <a:r>
              <a:rPr lang="fa-IR" b="1" dirty="0"/>
              <a:t> </a:t>
            </a:r>
            <a:r>
              <a:rPr lang="fa-IR" dirty="0"/>
              <a:t>نیز میگویند. </a:t>
            </a:r>
            <a:br>
              <a:rPr lang="fa-I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280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28" grpId="0"/>
      <p:bldP spid="29" grpId="0"/>
    </p:bldLst>
  </p:timing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