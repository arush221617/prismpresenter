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D04536-5B07-485D-A4D6-A167FECC7F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25AEDA-1073-4F69-AC45-5AAA94055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784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برای حل بعضی از مسئله ها باید همه حالت های ممکن را بنویسید. </a:t>
            </a:r>
          </a:p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برای اینکه هیچ حالتی از قلم نیفتد، لازم است آنها را با نظم، الگو و ترتیبی مشخص بنویسید. </a:t>
            </a:r>
          </a:p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الگوسازی به شما کمک می کند تا مطمئن شوید همه حالتها را نوشته اید.</a:t>
            </a:r>
            <a:b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بنابراین در مسئله هایی که لازم است  همه جواب ها و پاسخهای ممکن را بنویسید، میتوانید از این راهبرد استفاده کنید</a:t>
            </a:r>
          </a:p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باتوجه به نظم و ترتیبی که می سازید، به این راهبرد، </a:t>
            </a:r>
            <a:r>
              <a:rPr lang="fa-I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تفکر نظامدار </a:t>
            </a: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نیز میگویند.</a:t>
            </a:r>
            <a:r>
              <a:rPr lang="fa-IR" dirty="0"/>
              <a:t> </a:t>
            </a:r>
            <a:br>
              <a:rPr lang="fa-IR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25AEDA-1073-4F69-AC45-5AAA940559B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974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044C4-D228-33F5-D096-A8849B3B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CC073-D213-61BC-AC4A-6457C215A2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D3DE7-429F-D12B-887B-D87812020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برای حل بعضی از مسئله ها باید همه حالت های ممکن را بنویسید. </a:t>
            </a:r>
          </a:p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برای اینکه هیچ حالتی از قلم نیفتد، لازم است آنها را با نظم، الگو و ترتیبی مشخص بنویسید. </a:t>
            </a:r>
          </a:p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الگوسازی به شما کمک می کند تا مطمئن شوید همه حالتها را نوشته اید.</a:t>
            </a:r>
            <a:b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بنابراین در مسئله هایی که لازم است  همه جواب ها و پاسخهای ممکن را بنویسید، میتوانید از این راهبرد استفاده کنید</a:t>
            </a:r>
          </a:p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باتوجه به نظم و ترتیبی که می سازید، به این راهبرد، </a:t>
            </a:r>
            <a:r>
              <a:rPr lang="fa-I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تفکر نظامدار </a:t>
            </a:r>
            <a:r>
              <a:rPr lang="fa-I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نیز میگویند.</a:t>
            </a:r>
            <a:r>
              <a:rPr lang="fa-IR" dirty="0"/>
              <a:t> </a:t>
            </a:r>
            <a:br>
              <a:rPr lang="fa-IR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504F5C-8CF3-2552-37CC-F24D005FAF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25AEDA-1073-4F69-AC45-5AAA940559B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8124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FEF3E6">
            <a:alpha val="5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44030A-B6D5-2096-796D-8628EFD7E9CF}"/>
              </a:ext>
            </a:extLst>
          </p:cNvPr>
          <p:cNvCxnSpPr>
            <a:cxnSpLocks/>
          </p:cNvCxnSpPr>
          <p:nvPr userDrawn="1"/>
        </p:nvCxnSpPr>
        <p:spPr>
          <a:xfrm>
            <a:off x="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6E7439-8611-5994-D6C3-94F98312B277}"/>
              </a:ext>
            </a:extLst>
          </p:cNvPr>
          <p:cNvCxnSpPr>
            <a:cxnSpLocks/>
          </p:cNvCxnSpPr>
          <p:nvPr userDrawn="1"/>
        </p:nvCxnSpPr>
        <p:spPr>
          <a:xfrm>
            <a:off x="33866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39CE15-A242-272C-F597-C145852CFC22}"/>
              </a:ext>
            </a:extLst>
          </p:cNvPr>
          <p:cNvCxnSpPr>
            <a:cxnSpLocks/>
          </p:cNvCxnSpPr>
          <p:nvPr userDrawn="1"/>
        </p:nvCxnSpPr>
        <p:spPr>
          <a:xfrm>
            <a:off x="67733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B1D310B-6CE2-7C26-22E9-975F1CD75ACC}"/>
              </a:ext>
            </a:extLst>
          </p:cNvPr>
          <p:cNvCxnSpPr>
            <a:cxnSpLocks/>
          </p:cNvCxnSpPr>
          <p:nvPr userDrawn="1"/>
        </p:nvCxnSpPr>
        <p:spPr>
          <a:xfrm>
            <a:off x="101600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697FDB-4A19-867A-49B5-4B4955CAF421}"/>
              </a:ext>
            </a:extLst>
          </p:cNvPr>
          <p:cNvCxnSpPr>
            <a:cxnSpLocks/>
          </p:cNvCxnSpPr>
          <p:nvPr userDrawn="1"/>
        </p:nvCxnSpPr>
        <p:spPr>
          <a:xfrm>
            <a:off x="135466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6D9179A-5C9B-6452-C2F7-7CF927DF68BD}"/>
              </a:ext>
            </a:extLst>
          </p:cNvPr>
          <p:cNvCxnSpPr>
            <a:cxnSpLocks/>
          </p:cNvCxnSpPr>
          <p:nvPr userDrawn="1"/>
        </p:nvCxnSpPr>
        <p:spPr>
          <a:xfrm>
            <a:off x="169333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E91A2B5-D57E-503B-FB4E-09299A7B8A62}"/>
              </a:ext>
            </a:extLst>
          </p:cNvPr>
          <p:cNvCxnSpPr>
            <a:cxnSpLocks/>
          </p:cNvCxnSpPr>
          <p:nvPr userDrawn="1"/>
        </p:nvCxnSpPr>
        <p:spPr>
          <a:xfrm>
            <a:off x="2032002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C3944F-81D9-091B-E961-B9FB18895A0E}"/>
              </a:ext>
            </a:extLst>
          </p:cNvPr>
          <p:cNvCxnSpPr>
            <a:cxnSpLocks/>
          </p:cNvCxnSpPr>
          <p:nvPr userDrawn="1"/>
        </p:nvCxnSpPr>
        <p:spPr>
          <a:xfrm>
            <a:off x="2370669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4AD058-2395-98FD-BD70-D45D1142F01D}"/>
              </a:ext>
            </a:extLst>
          </p:cNvPr>
          <p:cNvCxnSpPr>
            <a:cxnSpLocks/>
          </p:cNvCxnSpPr>
          <p:nvPr userDrawn="1"/>
        </p:nvCxnSpPr>
        <p:spPr>
          <a:xfrm>
            <a:off x="2709336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DB6486-1D9D-E5CC-36D4-743D844CFED9}"/>
              </a:ext>
            </a:extLst>
          </p:cNvPr>
          <p:cNvCxnSpPr>
            <a:cxnSpLocks/>
          </p:cNvCxnSpPr>
          <p:nvPr userDrawn="1"/>
        </p:nvCxnSpPr>
        <p:spPr>
          <a:xfrm>
            <a:off x="3048003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A348FD-13C0-D775-8003-251A7F5B7512}"/>
              </a:ext>
            </a:extLst>
          </p:cNvPr>
          <p:cNvCxnSpPr>
            <a:cxnSpLocks/>
          </p:cNvCxnSpPr>
          <p:nvPr userDrawn="1"/>
        </p:nvCxnSpPr>
        <p:spPr>
          <a:xfrm>
            <a:off x="338667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EF02E9C-9EF7-3148-61D9-D72E59E4815F}"/>
              </a:ext>
            </a:extLst>
          </p:cNvPr>
          <p:cNvCxnSpPr>
            <a:cxnSpLocks/>
          </p:cNvCxnSpPr>
          <p:nvPr userDrawn="1"/>
        </p:nvCxnSpPr>
        <p:spPr>
          <a:xfrm>
            <a:off x="372533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0CCDC09-193C-0A41-236B-5105D592F6DA}"/>
              </a:ext>
            </a:extLst>
          </p:cNvPr>
          <p:cNvCxnSpPr>
            <a:cxnSpLocks/>
          </p:cNvCxnSpPr>
          <p:nvPr userDrawn="1"/>
        </p:nvCxnSpPr>
        <p:spPr>
          <a:xfrm>
            <a:off x="406400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D0F59D5-8A37-0E4B-E307-375AAC4C02A6}"/>
              </a:ext>
            </a:extLst>
          </p:cNvPr>
          <p:cNvCxnSpPr>
            <a:cxnSpLocks/>
          </p:cNvCxnSpPr>
          <p:nvPr userDrawn="1"/>
        </p:nvCxnSpPr>
        <p:spPr>
          <a:xfrm>
            <a:off x="440267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4BE79B-C617-12C5-148D-AB540FD9EEDF}"/>
              </a:ext>
            </a:extLst>
          </p:cNvPr>
          <p:cNvCxnSpPr>
            <a:cxnSpLocks/>
          </p:cNvCxnSpPr>
          <p:nvPr userDrawn="1"/>
        </p:nvCxnSpPr>
        <p:spPr>
          <a:xfrm>
            <a:off x="474133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16BB92-E1F0-1F70-2366-4241B138613D}"/>
              </a:ext>
            </a:extLst>
          </p:cNvPr>
          <p:cNvCxnSpPr>
            <a:cxnSpLocks/>
          </p:cNvCxnSpPr>
          <p:nvPr userDrawn="1"/>
        </p:nvCxnSpPr>
        <p:spPr>
          <a:xfrm>
            <a:off x="508000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FC19C62-D44A-C304-44F9-49F89F34AFDE}"/>
              </a:ext>
            </a:extLst>
          </p:cNvPr>
          <p:cNvCxnSpPr>
            <a:cxnSpLocks/>
          </p:cNvCxnSpPr>
          <p:nvPr userDrawn="1"/>
        </p:nvCxnSpPr>
        <p:spPr>
          <a:xfrm>
            <a:off x="5418672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DC5F3DB-A250-CCAC-3D3D-8AB31C33388D}"/>
              </a:ext>
            </a:extLst>
          </p:cNvPr>
          <p:cNvCxnSpPr>
            <a:cxnSpLocks/>
          </p:cNvCxnSpPr>
          <p:nvPr userDrawn="1"/>
        </p:nvCxnSpPr>
        <p:spPr>
          <a:xfrm>
            <a:off x="5757339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3D4FF40-3973-CAC5-F77D-DDB3F19BA3A2}"/>
              </a:ext>
            </a:extLst>
          </p:cNvPr>
          <p:cNvCxnSpPr>
            <a:cxnSpLocks/>
          </p:cNvCxnSpPr>
          <p:nvPr userDrawn="1"/>
        </p:nvCxnSpPr>
        <p:spPr>
          <a:xfrm>
            <a:off x="6096006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478ECD8-2D18-BCD6-5353-C87DC366D7F1}"/>
              </a:ext>
            </a:extLst>
          </p:cNvPr>
          <p:cNvCxnSpPr>
            <a:cxnSpLocks/>
          </p:cNvCxnSpPr>
          <p:nvPr userDrawn="1"/>
        </p:nvCxnSpPr>
        <p:spPr>
          <a:xfrm>
            <a:off x="6434673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84C25A-DD61-00AE-3ED1-F0EDB3EC624B}"/>
              </a:ext>
            </a:extLst>
          </p:cNvPr>
          <p:cNvCxnSpPr>
            <a:cxnSpLocks/>
          </p:cNvCxnSpPr>
          <p:nvPr userDrawn="1"/>
        </p:nvCxnSpPr>
        <p:spPr>
          <a:xfrm>
            <a:off x="677334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6216E74-3E9A-8CCE-A50A-A716F031AF3E}"/>
              </a:ext>
            </a:extLst>
          </p:cNvPr>
          <p:cNvCxnSpPr>
            <a:cxnSpLocks/>
          </p:cNvCxnSpPr>
          <p:nvPr userDrawn="1"/>
        </p:nvCxnSpPr>
        <p:spPr>
          <a:xfrm>
            <a:off x="711200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D638823-F11D-91F2-4647-CC0979B46178}"/>
              </a:ext>
            </a:extLst>
          </p:cNvPr>
          <p:cNvCxnSpPr>
            <a:cxnSpLocks/>
          </p:cNvCxnSpPr>
          <p:nvPr userDrawn="1"/>
        </p:nvCxnSpPr>
        <p:spPr>
          <a:xfrm>
            <a:off x="745067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5E96E18-C70E-329D-9A35-95D1542DF9B8}"/>
              </a:ext>
            </a:extLst>
          </p:cNvPr>
          <p:cNvCxnSpPr>
            <a:cxnSpLocks/>
          </p:cNvCxnSpPr>
          <p:nvPr userDrawn="1"/>
        </p:nvCxnSpPr>
        <p:spPr>
          <a:xfrm>
            <a:off x="778934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D168B8F-A448-FF07-E489-EAC06685E9BC}"/>
              </a:ext>
            </a:extLst>
          </p:cNvPr>
          <p:cNvCxnSpPr>
            <a:cxnSpLocks/>
          </p:cNvCxnSpPr>
          <p:nvPr userDrawn="1"/>
        </p:nvCxnSpPr>
        <p:spPr>
          <a:xfrm>
            <a:off x="812800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E4BA5F0-6DE0-74B2-DCA6-508FE44E1C63}"/>
              </a:ext>
            </a:extLst>
          </p:cNvPr>
          <p:cNvCxnSpPr>
            <a:cxnSpLocks/>
          </p:cNvCxnSpPr>
          <p:nvPr userDrawn="1"/>
        </p:nvCxnSpPr>
        <p:spPr>
          <a:xfrm>
            <a:off x="846667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2BF75B8-1079-93F5-DF60-DA64E5E20319}"/>
              </a:ext>
            </a:extLst>
          </p:cNvPr>
          <p:cNvCxnSpPr>
            <a:cxnSpLocks/>
          </p:cNvCxnSpPr>
          <p:nvPr userDrawn="1"/>
        </p:nvCxnSpPr>
        <p:spPr>
          <a:xfrm>
            <a:off x="8805342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76989C2-DB13-294E-71FF-79571698D3A2}"/>
              </a:ext>
            </a:extLst>
          </p:cNvPr>
          <p:cNvCxnSpPr>
            <a:cxnSpLocks/>
          </p:cNvCxnSpPr>
          <p:nvPr userDrawn="1"/>
        </p:nvCxnSpPr>
        <p:spPr>
          <a:xfrm>
            <a:off x="9144009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F53405C-93EE-5150-C6CC-47F77E03E220}"/>
              </a:ext>
            </a:extLst>
          </p:cNvPr>
          <p:cNvCxnSpPr>
            <a:cxnSpLocks/>
          </p:cNvCxnSpPr>
          <p:nvPr userDrawn="1"/>
        </p:nvCxnSpPr>
        <p:spPr>
          <a:xfrm>
            <a:off x="9482676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61443A4-3803-DC13-6DEF-C5E339656CDB}"/>
              </a:ext>
            </a:extLst>
          </p:cNvPr>
          <p:cNvCxnSpPr>
            <a:cxnSpLocks/>
          </p:cNvCxnSpPr>
          <p:nvPr userDrawn="1"/>
        </p:nvCxnSpPr>
        <p:spPr>
          <a:xfrm>
            <a:off x="9821343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8B5D31-1A58-9358-03DB-B5AEE43F8883}"/>
              </a:ext>
            </a:extLst>
          </p:cNvPr>
          <p:cNvCxnSpPr>
            <a:cxnSpLocks/>
          </p:cNvCxnSpPr>
          <p:nvPr userDrawn="1"/>
        </p:nvCxnSpPr>
        <p:spPr>
          <a:xfrm>
            <a:off x="1016001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8CF1507-2BE9-F326-BD51-D792CC91117D}"/>
              </a:ext>
            </a:extLst>
          </p:cNvPr>
          <p:cNvCxnSpPr>
            <a:cxnSpLocks/>
          </p:cNvCxnSpPr>
          <p:nvPr userDrawn="1"/>
        </p:nvCxnSpPr>
        <p:spPr>
          <a:xfrm>
            <a:off x="1049867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6C3F538-D755-B642-EB7B-66BB09364036}"/>
              </a:ext>
            </a:extLst>
          </p:cNvPr>
          <p:cNvCxnSpPr>
            <a:cxnSpLocks/>
          </p:cNvCxnSpPr>
          <p:nvPr userDrawn="1"/>
        </p:nvCxnSpPr>
        <p:spPr>
          <a:xfrm>
            <a:off x="1083734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4D61E3F-77AA-D327-AC77-0DC4592528C1}"/>
              </a:ext>
            </a:extLst>
          </p:cNvPr>
          <p:cNvCxnSpPr>
            <a:cxnSpLocks/>
          </p:cNvCxnSpPr>
          <p:nvPr userDrawn="1"/>
        </p:nvCxnSpPr>
        <p:spPr>
          <a:xfrm>
            <a:off x="1117601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D48EF22-7232-6EC8-F7D7-E430ACB87652}"/>
              </a:ext>
            </a:extLst>
          </p:cNvPr>
          <p:cNvCxnSpPr>
            <a:cxnSpLocks/>
          </p:cNvCxnSpPr>
          <p:nvPr userDrawn="1"/>
        </p:nvCxnSpPr>
        <p:spPr>
          <a:xfrm>
            <a:off x="1151467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4894F1E-3684-6EDC-DBB9-27C58D0B2A21}"/>
              </a:ext>
            </a:extLst>
          </p:cNvPr>
          <p:cNvCxnSpPr>
            <a:cxnSpLocks/>
          </p:cNvCxnSpPr>
          <p:nvPr userDrawn="1"/>
        </p:nvCxnSpPr>
        <p:spPr>
          <a:xfrm>
            <a:off x="1185334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C3AC927-10E4-636A-FDF1-550314419B53}"/>
              </a:ext>
            </a:extLst>
          </p:cNvPr>
          <p:cNvCxnSpPr>
            <a:cxnSpLocks/>
          </p:cNvCxnSpPr>
          <p:nvPr userDrawn="1"/>
        </p:nvCxnSpPr>
        <p:spPr>
          <a:xfrm>
            <a:off x="1219200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58BD042-CA52-B5CB-BBCD-9895BB492963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0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7A23C1-C115-A3BD-89C0-DF28E7F1E3F0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27363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35DC3CF-B9DD-DC46-ECE2-53B3C7F45976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54726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6BB70D4-9C92-23A9-FDED-D4A356D705FB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982089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671164A-8C0F-31DE-D898-E037452CB13D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1309452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0932C26-0F0B-BFC5-142F-AEDFB1FB26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1636815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D194D5A-A5D9-171C-4E11-72B80CB2D083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1964178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94942A2-C1F0-AE1D-3825-7676093E9E7B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2291541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A517EF1-F4D6-32AB-535A-81D29D2D4B47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2618904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02BD09A-38A1-66CC-3617-102F6275286B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2946267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DAA0947-A429-0237-1D85-E8482ADA0135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273630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F97400-80F1-B889-28F7-19E33C439684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600993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7EA7A29-2026-DDC1-522B-578520781762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928356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A0D93D3-CC55-BD72-7053-A676E21A6C44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4255719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0E63BD2-E0B1-A204-0555-FCF9B7780E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4583082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8353FB6-5C70-0FB1-C4BC-40D0090C2B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4910445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F24FBE-F736-F717-6E84-D04460923241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5237808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3B3F32C-71F2-5BA4-277C-28D4CCB2CA65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5565171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BB14064-DD2F-92F5-84B5-C11AE3A9228F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5892534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DEF31A-2293-3A6F-A956-1F764807F580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219897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3C97DE-0716-1D26-0BF6-913587FE16C3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547260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86F0F7D-35CF-1EDD-6C6B-E8B03DB0D95C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874624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14404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FEF3E6">
            <a:alpha val="5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44030A-B6D5-2096-796D-8628EFD7E9CF}"/>
              </a:ext>
            </a:extLst>
          </p:cNvPr>
          <p:cNvCxnSpPr>
            <a:cxnSpLocks/>
          </p:cNvCxnSpPr>
          <p:nvPr userDrawn="1"/>
        </p:nvCxnSpPr>
        <p:spPr>
          <a:xfrm>
            <a:off x="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6E7439-8611-5994-D6C3-94F98312B277}"/>
              </a:ext>
            </a:extLst>
          </p:cNvPr>
          <p:cNvCxnSpPr>
            <a:cxnSpLocks/>
          </p:cNvCxnSpPr>
          <p:nvPr userDrawn="1"/>
        </p:nvCxnSpPr>
        <p:spPr>
          <a:xfrm>
            <a:off x="33866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39CE15-A242-272C-F597-C145852CFC22}"/>
              </a:ext>
            </a:extLst>
          </p:cNvPr>
          <p:cNvCxnSpPr>
            <a:cxnSpLocks/>
          </p:cNvCxnSpPr>
          <p:nvPr userDrawn="1"/>
        </p:nvCxnSpPr>
        <p:spPr>
          <a:xfrm>
            <a:off x="67733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B1D310B-6CE2-7C26-22E9-975F1CD75ACC}"/>
              </a:ext>
            </a:extLst>
          </p:cNvPr>
          <p:cNvCxnSpPr>
            <a:cxnSpLocks/>
          </p:cNvCxnSpPr>
          <p:nvPr userDrawn="1"/>
        </p:nvCxnSpPr>
        <p:spPr>
          <a:xfrm>
            <a:off x="101600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697FDB-4A19-867A-49B5-4B4955CAF421}"/>
              </a:ext>
            </a:extLst>
          </p:cNvPr>
          <p:cNvCxnSpPr>
            <a:cxnSpLocks/>
          </p:cNvCxnSpPr>
          <p:nvPr userDrawn="1"/>
        </p:nvCxnSpPr>
        <p:spPr>
          <a:xfrm>
            <a:off x="135466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6D9179A-5C9B-6452-C2F7-7CF927DF68BD}"/>
              </a:ext>
            </a:extLst>
          </p:cNvPr>
          <p:cNvCxnSpPr>
            <a:cxnSpLocks/>
          </p:cNvCxnSpPr>
          <p:nvPr userDrawn="1"/>
        </p:nvCxnSpPr>
        <p:spPr>
          <a:xfrm>
            <a:off x="169333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E91A2B5-D57E-503B-FB4E-09299A7B8A62}"/>
              </a:ext>
            </a:extLst>
          </p:cNvPr>
          <p:cNvCxnSpPr>
            <a:cxnSpLocks/>
          </p:cNvCxnSpPr>
          <p:nvPr userDrawn="1"/>
        </p:nvCxnSpPr>
        <p:spPr>
          <a:xfrm>
            <a:off x="2032002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C3944F-81D9-091B-E961-B9FB18895A0E}"/>
              </a:ext>
            </a:extLst>
          </p:cNvPr>
          <p:cNvCxnSpPr>
            <a:cxnSpLocks/>
          </p:cNvCxnSpPr>
          <p:nvPr userDrawn="1"/>
        </p:nvCxnSpPr>
        <p:spPr>
          <a:xfrm>
            <a:off x="2370669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4AD058-2395-98FD-BD70-D45D1142F01D}"/>
              </a:ext>
            </a:extLst>
          </p:cNvPr>
          <p:cNvCxnSpPr>
            <a:cxnSpLocks/>
          </p:cNvCxnSpPr>
          <p:nvPr userDrawn="1"/>
        </p:nvCxnSpPr>
        <p:spPr>
          <a:xfrm>
            <a:off x="2709336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DB6486-1D9D-E5CC-36D4-743D844CFED9}"/>
              </a:ext>
            </a:extLst>
          </p:cNvPr>
          <p:cNvCxnSpPr>
            <a:cxnSpLocks/>
          </p:cNvCxnSpPr>
          <p:nvPr userDrawn="1"/>
        </p:nvCxnSpPr>
        <p:spPr>
          <a:xfrm>
            <a:off x="3048003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A348FD-13C0-D775-8003-251A7F5B7512}"/>
              </a:ext>
            </a:extLst>
          </p:cNvPr>
          <p:cNvCxnSpPr>
            <a:cxnSpLocks/>
          </p:cNvCxnSpPr>
          <p:nvPr userDrawn="1"/>
        </p:nvCxnSpPr>
        <p:spPr>
          <a:xfrm>
            <a:off x="338667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EF02E9C-9EF7-3148-61D9-D72E59E4815F}"/>
              </a:ext>
            </a:extLst>
          </p:cNvPr>
          <p:cNvCxnSpPr>
            <a:cxnSpLocks/>
          </p:cNvCxnSpPr>
          <p:nvPr userDrawn="1"/>
        </p:nvCxnSpPr>
        <p:spPr>
          <a:xfrm>
            <a:off x="372533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0CCDC09-193C-0A41-236B-5105D592F6DA}"/>
              </a:ext>
            </a:extLst>
          </p:cNvPr>
          <p:cNvCxnSpPr>
            <a:cxnSpLocks/>
          </p:cNvCxnSpPr>
          <p:nvPr userDrawn="1"/>
        </p:nvCxnSpPr>
        <p:spPr>
          <a:xfrm>
            <a:off x="406400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D0F59D5-8A37-0E4B-E307-375AAC4C02A6}"/>
              </a:ext>
            </a:extLst>
          </p:cNvPr>
          <p:cNvCxnSpPr>
            <a:cxnSpLocks/>
          </p:cNvCxnSpPr>
          <p:nvPr userDrawn="1"/>
        </p:nvCxnSpPr>
        <p:spPr>
          <a:xfrm>
            <a:off x="440267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4BE79B-C617-12C5-148D-AB540FD9EEDF}"/>
              </a:ext>
            </a:extLst>
          </p:cNvPr>
          <p:cNvCxnSpPr>
            <a:cxnSpLocks/>
          </p:cNvCxnSpPr>
          <p:nvPr userDrawn="1"/>
        </p:nvCxnSpPr>
        <p:spPr>
          <a:xfrm>
            <a:off x="474133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16BB92-E1F0-1F70-2366-4241B138613D}"/>
              </a:ext>
            </a:extLst>
          </p:cNvPr>
          <p:cNvCxnSpPr>
            <a:cxnSpLocks/>
          </p:cNvCxnSpPr>
          <p:nvPr userDrawn="1"/>
        </p:nvCxnSpPr>
        <p:spPr>
          <a:xfrm>
            <a:off x="508000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FC19C62-D44A-C304-44F9-49F89F34AFDE}"/>
              </a:ext>
            </a:extLst>
          </p:cNvPr>
          <p:cNvCxnSpPr>
            <a:cxnSpLocks/>
          </p:cNvCxnSpPr>
          <p:nvPr userDrawn="1"/>
        </p:nvCxnSpPr>
        <p:spPr>
          <a:xfrm>
            <a:off x="5418672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DC5F3DB-A250-CCAC-3D3D-8AB31C33388D}"/>
              </a:ext>
            </a:extLst>
          </p:cNvPr>
          <p:cNvCxnSpPr>
            <a:cxnSpLocks/>
          </p:cNvCxnSpPr>
          <p:nvPr userDrawn="1"/>
        </p:nvCxnSpPr>
        <p:spPr>
          <a:xfrm>
            <a:off x="5757339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3D4FF40-3973-CAC5-F77D-DDB3F19BA3A2}"/>
              </a:ext>
            </a:extLst>
          </p:cNvPr>
          <p:cNvCxnSpPr>
            <a:cxnSpLocks/>
          </p:cNvCxnSpPr>
          <p:nvPr userDrawn="1"/>
        </p:nvCxnSpPr>
        <p:spPr>
          <a:xfrm>
            <a:off x="6096006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478ECD8-2D18-BCD6-5353-C87DC366D7F1}"/>
              </a:ext>
            </a:extLst>
          </p:cNvPr>
          <p:cNvCxnSpPr>
            <a:cxnSpLocks/>
          </p:cNvCxnSpPr>
          <p:nvPr userDrawn="1"/>
        </p:nvCxnSpPr>
        <p:spPr>
          <a:xfrm>
            <a:off x="6434673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84C25A-DD61-00AE-3ED1-F0EDB3EC624B}"/>
              </a:ext>
            </a:extLst>
          </p:cNvPr>
          <p:cNvCxnSpPr>
            <a:cxnSpLocks/>
          </p:cNvCxnSpPr>
          <p:nvPr userDrawn="1"/>
        </p:nvCxnSpPr>
        <p:spPr>
          <a:xfrm>
            <a:off x="677334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6216E74-3E9A-8CCE-A50A-A716F031AF3E}"/>
              </a:ext>
            </a:extLst>
          </p:cNvPr>
          <p:cNvCxnSpPr>
            <a:cxnSpLocks/>
          </p:cNvCxnSpPr>
          <p:nvPr userDrawn="1"/>
        </p:nvCxnSpPr>
        <p:spPr>
          <a:xfrm>
            <a:off x="711200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D638823-F11D-91F2-4647-CC0979B46178}"/>
              </a:ext>
            </a:extLst>
          </p:cNvPr>
          <p:cNvCxnSpPr>
            <a:cxnSpLocks/>
          </p:cNvCxnSpPr>
          <p:nvPr userDrawn="1"/>
        </p:nvCxnSpPr>
        <p:spPr>
          <a:xfrm>
            <a:off x="745067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5E96E18-C70E-329D-9A35-95D1542DF9B8}"/>
              </a:ext>
            </a:extLst>
          </p:cNvPr>
          <p:cNvCxnSpPr>
            <a:cxnSpLocks/>
          </p:cNvCxnSpPr>
          <p:nvPr userDrawn="1"/>
        </p:nvCxnSpPr>
        <p:spPr>
          <a:xfrm>
            <a:off x="778934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D168B8F-A448-FF07-E489-EAC06685E9BC}"/>
              </a:ext>
            </a:extLst>
          </p:cNvPr>
          <p:cNvCxnSpPr>
            <a:cxnSpLocks/>
          </p:cNvCxnSpPr>
          <p:nvPr userDrawn="1"/>
        </p:nvCxnSpPr>
        <p:spPr>
          <a:xfrm>
            <a:off x="812800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E4BA5F0-6DE0-74B2-DCA6-508FE44E1C63}"/>
              </a:ext>
            </a:extLst>
          </p:cNvPr>
          <p:cNvCxnSpPr>
            <a:cxnSpLocks/>
          </p:cNvCxnSpPr>
          <p:nvPr userDrawn="1"/>
        </p:nvCxnSpPr>
        <p:spPr>
          <a:xfrm>
            <a:off x="846667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2BF75B8-1079-93F5-DF60-DA64E5E20319}"/>
              </a:ext>
            </a:extLst>
          </p:cNvPr>
          <p:cNvCxnSpPr>
            <a:cxnSpLocks/>
          </p:cNvCxnSpPr>
          <p:nvPr userDrawn="1"/>
        </p:nvCxnSpPr>
        <p:spPr>
          <a:xfrm>
            <a:off x="8805342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76989C2-DB13-294E-71FF-79571698D3A2}"/>
              </a:ext>
            </a:extLst>
          </p:cNvPr>
          <p:cNvCxnSpPr>
            <a:cxnSpLocks/>
          </p:cNvCxnSpPr>
          <p:nvPr userDrawn="1"/>
        </p:nvCxnSpPr>
        <p:spPr>
          <a:xfrm>
            <a:off x="9144009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F53405C-93EE-5150-C6CC-47F77E03E220}"/>
              </a:ext>
            </a:extLst>
          </p:cNvPr>
          <p:cNvCxnSpPr>
            <a:cxnSpLocks/>
          </p:cNvCxnSpPr>
          <p:nvPr userDrawn="1"/>
        </p:nvCxnSpPr>
        <p:spPr>
          <a:xfrm>
            <a:off x="9482676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61443A4-3803-DC13-6DEF-C5E339656CDB}"/>
              </a:ext>
            </a:extLst>
          </p:cNvPr>
          <p:cNvCxnSpPr>
            <a:cxnSpLocks/>
          </p:cNvCxnSpPr>
          <p:nvPr userDrawn="1"/>
        </p:nvCxnSpPr>
        <p:spPr>
          <a:xfrm>
            <a:off x="9821343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8B5D31-1A58-9358-03DB-B5AEE43F8883}"/>
              </a:ext>
            </a:extLst>
          </p:cNvPr>
          <p:cNvCxnSpPr>
            <a:cxnSpLocks/>
          </p:cNvCxnSpPr>
          <p:nvPr userDrawn="1"/>
        </p:nvCxnSpPr>
        <p:spPr>
          <a:xfrm>
            <a:off x="1016001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8CF1507-2BE9-F326-BD51-D792CC91117D}"/>
              </a:ext>
            </a:extLst>
          </p:cNvPr>
          <p:cNvCxnSpPr>
            <a:cxnSpLocks/>
          </p:cNvCxnSpPr>
          <p:nvPr userDrawn="1"/>
        </p:nvCxnSpPr>
        <p:spPr>
          <a:xfrm>
            <a:off x="10498677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6C3F538-D755-B642-EB7B-66BB09364036}"/>
              </a:ext>
            </a:extLst>
          </p:cNvPr>
          <p:cNvCxnSpPr>
            <a:cxnSpLocks/>
          </p:cNvCxnSpPr>
          <p:nvPr userDrawn="1"/>
        </p:nvCxnSpPr>
        <p:spPr>
          <a:xfrm>
            <a:off x="10837344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4D61E3F-77AA-D327-AC77-0DC4592528C1}"/>
              </a:ext>
            </a:extLst>
          </p:cNvPr>
          <p:cNvCxnSpPr>
            <a:cxnSpLocks/>
          </p:cNvCxnSpPr>
          <p:nvPr userDrawn="1"/>
        </p:nvCxnSpPr>
        <p:spPr>
          <a:xfrm>
            <a:off x="11176011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D48EF22-7232-6EC8-F7D7-E430ACB87652}"/>
              </a:ext>
            </a:extLst>
          </p:cNvPr>
          <p:cNvCxnSpPr>
            <a:cxnSpLocks/>
          </p:cNvCxnSpPr>
          <p:nvPr userDrawn="1"/>
        </p:nvCxnSpPr>
        <p:spPr>
          <a:xfrm>
            <a:off x="11514678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4894F1E-3684-6EDC-DBB9-27C58D0B2A21}"/>
              </a:ext>
            </a:extLst>
          </p:cNvPr>
          <p:cNvCxnSpPr>
            <a:cxnSpLocks/>
          </p:cNvCxnSpPr>
          <p:nvPr userDrawn="1"/>
        </p:nvCxnSpPr>
        <p:spPr>
          <a:xfrm>
            <a:off x="11853345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C3AC927-10E4-636A-FDF1-550314419B53}"/>
              </a:ext>
            </a:extLst>
          </p:cNvPr>
          <p:cNvCxnSpPr>
            <a:cxnSpLocks/>
          </p:cNvCxnSpPr>
          <p:nvPr userDrawn="1"/>
        </p:nvCxnSpPr>
        <p:spPr>
          <a:xfrm>
            <a:off x="12192000" y="-420221"/>
            <a:ext cx="0" cy="7418294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58BD042-CA52-B5CB-BBCD-9895BB492963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0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7A23C1-C115-A3BD-89C0-DF28E7F1E3F0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27363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35DC3CF-B9DD-DC46-ECE2-53B3C7F45976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54726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6BB70D4-9C92-23A9-FDED-D4A356D705FB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982089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671164A-8C0F-31DE-D898-E037452CB13D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1309452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0932C26-0F0B-BFC5-142F-AEDFB1FB26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1636815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D194D5A-A5D9-171C-4E11-72B80CB2D083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1964178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94942A2-C1F0-AE1D-3825-7676093E9E7B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2291541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A517EF1-F4D6-32AB-535A-81D29D2D4B47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2618904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02BD09A-38A1-66CC-3617-102F6275286B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2946267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DAA0947-A429-0237-1D85-E8482ADA0135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273630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F97400-80F1-B889-28F7-19E33C439684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600993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7EA7A29-2026-DDC1-522B-578520781762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3928356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A0D93D3-CC55-BD72-7053-A676E21A6C44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4255719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0E63BD2-E0B1-A204-0555-FCF9B7780E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4583082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8353FB6-5C70-0FB1-C4BC-40D0090C2B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4910445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F24FBE-F736-F717-6E84-D04460923241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5237808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3B3F32C-71F2-5BA4-277C-28D4CCB2CA65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5565171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BB14064-DD2F-92F5-84B5-C11AE3A9228F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5892534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DEF31A-2293-3A6F-A956-1F764807F580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219897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3C97DE-0716-1D26-0BF6-913587FE16C3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547260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86F0F7D-35CF-1EDD-6C6B-E8B03DB0D95C}"/>
              </a:ext>
            </a:extLst>
          </p:cNvPr>
          <p:cNvCxnSpPr>
            <a:cxnSpLocks/>
          </p:cNvCxnSpPr>
          <p:nvPr userDrawn="1"/>
        </p:nvCxnSpPr>
        <p:spPr>
          <a:xfrm flipH="1">
            <a:off x="-249382" y="6874624"/>
            <a:ext cx="14464146" cy="0"/>
          </a:xfrm>
          <a:prstGeom prst="line">
            <a:avLst/>
          </a:prstGeom>
          <a:ln w="34925">
            <a:solidFill>
              <a:schemeClr val="accent3">
                <a:lumMod val="40000"/>
                <a:lumOff val="60000"/>
                <a:alpha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14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552345-27E8-F3BC-C876-094524A44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54076-7F9F-450A-BD8A-79FD8DE9A965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E2832-E03D-890D-A7D2-0F301768C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10891-DD69-B487-76D1-2D7186D26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0B455-0B17-4F59-9D6C-80552425A1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74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552345-27E8-F3BC-C876-094524A44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54076-7F9F-450A-BD8A-79FD8DE9A965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E2832-E03D-890D-A7D2-0F301768C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10891-DD69-B487-76D1-2D7186D26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0B455-0B17-4F59-9D6C-80552425A1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7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DDEB4-6243-3B7E-3C9B-6EF4B8E9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E8D5F-661E-F1EF-9F4A-2193802198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846EC-5FD8-9EA9-515C-1FD27F31D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F54076-7F9F-450A-BD8A-79FD8DE9A965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7856D-5A1B-65EE-59A6-E4BD4AB115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D4541-EB0D-DE6A-3EED-5CA1BCA5C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50B455-0B17-4F59-9D6C-80552425A1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379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DDEB4-6243-3B7E-3C9B-6EF4B8E9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E8D5F-661E-F1EF-9F4A-2193802198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846EC-5FD8-9EA9-515C-1FD27F31D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F54076-7F9F-450A-BD8A-79FD8DE9A965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7856D-5A1B-65EE-59A6-E4BD4AB115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D4541-EB0D-DE6A-3EED-5CA1BCA5C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50B455-0B17-4F59-9D6C-80552425A1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379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0E8EEE4-A08B-D56A-A12C-1D55FAF66DE1}"/>
              </a:ext>
            </a:extLst>
          </p:cNvPr>
          <p:cNvGrpSpPr/>
          <p:nvPr/>
        </p:nvGrpSpPr>
        <p:grpSpPr>
          <a:xfrm>
            <a:off x="1464220" y="809915"/>
            <a:ext cx="8788808" cy="5609358"/>
            <a:chOff x="4860608" y="2652714"/>
            <a:chExt cx="2945130" cy="1879696"/>
          </a:xfrm>
        </p:grpSpPr>
        <p:sp>
          <p:nvSpPr>
            <p:cNvPr id="5" name="Freeform 72">
              <a:extLst>
                <a:ext uri="{FF2B5EF4-FFF2-40B4-BE49-F238E27FC236}">
                  <a16:creationId xmlns:a16="http://schemas.microsoft.com/office/drawing/2014/main" id="{5DF7F65F-F907-8E01-34BE-3680280F0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041900" y="2805113"/>
              <a:ext cx="2763838" cy="1512888"/>
            </a:xfrm>
            <a:custGeom>
              <a:avLst/>
              <a:gdLst>
                <a:gd name="T0" fmla="*/ 1480 w 4374"/>
                <a:gd name="T1" fmla="*/ 2391 h 2391"/>
                <a:gd name="T2" fmla="*/ 4374 w 4374"/>
                <a:gd name="T3" fmla="*/ 2391 h 2391"/>
                <a:gd name="T4" fmla="*/ 4374 w 4374"/>
                <a:gd name="T5" fmla="*/ 1480 h 2391"/>
                <a:gd name="T6" fmla="*/ 2893 w 4374"/>
                <a:gd name="T7" fmla="*/ 0 h 2391"/>
                <a:gd name="T8" fmla="*/ 0 w 4374"/>
                <a:gd name="T9" fmla="*/ 0 h 2391"/>
                <a:gd name="T10" fmla="*/ 0 w 4374"/>
                <a:gd name="T11" fmla="*/ 911 h 2391"/>
                <a:gd name="T12" fmla="*/ 1480 w 4374"/>
                <a:gd name="T13" fmla="*/ 2391 h 23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4" h="2391">
                  <a:moveTo>
                    <a:pt x="1480" y="2391"/>
                  </a:moveTo>
                  <a:cubicBezTo>
                    <a:pt x="4374" y="2391"/>
                    <a:pt x="4374" y="2391"/>
                    <a:pt x="4374" y="2391"/>
                  </a:cubicBezTo>
                  <a:cubicBezTo>
                    <a:pt x="4374" y="1480"/>
                    <a:pt x="4374" y="1480"/>
                    <a:pt x="4374" y="1480"/>
                  </a:cubicBezTo>
                  <a:cubicBezTo>
                    <a:pt x="4374" y="663"/>
                    <a:pt x="3711" y="0"/>
                    <a:pt x="289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11"/>
                    <a:pt x="0" y="911"/>
                    <a:pt x="0" y="911"/>
                  </a:cubicBezTo>
                  <a:cubicBezTo>
                    <a:pt x="0" y="1729"/>
                    <a:pt x="662" y="2391"/>
                    <a:pt x="1480" y="239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6" name="Freeform 74">
              <a:extLst>
                <a:ext uri="{FF2B5EF4-FFF2-40B4-BE49-F238E27FC236}">
                  <a16:creationId xmlns:a16="http://schemas.microsoft.com/office/drawing/2014/main" id="{B2B12A96-662D-5249-981B-D79869059B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084763" y="2771775"/>
              <a:ext cx="1611313" cy="1579563"/>
            </a:xfrm>
            <a:custGeom>
              <a:avLst/>
              <a:gdLst>
                <a:gd name="T0" fmla="*/ 0 w 1015"/>
                <a:gd name="T1" fmla="*/ 995 h 995"/>
                <a:gd name="T2" fmla="*/ 734 w 1015"/>
                <a:gd name="T3" fmla="*/ 0 h 995"/>
                <a:gd name="T4" fmla="*/ 1015 w 1015"/>
                <a:gd name="T5" fmla="*/ 0 h 995"/>
                <a:gd name="T6" fmla="*/ 281 w 1015"/>
                <a:gd name="T7" fmla="*/ 995 h 9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15" h="995">
                  <a:moveTo>
                    <a:pt x="0" y="995"/>
                  </a:moveTo>
                  <a:lnTo>
                    <a:pt x="734" y="0"/>
                  </a:lnTo>
                  <a:lnTo>
                    <a:pt x="1015" y="0"/>
                  </a:lnTo>
                  <a:lnTo>
                    <a:pt x="281" y="995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76">
              <a:extLst>
                <a:ext uri="{FF2B5EF4-FFF2-40B4-BE49-F238E27FC236}">
                  <a16:creationId xmlns:a16="http://schemas.microsoft.com/office/drawing/2014/main" id="{2FEB55A0-42DE-142B-3A3A-BA430EC92D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719763" y="2771775"/>
              <a:ext cx="1611313" cy="1579563"/>
            </a:xfrm>
            <a:custGeom>
              <a:avLst/>
              <a:gdLst>
                <a:gd name="T0" fmla="*/ 0 w 1015"/>
                <a:gd name="T1" fmla="*/ 995 h 995"/>
                <a:gd name="T2" fmla="*/ 734 w 1015"/>
                <a:gd name="T3" fmla="*/ 0 h 995"/>
                <a:gd name="T4" fmla="*/ 1015 w 1015"/>
                <a:gd name="T5" fmla="*/ 0 h 995"/>
                <a:gd name="T6" fmla="*/ 281 w 1015"/>
                <a:gd name="T7" fmla="*/ 995 h 9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15" h="995">
                  <a:moveTo>
                    <a:pt x="0" y="995"/>
                  </a:moveTo>
                  <a:lnTo>
                    <a:pt x="734" y="0"/>
                  </a:lnTo>
                  <a:lnTo>
                    <a:pt x="1015" y="0"/>
                  </a:lnTo>
                  <a:lnTo>
                    <a:pt x="281" y="995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942CFF5-F7A6-4AAD-11D8-619AFCADC94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4745" y="2801939"/>
              <a:ext cx="1359080" cy="1439042"/>
            </a:xfrm>
            <a:custGeom>
              <a:avLst/>
              <a:gdLst>
                <a:gd name="connsiteX0" fmla="*/ 912993 w 1359080"/>
                <a:gd name="connsiteY0" fmla="*/ 0 h 1439042"/>
                <a:gd name="connsiteX1" fmla="*/ 951790 w 1359080"/>
                <a:gd name="connsiteY1" fmla="*/ 0 h 1439042"/>
                <a:gd name="connsiteX2" fmla="*/ 1233402 w 1359080"/>
                <a:gd name="connsiteY2" fmla="*/ 0 h 1439042"/>
                <a:gd name="connsiteX3" fmla="*/ 1359080 w 1359080"/>
                <a:gd name="connsiteY3" fmla="*/ 0 h 1439042"/>
                <a:gd name="connsiteX4" fmla="*/ 297515 w 1359080"/>
                <a:gd name="connsiteY4" fmla="*/ 1439042 h 1439042"/>
                <a:gd name="connsiteX5" fmla="*/ 216400 w 1359080"/>
                <a:gd name="connsiteY5" fmla="*/ 1399941 h 1439042"/>
                <a:gd name="connsiteX6" fmla="*/ 917 w 1359080"/>
                <a:gd name="connsiteY6" fmla="*/ 1238752 h 1439042"/>
                <a:gd name="connsiteX7" fmla="*/ 0 w 1359080"/>
                <a:gd name="connsiteY7" fmla="*/ 1237639 h 1439042"/>
                <a:gd name="connsiteX8" fmla="*/ 912993 w 1359080"/>
                <a:gd name="connsiteY8" fmla="*/ 0 h 1439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59080" h="1439042">
                  <a:moveTo>
                    <a:pt x="912993" y="0"/>
                  </a:moveTo>
                  <a:lnTo>
                    <a:pt x="951790" y="0"/>
                  </a:lnTo>
                  <a:cubicBezTo>
                    <a:pt x="1039264" y="0"/>
                    <a:pt x="1132986" y="0"/>
                    <a:pt x="1233402" y="0"/>
                  </a:cubicBezTo>
                  <a:lnTo>
                    <a:pt x="1359080" y="0"/>
                  </a:lnTo>
                  <a:lnTo>
                    <a:pt x="297515" y="1439042"/>
                  </a:lnTo>
                  <a:lnTo>
                    <a:pt x="216400" y="1399941"/>
                  </a:lnTo>
                  <a:cubicBezTo>
                    <a:pt x="136892" y="1356717"/>
                    <a:pt x="64361" y="1302284"/>
                    <a:pt x="917" y="1238752"/>
                  </a:cubicBezTo>
                  <a:lnTo>
                    <a:pt x="0" y="1237639"/>
                  </a:lnTo>
                  <a:lnTo>
                    <a:pt x="912993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9159B15-9A98-41BE-6AAA-C45DB35D5B10}"/>
                </a:ext>
              </a:extLst>
            </p:cNvPr>
            <p:cNvSpPr>
              <a:spLocks/>
            </p:cNvSpPr>
            <p:nvPr/>
          </p:nvSpPr>
          <p:spPr bwMode="auto">
            <a:xfrm>
              <a:off x="5764166" y="2803526"/>
              <a:ext cx="1484154" cy="1512888"/>
            </a:xfrm>
            <a:custGeom>
              <a:avLst/>
              <a:gdLst>
                <a:gd name="connsiteX0" fmla="*/ 1097401 w 1484154"/>
                <a:gd name="connsiteY0" fmla="*/ 0 h 1512888"/>
                <a:gd name="connsiteX1" fmla="*/ 1105760 w 1484154"/>
                <a:gd name="connsiteY1" fmla="*/ 0 h 1512888"/>
                <a:gd name="connsiteX2" fmla="*/ 1470038 w 1484154"/>
                <a:gd name="connsiteY2" fmla="*/ 73626 h 1512888"/>
                <a:gd name="connsiteX3" fmla="*/ 1484154 w 1484154"/>
                <a:gd name="connsiteY3" fmla="*/ 80433 h 1512888"/>
                <a:gd name="connsiteX4" fmla="*/ 427448 w 1484154"/>
                <a:gd name="connsiteY4" fmla="*/ 1512888 h 1512888"/>
                <a:gd name="connsiteX5" fmla="*/ 379050 w 1484154"/>
                <a:gd name="connsiteY5" fmla="*/ 1512888 h 1512888"/>
                <a:gd name="connsiteX6" fmla="*/ 212915 w 1484154"/>
                <a:gd name="connsiteY6" fmla="*/ 1512888 h 1512888"/>
                <a:gd name="connsiteX7" fmla="*/ 24331 w 1484154"/>
                <a:gd name="connsiteY7" fmla="*/ 1493879 h 1512888"/>
                <a:gd name="connsiteX8" fmla="*/ 0 w 1484154"/>
                <a:gd name="connsiteY8" fmla="*/ 1487621 h 1512888"/>
                <a:gd name="connsiteX9" fmla="*/ 1097401 w 1484154"/>
                <a:gd name="connsiteY9" fmla="*/ 0 h 1512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84154" h="1512888">
                  <a:moveTo>
                    <a:pt x="1097401" y="0"/>
                  </a:moveTo>
                  <a:lnTo>
                    <a:pt x="1105760" y="0"/>
                  </a:lnTo>
                  <a:cubicBezTo>
                    <a:pt x="1234979" y="0"/>
                    <a:pt x="1358077" y="26219"/>
                    <a:pt x="1470038" y="73626"/>
                  </a:cubicBezTo>
                  <a:lnTo>
                    <a:pt x="1484154" y="80433"/>
                  </a:lnTo>
                  <a:lnTo>
                    <a:pt x="427448" y="1512888"/>
                  </a:lnTo>
                  <a:lnTo>
                    <a:pt x="379050" y="1512888"/>
                  </a:lnTo>
                  <a:cubicBezTo>
                    <a:pt x="325421" y="1512888"/>
                    <a:pt x="270061" y="1512888"/>
                    <a:pt x="212915" y="1512888"/>
                  </a:cubicBezTo>
                  <a:cubicBezTo>
                    <a:pt x="148306" y="1512888"/>
                    <a:pt x="85236" y="1506343"/>
                    <a:pt x="24331" y="1493879"/>
                  </a:cubicBezTo>
                  <a:lnTo>
                    <a:pt x="0" y="1487621"/>
                  </a:lnTo>
                  <a:lnTo>
                    <a:pt x="1097401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D2E393C-2EF5-F32F-E428-0D879ACF9CB8}"/>
                </a:ext>
              </a:extLst>
            </p:cNvPr>
            <p:cNvGrpSpPr/>
            <p:nvPr/>
          </p:nvGrpSpPr>
          <p:grpSpPr>
            <a:xfrm>
              <a:off x="4860608" y="2652714"/>
              <a:ext cx="2828510" cy="1879696"/>
              <a:chOff x="4926013" y="7300913"/>
              <a:chExt cx="3005138" cy="1997075"/>
            </a:xfrm>
          </p:grpSpPr>
          <p:sp>
            <p:nvSpPr>
              <p:cNvPr id="11" name="Freeform 95">
                <a:extLst>
                  <a:ext uri="{FF2B5EF4-FFF2-40B4-BE49-F238E27FC236}">
                    <a16:creationId xmlns:a16="http://schemas.microsoft.com/office/drawing/2014/main" id="{ECE2DE97-F940-E9B4-C72A-9E036CAD16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26013" y="7300913"/>
                <a:ext cx="2949575" cy="1927225"/>
              </a:xfrm>
              <a:custGeom>
                <a:avLst/>
                <a:gdLst>
                  <a:gd name="T0" fmla="*/ 4375 w 4375"/>
                  <a:gd name="T1" fmla="*/ 2855 h 2855"/>
                  <a:gd name="T2" fmla="*/ 4375 w 4375"/>
                  <a:gd name="T3" fmla="*/ 1481 h 2855"/>
                  <a:gd name="T4" fmla="*/ 2894 w 4375"/>
                  <a:gd name="T5" fmla="*/ 0 h 2855"/>
                  <a:gd name="T6" fmla="*/ 0 w 4375"/>
                  <a:gd name="T7" fmla="*/ 0 h 2855"/>
                  <a:gd name="T8" fmla="*/ 0 w 4375"/>
                  <a:gd name="T9" fmla="*/ 911 h 2855"/>
                  <a:gd name="T10" fmla="*/ 1481 w 4375"/>
                  <a:gd name="T11" fmla="*/ 2392 h 2855"/>
                  <a:gd name="T12" fmla="*/ 2860 w 4375"/>
                  <a:gd name="T13" fmla="*/ 2392 h 28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375" h="2855">
                    <a:moveTo>
                      <a:pt x="4375" y="2855"/>
                    </a:moveTo>
                    <a:cubicBezTo>
                      <a:pt x="4375" y="1481"/>
                      <a:pt x="4375" y="1481"/>
                      <a:pt x="4375" y="1481"/>
                    </a:cubicBezTo>
                    <a:cubicBezTo>
                      <a:pt x="4375" y="663"/>
                      <a:pt x="3712" y="0"/>
                      <a:pt x="2894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911"/>
                      <a:pt x="0" y="911"/>
                      <a:pt x="0" y="911"/>
                    </a:cubicBezTo>
                    <a:cubicBezTo>
                      <a:pt x="0" y="1729"/>
                      <a:pt x="663" y="2392"/>
                      <a:pt x="1481" y="2392"/>
                    </a:cubicBezTo>
                    <a:cubicBezTo>
                      <a:pt x="2860" y="2392"/>
                      <a:pt x="2860" y="2392"/>
                      <a:pt x="2860" y="2392"/>
                    </a:cubicBezTo>
                  </a:path>
                </a:pathLst>
              </a:custGeom>
              <a:noFill/>
              <a:ln w="11113" cap="flat">
                <a:solidFill>
                  <a:srgbClr val="00000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96">
                <a:extLst>
                  <a:ext uri="{FF2B5EF4-FFF2-40B4-BE49-F238E27FC236}">
                    <a16:creationId xmlns:a16="http://schemas.microsoft.com/office/drawing/2014/main" id="{0E14CB9A-320D-9ABC-21B5-30B1807D65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20026" y="9197975"/>
                <a:ext cx="111125" cy="100013"/>
              </a:xfrm>
              <a:custGeom>
                <a:avLst/>
                <a:gdLst>
                  <a:gd name="T0" fmla="*/ 83 w 165"/>
                  <a:gd name="T1" fmla="*/ 149 h 149"/>
                  <a:gd name="T2" fmla="*/ 165 w 165"/>
                  <a:gd name="T3" fmla="*/ 0 h 149"/>
                  <a:gd name="T4" fmla="*/ 83 w 165"/>
                  <a:gd name="T5" fmla="*/ 30 h 149"/>
                  <a:gd name="T6" fmla="*/ 0 w 165"/>
                  <a:gd name="T7" fmla="*/ 0 h 149"/>
                  <a:gd name="T8" fmla="*/ 83 w 165"/>
                  <a:gd name="T9" fmla="*/ 149 h 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5" h="149">
                    <a:moveTo>
                      <a:pt x="83" y="149"/>
                    </a:moveTo>
                    <a:cubicBezTo>
                      <a:pt x="101" y="99"/>
                      <a:pt x="132" y="38"/>
                      <a:pt x="165" y="0"/>
                    </a:cubicBezTo>
                    <a:cubicBezTo>
                      <a:pt x="83" y="30"/>
                      <a:pt x="83" y="30"/>
                      <a:pt x="83" y="3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38"/>
                      <a:pt x="64" y="99"/>
                      <a:pt x="83" y="14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Oval 97">
                <a:extLst>
                  <a:ext uri="{FF2B5EF4-FFF2-40B4-BE49-F238E27FC236}">
                    <a16:creationId xmlns:a16="http://schemas.microsoft.com/office/drawing/2014/main" id="{01DDC5DE-93AC-B953-6CE5-9B4F85AFE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51651" y="8878888"/>
                <a:ext cx="71438" cy="71438"/>
              </a:xfrm>
              <a:prstGeom prst="ellipse">
                <a:avLst/>
              </a:prstGeom>
              <a:noFill/>
              <a:ln w="11113" cap="flat">
                <a:solidFill>
                  <a:srgbClr val="00000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BBAB47A-AA6F-E28E-DC3D-0A5E95DA90EE}"/>
              </a:ext>
            </a:extLst>
          </p:cNvPr>
          <p:cNvSpPr txBox="1"/>
          <p:nvPr/>
        </p:nvSpPr>
        <p:spPr>
          <a:xfrm>
            <a:off x="6116494" y="4646486"/>
            <a:ext cx="36984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sz="6000">
                <a:solidFill>
                  <a:srgbClr val="99FFCC"/>
                </a:solidFill>
                <a:latin typeface="IRANYekanXFaNum Heavy"/>
              </a:rPr>
              <a:t>ریاضی پایه هفتم</a:t>
            </a:r>
            <a:endParaRPr lang="en-US" sz="6000" dirty="0">
              <a:solidFill>
                <a:srgbClr val="99FFCC"/>
              </a:solidFill>
              <a:latin typeface="IRANYekanXFaNum Heavy" pitchFamily="2" charset="-78"/>
              <a:cs typeface="IRANYekanXFaNum Heavy" pitchFamily="2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2658E1-8E72-5B46-9DED-B8789D8FA565}"/>
              </a:ext>
            </a:extLst>
          </p:cNvPr>
          <p:cNvSpPr/>
          <p:nvPr/>
        </p:nvSpPr>
        <p:spPr>
          <a:xfrm>
            <a:off x="2797716" y="1757748"/>
            <a:ext cx="6038833" cy="28007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sz="8800">
                <a:latin typeface="IRANYekanXFaNum Heavy"/>
              </a:rPr>
              <a:t>آموزش فصل اول:</a:t>
            </a:r>
          </a:p>
          <a:p>
            <a:pPr algn="r"/>
            <a:r>
              <a:rPr sz="8800">
                <a:latin typeface="IRANYekanXFaNum Heavy"/>
              </a:rPr>
              <a:t>مجموعه‌ها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0D0C55-22AD-C92B-15CD-DD2764B5B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FF4CA18-231C-91FD-6DD1-413F63C86A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  <p:grpSp>
        <p:nvGrpSpPr>
          <p:cNvPr id="44" name="Connector B">
            <a:extLst>
              <a:ext uri="{FF2B5EF4-FFF2-40B4-BE49-F238E27FC236}">
                <a16:creationId xmlns:a16="http://schemas.microsoft.com/office/drawing/2014/main" id="{6625EB3B-A483-2253-748A-3AE405563C67}"/>
              </a:ext>
            </a:extLst>
          </p:cNvPr>
          <p:cNvGrpSpPr/>
          <p:nvPr/>
        </p:nvGrpSpPr>
        <p:grpSpPr>
          <a:xfrm flipH="1">
            <a:off x="5429917" y="2153889"/>
            <a:ext cx="1487644" cy="481092"/>
            <a:chOff x="3908440" y="2300061"/>
            <a:chExt cx="1487644" cy="481092"/>
          </a:xfrm>
        </p:grpSpPr>
        <p:sp>
          <p:nvSpPr>
            <p:cNvPr id="45" name="Freeform 63">
              <a:extLst>
                <a:ext uri="{FF2B5EF4-FFF2-40B4-BE49-F238E27FC236}">
                  <a16:creationId xmlns:a16="http://schemas.microsoft.com/office/drawing/2014/main" id="{B9FB19D1-E62C-D005-4656-D1412BBD1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3814" y="2300061"/>
              <a:ext cx="1352270" cy="414009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6" name="Oval 64">
              <a:extLst>
                <a:ext uri="{FF2B5EF4-FFF2-40B4-BE49-F238E27FC236}">
                  <a16:creationId xmlns:a16="http://schemas.microsoft.com/office/drawing/2014/main" id="{92E985B9-D889-7847-17D4-0E315699B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8440" y="2645177"/>
              <a:ext cx="135371" cy="135976"/>
            </a:xfrm>
            <a:prstGeom prst="ellipse">
              <a:avLst/>
            </a:prstGeom>
            <a:noFill/>
            <a:ln w="25400" cap="flat">
              <a:solidFill>
                <a:srgbClr val="5E6C8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7" name="Oval 65">
              <a:extLst>
                <a:ext uri="{FF2B5EF4-FFF2-40B4-BE49-F238E27FC236}">
                  <a16:creationId xmlns:a16="http://schemas.microsoft.com/office/drawing/2014/main" id="{7B205558-7650-A40F-1788-F86BEFFD90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4964" y="2685028"/>
              <a:ext cx="60434" cy="61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3454668-C14D-B075-B161-35451D52C41B}"/>
              </a:ext>
            </a:extLst>
          </p:cNvPr>
          <p:cNvGrpSpPr/>
          <p:nvPr/>
        </p:nvGrpSpPr>
        <p:grpSpPr>
          <a:xfrm flipH="1">
            <a:off x="6952744" y="1783124"/>
            <a:ext cx="3288064" cy="3291752"/>
            <a:chOff x="3708875" y="2192339"/>
            <a:chExt cx="2468966" cy="2471737"/>
          </a:xfrm>
        </p:grpSpPr>
        <p:sp>
          <p:nvSpPr>
            <p:cNvPr id="61" name="Part D">
              <a:extLst>
                <a:ext uri="{FF2B5EF4-FFF2-40B4-BE49-F238E27FC236}">
                  <a16:creationId xmlns:a16="http://schemas.microsoft.com/office/drawing/2014/main" id="{E5F3B818-F4C1-AA68-8B7C-4A0E736B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3444876"/>
              <a:ext cx="1177925" cy="585788"/>
            </a:xfrm>
            <a:custGeom>
              <a:avLst/>
              <a:gdLst/>
              <a:ahLst/>
              <a:cxnLst>
                <a:cxn ang="0">
                  <a:pos x="821" y="0"/>
                </a:cxn>
                <a:cxn ang="0">
                  <a:pos x="0" y="0"/>
                </a:cxn>
                <a:cxn ang="0">
                  <a:pos x="711" y="410"/>
                </a:cxn>
                <a:cxn ang="0">
                  <a:pos x="821" y="0"/>
                </a:cxn>
              </a:cxnLst>
              <a:rect l="0" t="0" r="r" b="b"/>
              <a:pathLst>
                <a:path w="821" h="410">
                  <a:moveTo>
                    <a:pt x="82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1" y="410"/>
                    <a:pt x="711" y="410"/>
                    <a:pt x="711" y="410"/>
                  </a:cubicBezTo>
                  <a:cubicBezTo>
                    <a:pt x="779" y="289"/>
                    <a:pt x="819" y="149"/>
                    <a:pt x="821" y="0"/>
                  </a:cubicBezTo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2" name="Part C">
              <a:extLst>
                <a:ext uri="{FF2B5EF4-FFF2-40B4-BE49-F238E27FC236}">
                  <a16:creationId xmlns:a16="http://schemas.microsoft.com/office/drawing/2014/main" id="{05668046-FE6D-8424-077F-9AC289765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2824164"/>
              <a:ext cx="1177925" cy="585788"/>
            </a:xfrm>
            <a:custGeom>
              <a:avLst/>
              <a:gdLst/>
              <a:ahLst/>
              <a:cxnLst>
                <a:cxn ang="0">
                  <a:pos x="711" y="0"/>
                </a:cxn>
                <a:cxn ang="0">
                  <a:pos x="0" y="410"/>
                </a:cxn>
                <a:cxn ang="0">
                  <a:pos x="821" y="410"/>
                </a:cxn>
                <a:cxn ang="0">
                  <a:pos x="711" y="0"/>
                </a:cxn>
              </a:cxnLst>
              <a:rect l="0" t="0" r="r" b="b"/>
              <a:pathLst>
                <a:path w="821" h="410">
                  <a:moveTo>
                    <a:pt x="711" y="0"/>
                  </a:moveTo>
                  <a:cubicBezTo>
                    <a:pt x="0" y="410"/>
                    <a:pt x="0" y="410"/>
                    <a:pt x="0" y="410"/>
                  </a:cubicBezTo>
                  <a:cubicBezTo>
                    <a:pt x="821" y="410"/>
                    <a:pt x="821" y="410"/>
                    <a:pt x="821" y="410"/>
                  </a:cubicBezTo>
                  <a:cubicBezTo>
                    <a:pt x="819" y="261"/>
                    <a:pt x="779" y="121"/>
                    <a:pt x="711" y="0"/>
                  </a:cubicBezTo>
                </a:path>
              </a:pathLst>
            </a:cu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3" name="Part F">
              <a:extLst>
                <a:ext uri="{FF2B5EF4-FFF2-40B4-BE49-F238E27FC236}">
                  <a16:creationId xmlns:a16="http://schemas.microsoft.com/office/drawing/2014/main" id="{34F40651-00DD-DAF1-41A0-02A95E60FD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3492501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711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148" y="818"/>
                    <a:pt x="288" y="779"/>
                    <a:pt x="410" y="71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4" name="Part A">
              <a:extLst>
                <a:ext uri="{FF2B5EF4-FFF2-40B4-BE49-F238E27FC236}">
                  <a16:creationId xmlns:a16="http://schemas.microsoft.com/office/drawing/2014/main" id="{2601458E-AA93-D782-3B33-727FFE2FC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2192339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109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410" y="109"/>
                    <a:pt x="410" y="109"/>
                    <a:pt x="410" y="109"/>
                  </a:cubicBezTo>
                  <a:cubicBezTo>
                    <a:pt x="288" y="41"/>
                    <a:pt x="148" y="2"/>
                    <a:pt x="0" y="0"/>
                  </a:cubicBezTo>
                </a:path>
              </a:pathLst>
            </a:cu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5" name="Part E">
              <a:extLst>
                <a:ext uri="{FF2B5EF4-FFF2-40B4-BE49-F238E27FC236}">
                  <a16:creationId xmlns:a16="http://schemas.microsoft.com/office/drawing/2014/main" id="{BDFE7165-E62D-54CF-ED4D-AD2101C7E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3475039"/>
              <a:ext cx="1020763" cy="1016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411" y="711"/>
                </a:cxn>
                <a:cxn ang="0">
                  <a:pos x="711" y="410"/>
                </a:cxn>
                <a:cxn ang="0">
                  <a:pos x="0" y="0"/>
                </a:cxn>
              </a:cxnLst>
              <a:rect l="0" t="0" r="r" b="b"/>
              <a:pathLst>
                <a:path w="711" h="711">
                  <a:moveTo>
                    <a:pt x="0" y="0"/>
                  </a:moveTo>
                  <a:cubicBezTo>
                    <a:pt x="411" y="711"/>
                    <a:pt x="411" y="711"/>
                    <a:pt x="411" y="711"/>
                  </a:cubicBezTo>
                  <a:cubicBezTo>
                    <a:pt x="534" y="637"/>
                    <a:pt x="637" y="533"/>
                    <a:pt x="711" y="41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6" name="Part B">
              <a:extLst>
                <a:ext uri="{FF2B5EF4-FFF2-40B4-BE49-F238E27FC236}">
                  <a16:creationId xmlns:a16="http://schemas.microsoft.com/office/drawing/2014/main" id="{CE562669-E11E-AAFD-A2DA-2B15EAD16E7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2365376"/>
              <a:ext cx="1020763" cy="1014413"/>
            </a:xfrm>
            <a:custGeom>
              <a:avLst/>
              <a:gdLst/>
              <a:ahLst/>
              <a:cxnLst>
                <a:cxn ang="0">
                  <a:pos x="411" y="0"/>
                </a:cxn>
                <a:cxn ang="0">
                  <a:pos x="0" y="711"/>
                </a:cxn>
                <a:cxn ang="0">
                  <a:pos x="711" y="301"/>
                </a:cxn>
                <a:cxn ang="0">
                  <a:pos x="411" y="0"/>
                </a:cxn>
              </a:cxnLst>
              <a:rect l="0" t="0" r="r" b="b"/>
              <a:pathLst>
                <a:path w="711" h="711">
                  <a:moveTo>
                    <a:pt x="411" y="0"/>
                  </a:moveTo>
                  <a:cubicBezTo>
                    <a:pt x="0" y="711"/>
                    <a:pt x="0" y="711"/>
                    <a:pt x="0" y="711"/>
                  </a:cubicBezTo>
                  <a:cubicBezTo>
                    <a:pt x="711" y="301"/>
                    <a:pt x="711" y="301"/>
                    <a:pt x="711" y="301"/>
                  </a:cubicBezTo>
                  <a:cubicBezTo>
                    <a:pt x="637" y="178"/>
                    <a:pt x="534" y="74"/>
                    <a:pt x="411" y="0"/>
                  </a:cubicBezTo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7" name="Big shape">
              <a:extLst>
                <a:ext uri="{FF2B5EF4-FFF2-40B4-BE49-F238E27FC236}">
                  <a16:creationId xmlns:a16="http://schemas.microsoft.com/office/drawing/2014/main" id="{52588A6F-3083-7C4D-279E-605D64CA4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875" y="2192530"/>
              <a:ext cx="1220153" cy="2471128"/>
            </a:xfrm>
            <a:custGeom>
              <a:avLst/>
              <a:gdLst>
                <a:gd name="T0" fmla="*/ 854 w 854"/>
                <a:gd name="T1" fmla="*/ 865 h 1730"/>
                <a:gd name="T2" fmla="*/ 854 w 854"/>
                <a:gd name="T3" fmla="*/ 0 h 1730"/>
                <a:gd name="T4" fmla="*/ 0 w 854"/>
                <a:gd name="T5" fmla="*/ 865 h 1730"/>
                <a:gd name="T6" fmla="*/ 854 w 854"/>
                <a:gd name="T7" fmla="*/ 1730 h 1730"/>
                <a:gd name="T8" fmla="*/ 854 w 854"/>
                <a:gd name="T9" fmla="*/ 865 h 17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4" h="1730">
                  <a:moveTo>
                    <a:pt x="854" y="865"/>
                  </a:moveTo>
                  <a:cubicBezTo>
                    <a:pt x="854" y="0"/>
                    <a:pt x="854" y="0"/>
                    <a:pt x="854" y="0"/>
                  </a:cubicBezTo>
                  <a:cubicBezTo>
                    <a:pt x="381" y="6"/>
                    <a:pt x="0" y="391"/>
                    <a:pt x="0" y="865"/>
                  </a:cubicBezTo>
                  <a:cubicBezTo>
                    <a:pt x="0" y="1339"/>
                    <a:pt x="381" y="1724"/>
                    <a:pt x="854" y="1730"/>
                  </a:cubicBezTo>
                  <a:lnTo>
                    <a:pt x="854" y="865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1A1B7">
                    <a:shade val="30000"/>
                    <a:satMod val="115000"/>
                  </a:srgbClr>
                </a:gs>
                <a:gs pos="50000">
                  <a:srgbClr val="91A1B7">
                    <a:shade val="67500"/>
                    <a:satMod val="115000"/>
                  </a:srgbClr>
                </a:gs>
                <a:gs pos="100000">
                  <a:srgbClr val="91A1B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sp>
        <p:nvSpPr>
          <p:cNvPr id="68" name="Main circle">
            <a:extLst>
              <a:ext uri="{FF2B5EF4-FFF2-40B4-BE49-F238E27FC236}">
                <a16:creationId xmlns:a16="http://schemas.microsoft.com/office/drawing/2014/main" id="{46FA23DC-7B79-F391-C2A1-0DAC3425CAD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066371" y="1895287"/>
            <a:ext cx="3064784" cy="3067200"/>
          </a:xfrm>
          <a:prstGeom prst="ellipse">
            <a:avLst/>
          </a:prstGeom>
          <a:gradFill flip="none" rotWithShape="1">
            <a:gsLst>
              <a:gs pos="0">
                <a:srgbClr val="FEFFFF"/>
              </a:gs>
              <a:gs pos="100000">
                <a:srgbClr val="D8D9D9"/>
              </a:gs>
            </a:gsLst>
            <a:lin ang="2700000" scaled="1"/>
            <a:tileRect/>
          </a:gradFill>
          <a:ln>
            <a:noFill/>
          </a:ln>
          <a:effectLst>
            <a:outerShdw blurRad="381000" dist="177800" dir="2700000" algn="tl" rotWithShape="0">
              <a:prstClr val="black">
                <a:alpha val="7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>
              <a:latin typeface="Lato" panose="020F0502020204030203" pitchFamily="34" charset="0"/>
              <a:cs typeface="IRANYekanX ExtraBlack" pitchFamily="2" charset="-78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3DF68C-5EB0-EEC0-AC99-21D051B0630D}"/>
              </a:ext>
            </a:extLst>
          </p:cNvPr>
          <p:cNvSpPr txBox="1"/>
          <p:nvPr/>
        </p:nvSpPr>
        <p:spPr>
          <a:xfrm>
            <a:off x="7347049" y="2472338"/>
            <a:ext cx="24432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/>
            <a:r>
              <a:rPr lang="fa-I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IRANYekanX ExtraBlack" pitchFamily="2" charset="-78"/>
                <a:cs typeface="IRANYekanX ExtraBlack" pitchFamily="2" charset="-78"/>
              </a:rPr>
              <a:t>فصل اول: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IRANYekanX ExtraBlack" pitchFamily="2" charset="-78"/>
              <a:cs typeface="IRANYekanX ExtraBlack" pitchFamily="2" charset="-78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5481F5-9A4E-09D6-3324-F78B4FFF9579}"/>
              </a:ext>
            </a:extLst>
          </p:cNvPr>
          <p:cNvSpPr/>
          <p:nvPr/>
        </p:nvSpPr>
        <p:spPr>
          <a:xfrm>
            <a:off x="7258716" y="3207377"/>
            <a:ext cx="2651687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rtl="1"/>
            <a:r>
              <a:rPr lang="fa-IR" sz="4000" dirty="0">
                <a:solidFill>
                  <a:schemeClr val="accent1">
                    <a:lumMod val="75000"/>
                  </a:schemeClr>
                </a:solidFill>
                <a:latin typeface="IRANYekanX ExtraBlack" pitchFamily="2" charset="-78"/>
                <a:cs typeface="IRANYekanX ExtraBlack" pitchFamily="2" charset="-78"/>
              </a:rPr>
              <a:t>راهبردهای</a:t>
            </a:r>
          </a:p>
          <a:p>
            <a:pPr algn="ctr" rtl="1"/>
            <a:r>
              <a:rPr lang="fa-IR" sz="4000" dirty="0">
                <a:solidFill>
                  <a:schemeClr val="accent1">
                    <a:lumMod val="75000"/>
                  </a:schemeClr>
                </a:solidFill>
                <a:latin typeface="IRANYekanX ExtraBlack" pitchFamily="2" charset="-78"/>
                <a:cs typeface="IRANYekanX ExtraBlack" pitchFamily="2" charset="-78"/>
              </a:rPr>
              <a:t>حل مسئله</a:t>
            </a:r>
            <a:endParaRPr lang="en-US" sz="4000" dirty="0">
              <a:solidFill>
                <a:schemeClr val="accent1">
                  <a:lumMod val="75000"/>
                </a:schemeClr>
              </a:solidFill>
              <a:latin typeface="IRANYekanX ExtraBlack" pitchFamily="2" charset="-78"/>
              <a:cs typeface="IRANYekanX ExtraBlack" pitchFamily="2" charset="-78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BDC80F-9EBD-911B-2D0E-9433D5EA3FB0}"/>
              </a:ext>
            </a:extLst>
          </p:cNvPr>
          <p:cNvGrpSpPr/>
          <p:nvPr/>
        </p:nvGrpSpPr>
        <p:grpSpPr>
          <a:xfrm>
            <a:off x="3273676" y="1261778"/>
            <a:ext cx="2000331" cy="1446550"/>
            <a:chOff x="7803739" y="878197"/>
            <a:chExt cx="1469629" cy="1216215"/>
          </a:xfrm>
        </p:grpSpPr>
        <p:sp>
          <p:nvSpPr>
            <p:cNvPr id="72" name="Freeform 83">
              <a:extLst>
                <a:ext uri="{FF2B5EF4-FFF2-40B4-BE49-F238E27FC236}">
                  <a16:creationId xmlns:a16="http://schemas.microsoft.com/office/drawing/2014/main" id="{E1160838-C412-CC86-DEE6-34E1429F68DA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رسم شکل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3" name="A">
              <a:extLst>
                <a:ext uri="{FF2B5EF4-FFF2-40B4-BE49-F238E27FC236}">
                  <a16:creationId xmlns:a16="http://schemas.microsoft.com/office/drawing/2014/main" id="{F2CD9789-42B8-1658-DDDB-F43046884FF3}"/>
                </a:ext>
              </a:extLst>
            </p:cNvPr>
            <p:cNvSpPr txBox="1"/>
            <p:nvPr/>
          </p:nvSpPr>
          <p:spPr>
            <a:xfrm>
              <a:off x="9077306" y="878197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1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573F6C4-8C16-F2DA-43C7-9F003FD77461}"/>
              </a:ext>
            </a:extLst>
          </p:cNvPr>
          <p:cNvGrpSpPr/>
          <p:nvPr/>
        </p:nvGrpSpPr>
        <p:grpSpPr>
          <a:xfrm>
            <a:off x="3214025" y="3804897"/>
            <a:ext cx="2127686" cy="1446550"/>
            <a:chOff x="7803739" y="882620"/>
            <a:chExt cx="1563196" cy="1216215"/>
          </a:xfrm>
        </p:grpSpPr>
        <p:sp>
          <p:nvSpPr>
            <p:cNvPr id="75" name="Freeform 83">
              <a:extLst>
                <a:ext uri="{FF2B5EF4-FFF2-40B4-BE49-F238E27FC236}">
                  <a16:creationId xmlns:a16="http://schemas.microsoft.com/office/drawing/2014/main" id="{7F8C89F2-BFB6-95D8-3AEF-E26D999EC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solidFill>
              <a:srgbClr val="E8782D"/>
            </a:soli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الگو سازی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6" name="A">
              <a:extLst>
                <a:ext uri="{FF2B5EF4-FFF2-40B4-BE49-F238E27FC236}">
                  <a16:creationId xmlns:a16="http://schemas.microsoft.com/office/drawing/2014/main" id="{85A95ED0-8931-FF1F-92F4-D6320CD4E301}"/>
                </a:ext>
              </a:extLst>
            </p:cNvPr>
            <p:cNvSpPr txBox="1"/>
            <p:nvPr/>
          </p:nvSpPr>
          <p:spPr>
            <a:xfrm>
              <a:off x="9170873" y="882620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2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3FB91-2CDE-05E0-87CC-522290F72C28}"/>
              </a:ext>
            </a:extLst>
          </p:cNvPr>
          <p:cNvGrpSpPr/>
          <p:nvPr/>
        </p:nvGrpSpPr>
        <p:grpSpPr>
          <a:xfrm>
            <a:off x="5441262" y="4264045"/>
            <a:ext cx="1510900" cy="502296"/>
            <a:chOff x="5603251" y="4527981"/>
            <a:chExt cx="1510900" cy="502296"/>
          </a:xfrm>
        </p:grpSpPr>
        <p:grpSp>
          <p:nvGrpSpPr>
            <p:cNvPr id="32" name="Connector D">
              <a:extLst>
                <a:ext uri="{FF2B5EF4-FFF2-40B4-BE49-F238E27FC236}">
                  <a16:creationId xmlns:a16="http://schemas.microsoft.com/office/drawing/2014/main" id="{ECDFCFCD-8A2B-B3E7-B577-E33406ECB24C}"/>
                </a:ext>
              </a:extLst>
            </p:cNvPr>
            <p:cNvGrpSpPr/>
            <p:nvPr/>
          </p:nvGrpSpPr>
          <p:grpSpPr>
            <a:xfrm flipH="1">
              <a:off x="6970151" y="4527981"/>
              <a:ext cx="144000" cy="144000"/>
              <a:chOff x="3898359" y="4075035"/>
              <a:chExt cx="145452" cy="128229"/>
            </a:xfrm>
          </p:grpSpPr>
          <p:sp>
            <p:nvSpPr>
              <p:cNvPr id="34" name="Oval 70">
                <a:extLst>
                  <a:ext uri="{FF2B5EF4-FFF2-40B4-BE49-F238E27FC236}">
                    <a16:creationId xmlns:a16="http://schemas.microsoft.com/office/drawing/2014/main" id="{7C5EA917-8B54-8C7E-4470-05E30F9F4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98359" y="4075035"/>
                <a:ext cx="145452" cy="128229"/>
              </a:xfrm>
              <a:prstGeom prst="ellipse">
                <a:avLst/>
              </a:prstGeom>
              <a:noFill/>
              <a:ln w="25400" cap="flat">
                <a:solidFill>
                  <a:srgbClr val="5E6C82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  <p:sp>
            <p:nvSpPr>
              <p:cNvPr id="35" name="Oval 71">
                <a:extLst>
                  <a:ext uri="{FF2B5EF4-FFF2-40B4-BE49-F238E27FC236}">
                    <a16:creationId xmlns:a16="http://schemas.microsoft.com/office/drawing/2014/main" id="{33E5FED4-72D5-804F-3B38-D2C9253709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2645" y="4107657"/>
                <a:ext cx="72726" cy="64115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</p:grpSp>
        <p:sp>
          <p:nvSpPr>
            <p:cNvPr id="3" name="Freeform 63">
              <a:extLst>
                <a:ext uri="{FF2B5EF4-FFF2-40B4-BE49-F238E27FC236}">
                  <a16:creationId xmlns:a16="http://schemas.microsoft.com/office/drawing/2014/main" id="{176149DB-6CAE-3636-F932-75AD91DDE322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03251" y="4615142"/>
              <a:ext cx="1352270" cy="415135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24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00"/>
                            </p:stCondLst>
                            <p:childTnLst>
                              <p:par>
                                <p:cTn id="18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65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950"/>
                            </p:stCondLst>
                            <p:childTnLst>
                              <p:par>
                                <p:cTn id="32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"/>
                            </p:stCondLst>
                            <p:childTnLst>
                              <p:par>
                                <p:cTn id="42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/>
      <p:bldP spid="7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FF4CA18-231C-91FD-6DD1-413F63C86A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  <p:grpSp>
        <p:nvGrpSpPr>
          <p:cNvPr id="44" name="Connector B">
            <a:extLst>
              <a:ext uri="{FF2B5EF4-FFF2-40B4-BE49-F238E27FC236}">
                <a16:creationId xmlns:a16="http://schemas.microsoft.com/office/drawing/2014/main" id="{6625EB3B-A483-2253-748A-3AE405563C67}"/>
              </a:ext>
            </a:extLst>
          </p:cNvPr>
          <p:cNvGrpSpPr/>
          <p:nvPr/>
        </p:nvGrpSpPr>
        <p:grpSpPr>
          <a:xfrm flipH="1">
            <a:off x="5429917" y="2153889"/>
            <a:ext cx="1487644" cy="481092"/>
            <a:chOff x="3908440" y="2300061"/>
            <a:chExt cx="1487644" cy="481092"/>
          </a:xfrm>
        </p:grpSpPr>
        <p:sp>
          <p:nvSpPr>
            <p:cNvPr id="45" name="Freeform 63">
              <a:extLst>
                <a:ext uri="{FF2B5EF4-FFF2-40B4-BE49-F238E27FC236}">
                  <a16:creationId xmlns:a16="http://schemas.microsoft.com/office/drawing/2014/main" id="{B9FB19D1-E62C-D005-4656-D1412BBD1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3814" y="2300061"/>
              <a:ext cx="1352270" cy="414009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6" name="Oval 64">
              <a:extLst>
                <a:ext uri="{FF2B5EF4-FFF2-40B4-BE49-F238E27FC236}">
                  <a16:creationId xmlns:a16="http://schemas.microsoft.com/office/drawing/2014/main" id="{92E985B9-D889-7847-17D4-0E315699B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8440" y="2645177"/>
              <a:ext cx="135371" cy="135976"/>
            </a:xfrm>
            <a:prstGeom prst="ellipse">
              <a:avLst/>
            </a:prstGeom>
            <a:noFill/>
            <a:ln w="25400" cap="flat">
              <a:solidFill>
                <a:srgbClr val="5E6C8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7" name="Oval 65">
              <a:extLst>
                <a:ext uri="{FF2B5EF4-FFF2-40B4-BE49-F238E27FC236}">
                  <a16:creationId xmlns:a16="http://schemas.microsoft.com/office/drawing/2014/main" id="{7B205558-7650-A40F-1788-F86BEFFD90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4964" y="2685028"/>
              <a:ext cx="60434" cy="61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3454668-C14D-B075-B161-35451D52C41B}"/>
              </a:ext>
            </a:extLst>
          </p:cNvPr>
          <p:cNvGrpSpPr/>
          <p:nvPr/>
        </p:nvGrpSpPr>
        <p:grpSpPr>
          <a:xfrm flipH="1">
            <a:off x="6952744" y="1783124"/>
            <a:ext cx="3288064" cy="3291752"/>
            <a:chOff x="3708875" y="2192339"/>
            <a:chExt cx="2468966" cy="2471737"/>
          </a:xfrm>
        </p:grpSpPr>
        <p:sp>
          <p:nvSpPr>
            <p:cNvPr id="61" name="Part D">
              <a:extLst>
                <a:ext uri="{FF2B5EF4-FFF2-40B4-BE49-F238E27FC236}">
                  <a16:creationId xmlns:a16="http://schemas.microsoft.com/office/drawing/2014/main" id="{E5F3B818-F4C1-AA68-8B7C-4A0E736B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3444876"/>
              <a:ext cx="1177925" cy="585788"/>
            </a:xfrm>
            <a:custGeom>
              <a:avLst/>
              <a:gdLst/>
              <a:ahLst/>
              <a:cxnLst>
                <a:cxn ang="0">
                  <a:pos x="821" y="0"/>
                </a:cxn>
                <a:cxn ang="0">
                  <a:pos x="0" y="0"/>
                </a:cxn>
                <a:cxn ang="0">
                  <a:pos x="711" y="410"/>
                </a:cxn>
                <a:cxn ang="0">
                  <a:pos x="821" y="0"/>
                </a:cxn>
              </a:cxnLst>
              <a:rect l="0" t="0" r="r" b="b"/>
              <a:pathLst>
                <a:path w="821" h="410">
                  <a:moveTo>
                    <a:pt x="82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1" y="410"/>
                    <a:pt x="711" y="410"/>
                    <a:pt x="711" y="410"/>
                  </a:cubicBezTo>
                  <a:cubicBezTo>
                    <a:pt x="779" y="289"/>
                    <a:pt x="819" y="149"/>
                    <a:pt x="821" y="0"/>
                  </a:cubicBezTo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2" name="Part C">
              <a:extLst>
                <a:ext uri="{FF2B5EF4-FFF2-40B4-BE49-F238E27FC236}">
                  <a16:creationId xmlns:a16="http://schemas.microsoft.com/office/drawing/2014/main" id="{05668046-FE6D-8424-077F-9AC289765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2824164"/>
              <a:ext cx="1177925" cy="585788"/>
            </a:xfrm>
            <a:custGeom>
              <a:avLst/>
              <a:gdLst/>
              <a:ahLst/>
              <a:cxnLst>
                <a:cxn ang="0">
                  <a:pos x="711" y="0"/>
                </a:cxn>
                <a:cxn ang="0">
                  <a:pos x="0" y="410"/>
                </a:cxn>
                <a:cxn ang="0">
                  <a:pos x="821" y="410"/>
                </a:cxn>
                <a:cxn ang="0">
                  <a:pos x="711" y="0"/>
                </a:cxn>
              </a:cxnLst>
              <a:rect l="0" t="0" r="r" b="b"/>
              <a:pathLst>
                <a:path w="821" h="410">
                  <a:moveTo>
                    <a:pt x="711" y="0"/>
                  </a:moveTo>
                  <a:cubicBezTo>
                    <a:pt x="0" y="410"/>
                    <a:pt x="0" y="410"/>
                    <a:pt x="0" y="410"/>
                  </a:cubicBezTo>
                  <a:cubicBezTo>
                    <a:pt x="821" y="410"/>
                    <a:pt x="821" y="410"/>
                    <a:pt x="821" y="410"/>
                  </a:cubicBezTo>
                  <a:cubicBezTo>
                    <a:pt x="819" y="261"/>
                    <a:pt x="779" y="121"/>
                    <a:pt x="711" y="0"/>
                  </a:cubicBezTo>
                </a:path>
              </a:pathLst>
            </a:cu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3" name="Part F">
              <a:extLst>
                <a:ext uri="{FF2B5EF4-FFF2-40B4-BE49-F238E27FC236}">
                  <a16:creationId xmlns:a16="http://schemas.microsoft.com/office/drawing/2014/main" id="{34F40651-00DD-DAF1-41A0-02A95E60FD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3492501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711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148" y="818"/>
                    <a:pt x="288" y="779"/>
                    <a:pt x="410" y="71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4" name="Part A">
              <a:extLst>
                <a:ext uri="{FF2B5EF4-FFF2-40B4-BE49-F238E27FC236}">
                  <a16:creationId xmlns:a16="http://schemas.microsoft.com/office/drawing/2014/main" id="{2601458E-AA93-D782-3B33-727FFE2FC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2192339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109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410" y="109"/>
                    <a:pt x="410" y="109"/>
                    <a:pt x="410" y="109"/>
                  </a:cubicBezTo>
                  <a:cubicBezTo>
                    <a:pt x="288" y="41"/>
                    <a:pt x="148" y="2"/>
                    <a:pt x="0" y="0"/>
                  </a:cubicBezTo>
                </a:path>
              </a:pathLst>
            </a:cu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5" name="Part E">
              <a:extLst>
                <a:ext uri="{FF2B5EF4-FFF2-40B4-BE49-F238E27FC236}">
                  <a16:creationId xmlns:a16="http://schemas.microsoft.com/office/drawing/2014/main" id="{BDFE7165-E62D-54CF-ED4D-AD2101C7E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3475039"/>
              <a:ext cx="1020763" cy="1016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411" y="711"/>
                </a:cxn>
                <a:cxn ang="0">
                  <a:pos x="711" y="410"/>
                </a:cxn>
                <a:cxn ang="0">
                  <a:pos x="0" y="0"/>
                </a:cxn>
              </a:cxnLst>
              <a:rect l="0" t="0" r="r" b="b"/>
              <a:pathLst>
                <a:path w="711" h="711">
                  <a:moveTo>
                    <a:pt x="0" y="0"/>
                  </a:moveTo>
                  <a:cubicBezTo>
                    <a:pt x="411" y="711"/>
                    <a:pt x="411" y="711"/>
                    <a:pt x="411" y="711"/>
                  </a:cubicBezTo>
                  <a:cubicBezTo>
                    <a:pt x="534" y="637"/>
                    <a:pt x="637" y="533"/>
                    <a:pt x="711" y="41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6" name="Part B">
              <a:extLst>
                <a:ext uri="{FF2B5EF4-FFF2-40B4-BE49-F238E27FC236}">
                  <a16:creationId xmlns:a16="http://schemas.microsoft.com/office/drawing/2014/main" id="{CE562669-E11E-AAFD-A2DA-2B15EAD16E7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2365376"/>
              <a:ext cx="1020763" cy="1014413"/>
            </a:xfrm>
            <a:custGeom>
              <a:avLst/>
              <a:gdLst/>
              <a:ahLst/>
              <a:cxnLst>
                <a:cxn ang="0">
                  <a:pos x="411" y="0"/>
                </a:cxn>
                <a:cxn ang="0">
                  <a:pos x="0" y="711"/>
                </a:cxn>
                <a:cxn ang="0">
                  <a:pos x="711" y="301"/>
                </a:cxn>
                <a:cxn ang="0">
                  <a:pos x="411" y="0"/>
                </a:cxn>
              </a:cxnLst>
              <a:rect l="0" t="0" r="r" b="b"/>
              <a:pathLst>
                <a:path w="711" h="711">
                  <a:moveTo>
                    <a:pt x="411" y="0"/>
                  </a:moveTo>
                  <a:cubicBezTo>
                    <a:pt x="0" y="711"/>
                    <a:pt x="0" y="711"/>
                    <a:pt x="0" y="711"/>
                  </a:cubicBezTo>
                  <a:cubicBezTo>
                    <a:pt x="711" y="301"/>
                    <a:pt x="711" y="301"/>
                    <a:pt x="711" y="301"/>
                  </a:cubicBezTo>
                  <a:cubicBezTo>
                    <a:pt x="637" y="178"/>
                    <a:pt x="534" y="74"/>
                    <a:pt x="411" y="0"/>
                  </a:cubicBezTo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7" name="Big shape">
              <a:extLst>
                <a:ext uri="{FF2B5EF4-FFF2-40B4-BE49-F238E27FC236}">
                  <a16:creationId xmlns:a16="http://schemas.microsoft.com/office/drawing/2014/main" id="{52588A6F-3083-7C4D-279E-605D64CA4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875" y="2192530"/>
              <a:ext cx="1220153" cy="2471128"/>
            </a:xfrm>
            <a:custGeom>
              <a:avLst/>
              <a:gdLst>
                <a:gd name="T0" fmla="*/ 854 w 854"/>
                <a:gd name="T1" fmla="*/ 865 h 1730"/>
                <a:gd name="T2" fmla="*/ 854 w 854"/>
                <a:gd name="T3" fmla="*/ 0 h 1730"/>
                <a:gd name="T4" fmla="*/ 0 w 854"/>
                <a:gd name="T5" fmla="*/ 865 h 1730"/>
                <a:gd name="T6" fmla="*/ 854 w 854"/>
                <a:gd name="T7" fmla="*/ 1730 h 1730"/>
                <a:gd name="T8" fmla="*/ 854 w 854"/>
                <a:gd name="T9" fmla="*/ 865 h 17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4" h="1730">
                  <a:moveTo>
                    <a:pt x="854" y="865"/>
                  </a:moveTo>
                  <a:cubicBezTo>
                    <a:pt x="854" y="0"/>
                    <a:pt x="854" y="0"/>
                    <a:pt x="854" y="0"/>
                  </a:cubicBezTo>
                  <a:cubicBezTo>
                    <a:pt x="381" y="6"/>
                    <a:pt x="0" y="391"/>
                    <a:pt x="0" y="865"/>
                  </a:cubicBezTo>
                  <a:cubicBezTo>
                    <a:pt x="0" y="1339"/>
                    <a:pt x="381" y="1724"/>
                    <a:pt x="854" y="1730"/>
                  </a:cubicBezTo>
                  <a:lnTo>
                    <a:pt x="854" y="865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1A1B7">
                    <a:shade val="30000"/>
                    <a:satMod val="115000"/>
                  </a:srgbClr>
                </a:gs>
                <a:gs pos="50000">
                  <a:srgbClr val="91A1B7">
                    <a:shade val="67500"/>
                    <a:satMod val="115000"/>
                  </a:srgbClr>
                </a:gs>
                <a:gs pos="100000">
                  <a:srgbClr val="91A1B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sp>
        <p:nvSpPr>
          <p:cNvPr id="68" name="Main circle">
            <a:extLst>
              <a:ext uri="{FF2B5EF4-FFF2-40B4-BE49-F238E27FC236}">
                <a16:creationId xmlns:a16="http://schemas.microsoft.com/office/drawing/2014/main" id="{46FA23DC-7B79-F391-C2A1-0DAC3425CAD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066371" y="1895287"/>
            <a:ext cx="3064784" cy="3067200"/>
          </a:xfrm>
          <a:prstGeom prst="ellipse">
            <a:avLst/>
          </a:prstGeom>
          <a:gradFill flip="none" rotWithShape="1">
            <a:gsLst>
              <a:gs pos="0">
                <a:srgbClr val="FEFFFF"/>
              </a:gs>
              <a:gs pos="100000">
                <a:srgbClr val="D8D9D9"/>
              </a:gs>
            </a:gsLst>
            <a:lin ang="2700000" scaled="1"/>
            <a:tileRect/>
          </a:gradFill>
          <a:ln>
            <a:noFill/>
          </a:ln>
          <a:effectLst>
            <a:outerShdw blurRad="381000" dist="177800" dir="2700000" algn="tl" rotWithShape="0">
              <a:prstClr val="black">
                <a:alpha val="7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>
              <a:latin typeface="Lato" panose="020F0502020204030203" pitchFamily="34" charset="0"/>
              <a:cs typeface="IRANYekanX ExtraBlack" pitchFamily="2" charset="-78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3DF68C-5EB0-EEC0-AC99-21D051B0630D}"/>
              </a:ext>
            </a:extLst>
          </p:cNvPr>
          <p:cNvSpPr txBox="1"/>
          <p:nvPr/>
        </p:nvSpPr>
        <p:spPr>
          <a:xfrm>
            <a:off x="7347049" y="2472338"/>
            <a:ext cx="24432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/>
            <a:r>
              <a:rPr lang="fa-I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IRANYekanX ExtraBlack" pitchFamily="2" charset="-78"/>
                <a:cs typeface="IRANYekanX ExtraBlack" pitchFamily="2" charset="-78"/>
              </a:rPr>
              <a:t>فصل اول: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IRANYekanX ExtraBlack" pitchFamily="2" charset="-78"/>
              <a:cs typeface="IRANYekanX ExtraBlack" pitchFamily="2" charset="-78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5481F5-9A4E-09D6-3324-F78B4FFF9579}"/>
              </a:ext>
            </a:extLst>
          </p:cNvPr>
          <p:cNvSpPr/>
          <p:nvPr/>
        </p:nvSpPr>
        <p:spPr>
          <a:xfrm>
            <a:off x="7258716" y="3207377"/>
            <a:ext cx="2651687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rtl="1"/>
            <a:r>
              <a:rPr lang="fa-IR" sz="4000" dirty="0">
                <a:solidFill>
                  <a:schemeClr val="accent1">
                    <a:lumMod val="75000"/>
                  </a:schemeClr>
                </a:solidFill>
                <a:latin typeface="IRANYekanX ExtraBlack" pitchFamily="2" charset="-78"/>
                <a:cs typeface="IRANYekanX ExtraBlack" pitchFamily="2" charset="-78"/>
              </a:rPr>
              <a:t>راهبردهای</a:t>
            </a:r>
          </a:p>
          <a:p>
            <a:pPr algn="ctr" rtl="1"/>
            <a:r>
              <a:rPr lang="fa-IR" sz="4000" dirty="0">
                <a:solidFill>
                  <a:schemeClr val="accent1">
                    <a:lumMod val="75000"/>
                  </a:schemeClr>
                </a:solidFill>
                <a:latin typeface="IRANYekanX ExtraBlack" pitchFamily="2" charset="-78"/>
                <a:cs typeface="IRANYekanX ExtraBlack" pitchFamily="2" charset="-78"/>
              </a:rPr>
              <a:t>حل مسئله</a:t>
            </a:r>
            <a:endParaRPr lang="en-US" sz="4000" dirty="0">
              <a:solidFill>
                <a:schemeClr val="accent1">
                  <a:lumMod val="75000"/>
                </a:schemeClr>
              </a:solidFill>
              <a:latin typeface="IRANYekanX ExtraBlack" pitchFamily="2" charset="-78"/>
              <a:cs typeface="IRANYekanX ExtraBlack" pitchFamily="2" charset="-78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BDC80F-9EBD-911B-2D0E-9433D5EA3FB0}"/>
              </a:ext>
            </a:extLst>
          </p:cNvPr>
          <p:cNvGrpSpPr/>
          <p:nvPr/>
        </p:nvGrpSpPr>
        <p:grpSpPr>
          <a:xfrm>
            <a:off x="3273676" y="1261778"/>
            <a:ext cx="2000331" cy="1446550"/>
            <a:chOff x="7803739" y="878197"/>
            <a:chExt cx="1469629" cy="1216215"/>
          </a:xfrm>
        </p:grpSpPr>
        <p:sp>
          <p:nvSpPr>
            <p:cNvPr id="72" name="Freeform 83">
              <a:extLst>
                <a:ext uri="{FF2B5EF4-FFF2-40B4-BE49-F238E27FC236}">
                  <a16:creationId xmlns:a16="http://schemas.microsoft.com/office/drawing/2014/main" id="{E1160838-C412-CC86-DEE6-34E1429F68DA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رسم شکل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3" name="A">
              <a:extLst>
                <a:ext uri="{FF2B5EF4-FFF2-40B4-BE49-F238E27FC236}">
                  <a16:creationId xmlns:a16="http://schemas.microsoft.com/office/drawing/2014/main" id="{F2CD9789-42B8-1658-DDDB-F43046884FF3}"/>
                </a:ext>
              </a:extLst>
            </p:cNvPr>
            <p:cNvSpPr txBox="1"/>
            <p:nvPr/>
          </p:nvSpPr>
          <p:spPr>
            <a:xfrm>
              <a:off x="9077306" y="878197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1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573F6C4-8C16-F2DA-43C7-9F003FD77461}"/>
              </a:ext>
            </a:extLst>
          </p:cNvPr>
          <p:cNvGrpSpPr/>
          <p:nvPr/>
        </p:nvGrpSpPr>
        <p:grpSpPr>
          <a:xfrm>
            <a:off x="3214025" y="3804897"/>
            <a:ext cx="2127686" cy="1446550"/>
            <a:chOff x="7803739" y="882620"/>
            <a:chExt cx="1563196" cy="1216215"/>
          </a:xfrm>
        </p:grpSpPr>
        <p:sp>
          <p:nvSpPr>
            <p:cNvPr id="75" name="Freeform 83">
              <a:extLst>
                <a:ext uri="{FF2B5EF4-FFF2-40B4-BE49-F238E27FC236}">
                  <a16:creationId xmlns:a16="http://schemas.microsoft.com/office/drawing/2014/main" id="{7F8C89F2-BFB6-95D8-3AEF-E26D999EC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solidFill>
              <a:srgbClr val="E8782D"/>
            </a:soli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الگو سازی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6" name="A">
              <a:extLst>
                <a:ext uri="{FF2B5EF4-FFF2-40B4-BE49-F238E27FC236}">
                  <a16:creationId xmlns:a16="http://schemas.microsoft.com/office/drawing/2014/main" id="{85A95ED0-8931-FF1F-92F4-D6320CD4E301}"/>
                </a:ext>
              </a:extLst>
            </p:cNvPr>
            <p:cNvSpPr txBox="1"/>
            <p:nvPr/>
          </p:nvSpPr>
          <p:spPr>
            <a:xfrm>
              <a:off x="9170873" y="882620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2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3FB91-2CDE-05E0-87CC-522290F72C28}"/>
              </a:ext>
            </a:extLst>
          </p:cNvPr>
          <p:cNvGrpSpPr/>
          <p:nvPr/>
        </p:nvGrpSpPr>
        <p:grpSpPr>
          <a:xfrm>
            <a:off x="5441262" y="4264045"/>
            <a:ext cx="1510900" cy="502296"/>
            <a:chOff x="5603251" y="4527981"/>
            <a:chExt cx="1510900" cy="502296"/>
          </a:xfrm>
        </p:grpSpPr>
        <p:grpSp>
          <p:nvGrpSpPr>
            <p:cNvPr id="32" name="Connector D">
              <a:extLst>
                <a:ext uri="{FF2B5EF4-FFF2-40B4-BE49-F238E27FC236}">
                  <a16:creationId xmlns:a16="http://schemas.microsoft.com/office/drawing/2014/main" id="{ECDFCFCD-8A2B-B3E7-B577-E33406ECB24C}"/>
                </a:ext>
              </a:extLst>
            </p:cNvPr>
            <p:cNvGrpSpPr/>
            <p:nvPr/>
          </p:nvGrpSpPr>
          <p:grpSpPr>
            <a:xfrm flipH="1">
              <a:off x="6970151" y="4527981"/>
              <a:ext cx="144000" cy="144000"/>
              <a:chOff x="3898359" y="4075035"/>
              <a:chExt cx="145452" cy="128229"/>
            </a:xfrm>
          </p:grpSpPr>
          <p:sp>
            <p:nvSpPr>
              <p:cNvPr id="34" name="Oval 70">
                <a:extLst>
                  <a:ext uri="{FF2B5EF4-FFF2-40B4-BE49-F238E27FC236}">
                    <a16:creationId xmlns:a16="http://schemas.microsoft.com/office/drawing/2014/main" id="{7C5EA917-8B54-8C7E-4470-05E30F9F4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98359" y="4075035"/>
                <a:ext cx="145452" cy="128229"/>
              </a:xfrm>
              <a:prstGeom prst="ellipse">
                <a:avLst/>
              </a:prstGeom>
              <a:noFill/>
              <a:ln w="25400" cap="flat">
                <a:solidFill>
                  <a:srgbClr val="5E6C82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  <p:sp>
            <p:nvSpPr>
              <p:cNvPr id="35" name="Oval 71">
                <a:extLst>
                  <a:ext uri="{FF2B5EF4-FFF2-40B4-BE49-F238E27FC236}">
                    <a16:creationId xmlns:a16="http://schemas.microsoft.com/office/drawing/2014/main" id="{33E5FED4-72D5-804F-3B38-D2C9253709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2645" y="4107657"/>
                <a:ext cx="72726" cy="64115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</p:grpSp>
        <p:sp>
          <p:nvSpPr>
            <p:cNvPr id="3" name="Freeform 63">
              <a:extLst>
                <a:ext uri="{FF2B5EF4-FFF2-40B4-BE49-F238E27FC236}">
                  <a16:creationId xmlns:a16="http://schemas.microsoft.com/office/drawing/2014/main" id="{176149DB-6CAE-3636-F932-75AD91DDE322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03251" y="4615142"/>
              <a:ext cx="1352270" cy="415135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24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00"/>
                            </p:stCondLst>
                            <p:childTnLst>
                              <p:par>
                                <p:cTn id="18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65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950"/>
                            </p:stCondLst>
                            <p:childTnLst>
                              <p:par>
                                <p:cTn id="32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"/>
                            </p:stCondLst>
                            <p:childTnLst>
                              <p:par>
                                <p:cTn id="42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/>
      <p:bldP spid="70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FF4CA18-231C-91FD-6DD1-413F63C86A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  <p:grpSp>
        <p:nvGrpSpPr>
          <p:cNvPr id="44" name="Connector B">
            <a:extLst>
              <a:ext uri="{FF2B5EF4-FFF2-40B4-BE49-F238E27FC236}">
                <a16:creationId xmlns:a16="http://schemas.microsoft.com/office/drawing/2014/main" id="{6625EB3B-A483-2253-748A-3AE405563C67}"/>
              </a:ext>
            </a:extLst>
          </p:cNvPr>
          <p:cNvGrpSpPr/>
          <p:nvPr/>
        </p:nvGrpSpPr>
        <p:grpSpPr>
          <a:xfrm flipH="1">
            <a:off x="5429917" y="2153889"/>
            <a:ext cx="1487644" cy="481092"/>
            <a:chOff x="3908440" y="2300061"/>
            <a:chExt cx="1487644" cy="481092"/>
          </a:xfrm>
        </p:grpSpPr>
        <p:sp>
          <p:nvSpPr>
            <p:cNvPr id="45" name="Freeform 63">
              <a:extLst>
                <a:ext uri="{FF2B5EF4-FFF2-40B4-BE49-F238E27FC236}">
                  <a16:creationId xmlns:a16="http://schemas.microsoft.com/office/drawing/2014/main" id="{B9FB19D1-E62C-D005-4656-D1412BBD1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3814" y="2300061"/>
              <a:ext cx="1352270" cy="414009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6" name="Oval 64">
              <a:extLst>
                <a:ext uri="{FF2B5EF4-FFF2-40B4-BE49-F238E27FC236}">
                  <a16:creationId xmlns:a16="http://schemas.microsoft.com/office/drawing/2014/main" id="{92E985B9-D889-7847-17D4-0E315699B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8440" y="2645177"/>
              <a:ext cx="135371" cy="135976"/>
            </a:xfrm>
            <a:prstGeom prst="ellipse">
              <a:avLst/>
            </a:prstGeom>
            <a:noFill/>
            <a:ln w="25400" cap="flat">
              <a:solidFill>
                <a:srgbClr val="5E6C8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7" name="Oval 65">
              <a:extLst>
                <a:ext uri="{FF2B5EF4-FFF2-40B4-BE49-F238E27FC236}">
                  <a16:creationId xmlns:a16="http://schemas.microsoft.com/office/drawing/2014/main" id="{7B205558-7650-A40F-1788-F86BEFFD90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4964" y="2685028"/>
              <a:ext cx="60434" cy="61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3454668-C14D-B075-B161-35451D52C41B}"/>
              </a:ext>
            </a:extLst>
          </p:cNvPr>
          <p:cNvGrpSpPr/>
          <p:nvPr/>
        </p:nvGrpSpPr>
        <p:grpSpPr>
          <a:xfrm flipH="1">
            <a:off x="6952744" y="1783124"/>
            <a:ext cx="3288064" cy="3291752"/>
            <a:chOff x="3708875" y="2192339"/>
            <a:chExt cx="2468966" cy="2471737"/>
          </a:xfrm>
        </p:grpSpPr>
        <p:sp>
          <p:nvSpPr>
            <p:cNvPr id="61" name="Part D">
              <a:extLst>
                <a:ext uri="{FF2B5EF4-FFF2-40B4-BE49-F238E27FC236}">
                  <a16:creationId xmlns:a16="http://schemas.microsoft.com/office/drawing/2014/main" id="{E5F3B818-F4C1-AA68-8B7C-4A0E736B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3444876"/>
              <a:ext cx="1177925" cy="585788"/>
            </a:xfrm>
            <a:custGeom>
              <a:avLst/>
              <a:gdLst/>
              <a:ahLst/>
              <a:cxnLst>
                <a:cxn ang="0">
                  <a:pos x="821" y="0"/>
                </a:cxn>
                <a:cxn ang="0">
                  <a:pos x="0" y="0"/>
                </a:cxn>
                <a:cxn ang="0">
                  <a:pos x="711" y="410"/>
                </a:cxn>
                <a:cxn ang="0">
                  <a:pos x="821" y="0"/>
                </a:cxn>
              </a:cxnLst>
              <a:rect l="0" t="0" r="r" b="b"/>
              <a:pathLst>
                <a:path w="821" h="410">
                  <a:moveTo>
                    <a:pt x="82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1" y="410"/>
                    <a:pt x="711" y="410"/>
                    <a:pt x="711" y="410"/>
                  </a:cubicBezTo>
                  <a:cubicBezTo>
                    <a:pt x="779" y="289"/>
                    <a:pt x="819" y="149"/>
                    <a:pt x="821" y="0"/>
                  </a:cubicBezTo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2" name="Part C">
              <a:extLst>
                <a:ext uri="{FF2B5EF4-FFF2-40B4-BE49-F238E27FC236}">
                  <a16:creationId xmlns:a16="http://schemas.microsoft.com/office/drawing/2014/main" id="{05668046-FE6D-8424-077F-9AC289765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2824164"/>
              <a:ext cx="1177925" cy="585788"/>
            </a:xfrm>
            <a:custGeom>
              <a:avLst/>
              <a:gdLst/>
              <a:ahLst/>
              <a:cxnLst>
                <a:cxn ang="0">
                  <a:pos x="711" y="0"/>
                </a:cxn>
                <a:cxn ang="0">
                  <a:pos x="0" y="410"/>
                </a:cxn>
                <a:cxn ang="0">
                  <a:pos x="821" y="410"/>
                </a:cxn>
                <a:cxn ang="0">
                  <a:pos x="711" y="0"/>
                </a:cxn>
              </a:cxnLst>
              <a:rect l="0" t="0" r="r" b="b"/>
              <a:pathLst>
                <a:path w="821" h="410">
                  <a:moveTo>
                    <a:pt x="711" y="0"/>
                  </a:moveTo>
                  <a:cubicBezTo>
                    <a:pt x="0" y="410"/>
                    <a:pt x="0" y="410"/>
                    <a:pt x="0" y="410"/>
                  </a:cubicBezTo>
                  <a:cubicBezTo>
                    <a:pt x="821" y="410"/>
                    <a:pt x="821" y="410"/>
                    <a:pt x="821" y="410"/>
                  </a:cubicBezTo>
                  <a:cubicBezTo>
                    <a:pt x="819" y="261"/>
                    <a:pt x="779" y="121"/>
                    <a:pt x="711" y="0"/>
                  </a:cubicBezTo>
                </a:path>
              </a:pathLst>
            </a:cu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3" name="Part F">
              <a:extLst>
                <a:ext uri="{FF2B5EF4-FFF2-40B4-BE49-F238E27FC236}">
                  <a16:creationId xmlns:a16="http://schemas.microsoft.com/office/drawing/2014/main" id="{34F40651-00DD-DAF1-41A0-02A95E60FD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3492501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711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148" y="818"/>
                    <a:pt x="288" y="779"/>
                    <a:pt x="410" y="71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4" name="Part A">
              <a:extLst>
                <a:ext uri="{FF2B5EF4-FFF2-40B4-BE49-F238E27FC236}">
                  <a16:creationId xmlns:a16="http://schemas.microsoft.com/office/drawing/2014/main" id="{2601458E-AA93-D782-3B33-727FFE2FC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2192339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109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410" y="109"/>
                    <a:pt x="410" y="109"/>
                    <a:pt x="410" y="109"/>
                  </a:cubicBezTo>
                  <a:cubicBezTo>
                    <a:pt x="288" y="41"/>
                    <a:pt x="148" y="2"/>
                    <a:pt x="0" y="0"/>
                  </a:cubicBezTo>
                </a:path>
              </a:pathLst>
            </a:cu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5" name="Part E">
              <a:extLst>
                <a:ext uri="{FF2B5EF4-FFF2-40B4-BE49-F238E27FC236}">
                  <a16:creationId xmlns:a16="http://schemas.microsoft.com/office/drawing/2014/main" id="{BDFE7165-E62D-54CF-ED4D-AD2101C7E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3475039"/>
              <a:ext cx="1020763" cy="1016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411" y="711"/>
                </a:cxn>
                <a:cxn ang="0">
                  <a:pos x="711" y="410"/>
                </a:cxn>
                <a:cxn ang="0">
                  <a:pos x="0" y="0"/>
                </a:cxn>
              </a:cxnLst>
              <a:rect l="0" t="0" r="r" b="b"/>
              <a:pathLst>
                <a:path w="711" h="711">
                  <a:moveTo>
                    <a:pt x="0" y="0"/>
                  </a:moveTo>
                  <a:cubicBezTo>
                    <a:pt x="411" y="711"/>
                    <a:pt x="411" y="711"/>
                    <a:pt x="411" y="711"/>
                  </a:cubicBezTo>
                  <a:cubicBezTo>
                    <a:pt x="534" y="637"/>
                    <a:pt x="637" y="533"/>
                    <a:pt x="711" y="41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6" name="Part B">
              <a:extLst>
                <a:ext uri="{FF2B5EF4-FFF2-40B4-BE49-F238E27FC236}">
                  <a16:creationId xmlns:a16="http://schemas.microsoft.com/office/drawing/2014/main" id="{CE562669-E11E-AAFD-A2DA-2B15EAD16E7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2365376"/>
              <a:ext cx="1020763" cy="1014413"/>
            </a:xfrm>
            <a:custGeom>
              <a:avLst/>
              <a:gdLst/>
              <a:ahLst/>
              <a:cxnLst>
                <a:cxn ang="0">
                  <a:pos x="411" y="0"/>
                </a:cxn>
                <a:cxn ang="0">
                  <a:pos x="0" y="711"/>
                </a:cxn>
                <a:cxn ang="0">
                  <a:pos x="711" y="301"/>
                </a:cxn>
                <a:cxn ang="0">
                  <a:pos x="411" y="0"/>
                </a:cxn>
              </a:cxnLst>
              <a:rect l="0" t="0" r="r" b="b"/>
              <a:pathLst>
                <a:path w="711" h="711">
                  <a:moveTo>
                    <a:pt x="411" y="0"/>
                  </a:moveTo>
                  <a:cubicBezTo>
                    <a:pt x="0" y="711"/>
                    <a:pt x="0" y="711"/>
                    <a:pt x="0" y="711"/>
                  </a:cubicBezTo>
                  <a:cubicBezTo>
                    <a:pt x="711" y="301"/>
                    <a:pt x="711" y="301"/>
                    <a:pt x="711" y="301"/>
                  </a:cubicBezTo>
                  <a:cubicBezTo>
                    <a:pt x="637" y="178"/>
                    <a:pt x="534" y="74"/>
                    <a:pt x="411" y="0"/>
                  </a:cubicBezTo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7" name="Big shape">
              <a:extLst>
                <a:ext uri="{FF2B5EF4-FFF2-40B4-BE49-F238E27FC236}">
                  <a16:creationId xmlns:a16="http://schemas.microsoft.com/office/drawing/2014/main" id="{52588A6F-3083-7C4D-279E-605D64CA4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875" y="2192530"/>
              <a:ext cx="1220153" cy="2471128"/>
            </a:xfrm>
            <a:custGeom>
              <a:avLst/>
              <a:gdLst>
                <a:gd name="T0" fmla="*/ 854 w 854"/>
                <a:gd name="T1" fmla="*/ 865 h 1730"/>
                <a:gd name="T2" fmla="*/ 854 w 854"/>
                <a:gd name="T3" fmla="*/ 0 h 1730"/>
                <a:gd name="T4" fmla="*/ 0 w 854"/>
                <a:gd name="T5" fmla="*/ 865 h 1730"/>
                <a:gd name="T6" fmla="*/ 854 w 854"/>
                <a:gd name="T7" fmla="*/ 1730 h 1730"/>
                <a:gd name="T8" fmla="*/ 854 w 854"/>
                <a:gd name="T9" fmla="*/ 865 h 17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4" h="1730">
                  <a:moveTo>
                    <a:pt x="854" y="865"/>
                  </a:moveTo>
                  <a:cubicBezTo>
                    <a:pt x="854" y="0"/>
                    <a:pt x="854" y="0"/>
                    <a:pt x="854" y="0"/>
                  </a:cubicBezTo>
                  <a:cubicBezTo>
                    <a:pt x="381" y="6"/>
                    <a:pt x="0" y="391"/>
                    <a:pt x="0" y="865"/>
                  </a:cubicBezTo>
                  <a:cubicBezTo>
                    <a:pt x="0" y="1339"/>
                    <a:pt x="381" y="1724"/>
                    <a:pt x="854" y="1730"/>
                  </a:cubicBezTo>
                  <a:lnTo>
                    <a:pt x="854" y="865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1A1B7">
                    <a:shade val="30000"/>
                    <a:satMod val="115000"/>
                  </a:srgbClr>
                </a:gs>
                <a:gs pos="50000">
                  <a:srgbClr val="91A1B7">
                    <a:shade val="67500"/>
                    <a:satMod val="115000"/>
                  </a:srgbClr>
                </a:gs>
                <a:gs pos="100000">
                  <a:srgbClr val="91A1B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sp>
        <p:nvSpPr>
          <p:cNvPr id="68" name="Main circle">
            <a:extLst>
              <a:ext uri="{FF2B5EF4-FFF2-40B4-BE49-F238E27FC236}">
                <a16:creationId xmlns:a16="http://schemas.microsoft.com/office/drawing/2014/main" id="{46FA23DC-7B79-F391-C2A1-0DAC3425CAD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066371" y="1895287"/>
            <a:ext cx="3064784" cy="3067200"/>
          </a:xfrm>
          <a:prstGeom prst="ellipse">
            <a:avLst/>
          </a:prstGeom>
          <a:gradFill flip="none" rotWithShape="1">
            <a:gsLst>
              <a:gs pos="0">
                <a:srgbClr val="FEFFFF"/>
              </a:gs>
              <a:gs pos="100000">
                <a:srgbClr val="D8D9D9"/>
              </a:gs>
            </a:gsLst>
            <a:lin ang="2700000" scaled="1"/>
            <a:tileRect/>
          </a:gradFill>
          <a:ln>
            <a:noFill/>
          </a:ln>
          <a:effectLst>
            <a:outerShdw blurRad="381000" dist="177800" dir="2700000" algn="tl" rotWithShape="0">
              <a:prstClr val="black">
                <a:alpha val="7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>
              <a:latin typeface="Lato" panose="020F0502020204030203" pitchFamily="34" charset="0"/>
              <a:cs typeface="IRANYekanX ExtraBlack" pitchFamily="2" charset="-78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3DF68C-5EB0-EEC0-AC99-21D051B0630D}"/>
              </a:ext>
            </a:extLst>
          </p:cNvPr>
          <p:cNvSpPr txBox="1"/>
          <p:nvPr/>
        </p:nvSpPr>
        <p:spPr>
          <a:xfrm>
            <a:off x="7347049" y="2472338"/>
            <a:ext cx="24432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sz="4000">
                <a:latin typeface="IRANYekanX ExtraBlack"/>
              </a:rPr>
              <a:t>مجموعه‌های عددی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IRANYekanX ExtraBlack" pitchFamily="2" charset="-78"/>
              <a:cs typeface="IRANYekanX ExtraBlack" pitchFamily="2" charset="-78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5481F5-9A4E-09D6-3324-F78B4FFF9579}"/>
              </a:ext>
            </a:extLst>
          </p:cNvPr>
          <p:cNvSpPr/>
          <p:nvPr/>
        </p:nvSpPr>
        <p:spPr>
          <a:xfrm>
            <a:off x="7258716" y="3207377"/>
            <a:ext cx="2651687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sz="4000">
                <a:latin typeface="IRANYekanX ExtraBlack"/>
              </a:rPr>
              <a:t>اعداد طبیعی (N)</a:t>
            </a:r>
          </a:p>
          <a:p>
            <a:pPr algn="r"/>
            <a:r>
              <a:rPr sz="4000">
                <a:latin typeface="IRANYekanX ExtraBlack"/>
              </a:rPr>
              <a:t>اعداد صحیح (Z)</a:t>
            </a:r>
          </a:p>
          <a:p>
            <a:pPr algn="r"/>
            <a:r>
              <a:rPr sz="4000">
                <a:latin typeface="IRANYekanX ExtraBlack"/>
              </a:rPr>
              <a:t>اعداد گویا (Q)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BDC80F-9EBD-911B-2D0E-9433D5EA3FB0}"/>
              </a:ext>
            </a:extLst>
          </p:cNvPr>
          <p:cNvGrpSpPr/>
          <p:nvPr/>
        </p:nvGrpSpPr>
        <p:grpSpPr>
          <a:xfrm>
            <a:off x="3273676" y="1261778"/>
            <a:ext cx="2000331" cy="1446550"/>
            <a:chOff x="7803739" y="878197"/>
            <a:chExt cx="1469629" cy="1216215"/>
          </a:xfrm>
        </p:grpSpPr>
        <p:sp>
          <p:nvSpPr>
            <p:cNvPr id="72" name="Freeform 83">
              <a:extLst>
                <a:ext uri="{FF2B5EF4-FFF2-40B4-BE49-F238E27FC236}">
                  <a16:creationId xmlns:a16="http://schemas.microsoft.com/office/drawing/2014/main" id="{E1160838-C412-CC86-DEE6-34E1429F68DA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رسم شکل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3" name="A">
              <a:extLst>
                <a:ext uri="{FF2B5EF4-FFF2-40B4-BE49-F238E27FC236}">
                  <a16:creationId xmlns:a16="http://schemas.microsoft.com/office/drawing/2014/main" id="{F2CD9789-42B8-1658-DDDB-F43046884FF3}"/>
                </a:ext>
              </a:extLst>
            </p:cNvPr>
            <p:cNvSpPr txBox="1"/>
            <p:nvPr/>
          </p:nvSpPr>
          <p:spPr>
            <a:xfrm>
              <a:off x="9077306" y="878197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1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573F6C4-8C16-F2DA-43C7-9F003FD77461}"/>
              </a:ext>
            </a:extLst>
          </p:cNvPr>
          <p:cNvGrpSpPr/>
          <p:nvPr/>
        </p:nvGrpSpPr>
        <p:grpSpPr>
          <a:xfrm>
            <a:off x="3214025" y="3804897"/>
            <a:ext cx="2127686" cy="1446550"/>
            <a:chOff x="7803739" y="882620"/>
            <a:chExt cx="1563196" cy="1216215"/>
          </a:xfrm>
        </p:grpSpPr>
        <p:sp>
          <p:nvSpPr>
            <p:cNvPr id="75" name="Freeform 83">
              <a:extLst>
                <a:ext uri="{FF2B5EF4-FFF2-40B4-BE49-F238E27FC236}">
                  <a16:creationId xmlns:a16="http://schemas.microsoft.com/office/drawing/2014/main" id="{7F8C89F2-BFB6-95D8-3AEF-E26D999EC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solidFill>
              <a:srgbClr val="E8782D"/>
            </a:soli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الگو سازی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6" name="A">
              <a:extLst>
                <a:ext uri="{FF2B5EF4-FFF2-40B4-BE49-F238E27FC236}">
                  <a16:creationId xmlns:a16="http://schemas.microsoft.com/office/drawing/2014/main" id="{85A95ED0-8931-FF1F-92F4-D6320CD4E301}"/>
                </a:ext>
              </a:extLst>
            </p:cNvPr>
            <p:cNvSpPr txBox="1"/>
            <p:nvPr/>
          </p:nvSpPr>
          <p:spPr>
            <a:xfrm>
              <a:off x="9170873" y="882620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2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3FB91-2CDE-05E0-87CC-522290F72C28}"/>
              </a:ext>
            </a:extLst>
          </p:cNvPr>
          <p:cNvGrpSpPr/>
          <p:nvPr/>
        </p:nvGrpSpPr>
        <p:grpSpPr>
          <a:xfrm>
            <a:off x="5441262" y="4264045"/>
            <a:ext cx="1510900" cy="502296"/>
            <a:chOff x="5603251" y="4527981"/>
            <a:chExt cx="1510900" cy="502296"/>
          </a:xfrm>
        </p:grpSpPr>
        <p:grpSp>
          <p:nvGrpSpPr>
            <p:cNvPr id="32" name="Connector D">
              <a:extLst>
                <a:ext uri="{FF2B5EF4-FFF2-40B4-BE49-F238E27FC236}">
                  <a16:creationId xmlns:a16="http://schemas.microsoft.com/office/drawing/2014/main" id="{ECDFCFCD-8A2B-B3E7-B577-E33406ECB24C}"/>
                </a:ext>
              </a:extLst>
            </p:cNvPr>
            <p:cNvGrpSpPr/>
            <p:nvPr/>
          </p:nvGrpSpPr>
          <p:grpSpPr>
            <a:xfrm flipH="1">
              <a:off x="6970151" y="4527981"/>
              <a:ext cx="144000" cy="144000"/>
              <a:chOff x="3898359" y="4075035"/>
              <a:chExt cx="145452" cy="128229"/>
            </a:xfrm>
          </p:grpSpPr>
          <p:sp>
            <p:nvSpPr>
              <p:cNvPr id="34" name="Oval 70">
                <a:extLst>
                  <a:ext uri="{FF2B5EF4-FFF2-40B4-BE49-F238E27FC236}">
                    <a16:creationId xmlns:a16="http://schemas.microsoft.com/office/drawing/2014/main" id="{7C5EA917-8B54-8C7E-4470-05E30F9F4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98359" y="4075035"/>
                <a:ext cx="145452" cy="128229"/>
              </a:xfrm>
              <a:prstGeom prst="ellipse">
                <a:avLst/>
              </a:prstGeom>
              <a:noFill/>
              <a:ln w="25400" cap="flat">
                <a:solidFill>
                  <a:srgbClr val="5E6C82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  <p:sp>
            <p:nvSpPr>
              <p:cNvPr id="35" name="Oval 71">
                <a:extLst>
                  <a:ext uri="{FF2B5EF4-FFF2-40B4-BE49-F238E27FC236}">
                    <a16:creationId xmlns:a16="http://schemas.microsoft.com/office/drawing/2014/main" id="{33E5FED4-72D5-804F-3B38-D2C9253709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2645" y="4107657"/>
                <a:ext cx="72726" cy="64115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</p:grpSp>
        <p:sp>
          <p:nvSpPr>
            <p:cNvPr id="3" name="Freeform 63">
              <a:extLst>
                <a:ext uri="{FF2B5EF4-FFF2-40B4-BE49-F238E27FC236}">
                  <a16:creationId xmlns:a16="http://schemas.microsoft.com/office/drawing/2014/main" id="{176149DB-6CAE-3636-F932-75AD91DDE322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03251" y="4615142"/>
              <a:ext cx="1352270" cy="415135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359039-092B-B57C-B4B9-22FA702C68FB}"/>
              </a:ext>
            </a:extLst>
          </p:cNvPr>
          <p:cNvSpPr/>
          <p:nvPr/>
        </p:nvSpPr>
        <p:spPr>
          <a:xfrm>
            <a:off x="262351" y="706812"/>
            <a:ext cx="8632177" cy="943116"/>
          </a:xfrm>
          <a:prstGeom prst="roundRect">
            <a:avLst>
              <a:gd name="adj" fmla="val 34686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DZ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FC760AB-8052-8206-6BB4-AA859645BC06}"/>
              </a:ext>
            </a:extLst>
          </p:cNvPr>
          <p:cNvGrpSpPr/>
          <p:nvPr/>
        </p:nvGrpSpPr>
        <p:grpSpPr>
          <a:xfrm rot="5400000">
            <a:off x="9079518" y="653854"/>
            <a:ext cx="1666266" cy="993876"/>
            <a:chOff x="5263043" y="3924314"/>
            <a:chExt cx="1666266" cy="993876"/>
          </a:xfrm>
        </p:grpSpPr>
        <p:sp>
          <p:nvSpPr>
            <p:cNvPr id="9" name="Arc 111">
              <a:extLst>
                <a:ext uri="{FF2B5EF4-FFF2-40B4-BE49-F238E27FC236}">
                  <a16:creationId xmlns:a16="http://schemas.microsoft.com/office/drawing/2014/main" id="{5C80231A-121A-6073-AEE7-0C675F686A18}"/>
                </a:ext>
              </a:extLst>
            </p:cNvPr>
            <p:cNvSpPr>
              <a:spLocks/>
            </p:cNvSpPr>
            <p:nvPr/>
          </p:nvSpPr>
          <p:spPr>
            <a:xfrm rot="7125828">
              <a:off x="5634265" y="3553092"/>
              <a:ext cx="923822" cy="1666266"/>
            </a:xfrm>
            <a:custGeom>
              <a:avLst/>
              <a:gdLst>
                <a:gd name="connsiteX0" fmla="*/ 2026459 w 3136511"/>
                <a:gd name="connsiteY0" fmla="*/ 81794 h 3749040"/>
                <a:gd name="connsiteX1" fmla="*/ 3136157 w 3136511"/>
                <a:gd name="connsiteY1" fmla="*/ 1914407 h 3749040"/>
                <a:gd name="connsiteX2" fmla="*/ 1568256 w 3136511"/>
                <a:gd name="connsiteY2" fmla="*/ 1874520 h 3749040"/>
                <a:gd name="connsiteX3" fmla="*/ 2026459 w 3136511"/>
                <a:gd name="connsiteY3" fmla="*/ 81794 h 3749040"/>
                <a:gd name="connsiteX0" fmla="*/ 2026459 w 3136511"/>
                <a:gd name="connsiteY0" fmla="*/ 81794 h 3749040"/>
                <a:gd name="connsiteX1" fmla="*/ 3136157 w 3136511"/>
                <a:gd name="connsiteY1" fmla="*/ 1914407 h 3749040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8203 w 1568259"/>
                <a:gd name="connsiteY0" fmla="*/ 0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026135"/>
                <a:gd name="connsiteY0" fmla="*/ 0 h 1776354"/>
                <a:gd name="connsiteX1" fmla="*/ 1026135 w 1026135"/>
                <a:gd name="connsiteY1" fmla="*/ 1776354 h 1776354"/>
                <a:gd name="connsiteX2" fmla="*/ 0 w 1026135"/>
                <a:gd name="connsiteY2" fmla="*/ 1191335 h 1776354"/>
                <a:gd name="connsiteX3" fmla="*/ 27726 w 1026135"/>
                <a:gd name="connsiteY3" fmla="*/ 0 h 1776354"/>
                <a:gd name="connsiteX0" fmla="*/ 20520 w 1026135"/>
                <a:gd name="connsiteY0" fmla="*/ 34379 h 1776354"/>
                <a:gd name="connsiteX1" fmla="*/ 884205 w 1026135"/>
                <a:gd name="connsiteY1" fmla="*/ 1632603 h 1776354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23822" h="1666266" stroke="0" extrusionOk="0">
                  <a:moveTo>
                    <a:pt x="27726" y="0"/>
                  </a:moveTo>
                  <a:cubicBezTo>
                    <a:pt x="1059256" y="699389"/>
                    <a:pt x="841732" y="475354"/>
                    <a:pt x="917895" y="1666266"/>
                  </a:cubicBezTo>
                  <a:lnTo>
                    <a:pt x="0" y="1191335"/>
                  </a:lnTo>
                  <a:lnTo>
                    <a:pt x="27726" y="0"/>
                  </a:lnTo>
                  <a:close/>
                </a:path>
                <a:path w="923822" h="1666266" fill="none">
                  <a:moveTo>
                    <a:pt x="20520" y="34379"/>
                  </a:moveTo>
                  <a:cubicBezTo>
                    <a:pt x="787091" y="294637"/>
                    <a:pt x="1028502" y="898728"/>
                    <a:pt x="884205" y="1632603"/>
                  </a:cubicBezTo>
                </a:path>
              </a:pathLst>
            </a:custGeom>
            <a:ln w="28575" cap="rnd">
              <a:solidFill>
                <a:srgbClr val="767B7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Lato" panose="020F050202020403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DD7861C-6508-61A9-315A-2B5B5857D5D0}"/>
                </a:ext>
              </a:extLst>
            </p:cNvPr>
            <p:cNvSpPr/>
            <p:nvPr/>
          </p:nvSpPr>
          <p:spPr>
            <a:xfrm>
              <a:off x="6020181" y="4749058"/>
              <a:ext cx="200440" cy="169132"/>
            </a:xfrm>
            <a:custGeom>
              <a:avLst/>
              <a:gdLst>
                <a:gd name="connsiteX0" fmla="*/ 28037 w 200440"/>
                <a:gd name="connsiteY0" fmla="*/ 0 h 169132"/>
                <a:gd name="connsiteX1" fmla="*/ 44586 w 200440"/>
                <a:gd name="connsiteY1" fmla="*/ 1769 h 169132"/>
                <a:gd name="connsiteX2" fmla="*/ 166182 w 200440"/>
                <a:gd name="connsiteY2" fmla="*/ 789 h 169132"/>
                <a:gd name="connsiteX3" fmla="*/ 172411 w 200440"/>
                <a:gd name="connsiteY3" fmla="*/ 11 h 169132"/>
                <a:gd name="connsiteX4" fmla="*/ 192564 w 200440"/>
                <a:gd name="connsiteY4" fmla="*/ 29902 h 169132"/>
                <a:gd name="connsiteX5" fmla="*/ 200440 w 200440"/>
                <a:gd name="connsiteY5" fmla="*/ 68912 h 169132"/>
                <a:gd name="connsiteX6" fmla="*/ 100220 w 200440"/>
                <a:gd name="connsiteY6" fmla="*/ 169132 h 169132"/>
                <a:gd name="connsiteX7" fmla="*/ 0 w 200440"/>
                <a:gd name="connsiteY7" fmla="*/ 68912 h 169132"/>
                <a:gd name="connsiteX8" fmla="*/ 7876 w 200440"/>
                <a:gd name="connsiteY8" fmla="*/ 29902 h 16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440" h="169132">
                  <a:moveTo>
                    <a:pt x="28037" y="0"/>
                  </a:moveTo>
                  <a:lnTo>
                    <a:pt x="44586" y="1769"/>
                  </a:lnTo>
                  <a:cubicBezTo>
                    <a:pt x="84217" y="3762"/>
                    <a:pt x="124733" y="3518"/>
                    <a:pt x="166182" y="789"/>
                  </a:cubicBezTo>
                  <a:lnTo>
                    <a:pt x="172411" y="11"/>
                  </a:lnTo>
                  <a:lnTo>
                    <a:pt x="192564" y="29902"/>
                  </a:lnTo>
                  <a:cubicBezTo>
                    <a:pt x="197636" y="41892"/>
                    <a:pt x="200440" y="55075"/>
                    <a:pt x="200440" y="68912"/>
                  </a:cubicBezTo>
                  <a:cubicBezTo>
                    <a:pt x="200440" y="124262"/>
                    <a:pt x="155570" y="169132"/>
                    <a:pt x="100220" y="169132"/>
                  </a:cubicBezTo>
                  <a:cubicBezTo>
                    <a:pt x="44870" y="169132"/>
                    <a:pt x="0" y="124262"/>
                    <a:pt x="0" y="68912"/>
                  </a:cubicBezTo>
                  <a:cubicBezTo>
                    <a:pt x="0" y="55075"/>
                    <a:pt x="2805" y="41892"/>
                    <a:pt x="7876" y="29902"/>
                  </a:cubicBezTo>
                  <a:close/>
                </a:path>
              </a:pathLst>
            </a:custGeom>
            <a:solidFill>
              <a:srgbClr val="767B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Lato" panose="020F0502020204030203" pitchFamily="34" charset="0"/>
              </a:endParaRP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CE7AFC-DE8B-56BF-1B3F-214691FF0E34}"/>
              </a:ext>
            </a:extLst>
          </p:cNvPr>
          <p:cNvSpPr/>
          <p:nvPr/>
        </p:nvSpPr>
        <p:spPr>
          <a:xfrm>
            <a:off x="11529568" y="737428"/>
            <a:ext cx="353062" cy="848693"/>
          </a:xfrm>
          <a:custGeom>
            <a:avLst/>
            <a:gdLst>
              <a:gd name="connsiteX0" fmla="*/ 214386 w 299245"/>
              <a:gd name="connsiteY0" fmla="*/ 0 h 848693"/>
              <a:gd name="connsiteX1" fmla="*/ 249914 w 299245"/>
              <a:gd name="connsiteY1" fmla="*/ 97295 h 848693"/>
              <a:gd name="connsiteX2" fmla="*/ 299245 w 299245"/>
              <a:gd name="connsiteY2" fmla="*/ 424347 h 848693"/>
              <a:gd name="connsiteX3" fmla="*/ 249914 w 299245"/>
              <a:gd name="connsiteY3" fmla="*/ 751400 h 848693"/>
              <a:gd name="connsiteX4" fmla="*/ 214387 w 299245"/>
              <a:gd name="connsiteY4" fmla="*/ 848693 h 848693"/>
              <a:gd name="connsiteX5" fmla="*/ 181524 w 299245"/>
              <a:gd name="connsiteY5" fmla="*/ 823968 h 848693"/>
              <a:gd name="connsiteX6" fmla="*/ 0 w 299245"/>
              <a:gd name="connsiteY6" fmla="*/ 424346 h 848693"/>
              <a:gd name="connsiteX7" fmla="*/ 181524 w 299245"/>
              <a:gd name="connsiteY7" fmla="*/ 24725 h 848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9245" h="848693">
                <a:moveTo>
                  <a:pt x="214386" y="0"/>
                </a:moveTo>
                <a:lnTo>
                  <a:pt x="249914" y="97295"/>
                </a:lnTo>
                <a:cubicBezTo>
                  <a:pt x="281974" y="200610"/>
                  <a:pt x="299245" y="310457"/>
                  <a:pt x="299245" y="424347"/>
                </a:cubicBezTo>
                <a:cubicBezTo>
                  <a:pt x="299245" y="538238"/>
                  <a:pt x="281974" y="648084"/>
                  <a:pt x="249914" y="751400"/>
                </a:cubicBezTo>
                <a:lnTo>
                  <a:pt x="214387" y="848693"/>
                </a:lnTo>
                <a:lnTo>
                  <a:pt x="181524" y="823968"/>
                </a:lnTo>
                <a:cubicBezTo>
                  <a:pt x="69369" y="721696"/>
                  <a:pt x="0" y="580408"/>
                  <a:pt x="0" y="424346"/>
                </a:cubicBezTo>
                <a:cubicBezTo>
                  <a:pt x="0" y="268284"/>
                  <a:pt x="69369" y="126997"/>
                  <a:pt x="181524" y="24725"/>
                </a:cubicBezTo>
                <a:close/>
              </a:path>
            </a:pathLst>
          </a:cu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70135-9783-2DDC-6F76-50EB4B2355B0}"/>
              </a:ext>
            </a:extLst>
          </p:cNvPr>
          <p:cNvSpPr/>
          <p:nvPr/>
        </p:nvSpPr>
        <p:spPr>
          <a:xfrm flipH="1">
            <a:off x="9683316" y="737428"/>
            <a:ext cx="353062" cy="848693"/>
          </a:xfrm>
          <a:custGeom>
            <a:avLst/>
            <a:gdLst>
              <a:gd name="connsiteX0" fmla="*/ 214386 w 299245"/>
              <a:gd name="connsiteY0" fmla="*/ 0 h 848693"/>
              <a:gd name="connsiteX1" fmla="*/ 249914 w 299245"/>
              <a:gd name="connsiteY1" fmla="*/ 97295 h 848693"/>
              <a:gd name="connsiteX2" fmla="*/ 299245 w 299245"/>
              <a:gd name="connsiteY2" fmla="*/ 424347 h 848693"/>
              <a:gd name="connsiteX3" fmla="*/ 249914 w 299245"/>
              <a:gd name="connsiteY3" fmla="*/ 751400 h 848693"/>
              <a:gd name="connsiteX4" fmla="*/ 214387 w 299245"/>
              <a:gd name="connsiteY4" fmla="*/ 848693 h 848693"/>
              <a:gd name="connsiteX5" fmla="*/ 181524 w 299245"/>
              <a:gd name="connsiteY5" fmla="*/ 823968 h 848693"/>
              <a:gd name="connsiteX6" fmla="*/ 0 w 299245"/>
              <a:gd name="connsiteY6" fmla="*/ 424346 h 848693"/>
              <a:gd name="connsiteX7" fmla="*/ 181524 w 299245"/>
              <a:gd name="connsiteY7" fmla="*/ 24725 h 848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9245" h="848693">
                <a:moveTo>
                  <a:pt x="214386" y="0"/>
                </a:moveTo>
                <a:lnTo>
                  <a:pt x="249914" y="97295"/>
                </a:lnTo>
                <a:cubicBezTo>
                  <a:pt x="281974" y="200610"/>
                  <a:pt x="299245" y="310457"/>
                  <a:pt x="299245" y="424347"/>
                </a:cubicBezTo>
                <a:cubicBezTo>
                  <a:pt x="299245" y="538238"/>
                  <a:pt x="281974" y="648084"/>
                  <a:pt x="249914" y="751400"/>
                </a:cubicBezTo>
                <a:lnTo>
                  <a:pt x="214387" y="848693"/>
                </a:lnTo>
                <a:lnTo>
                  <a:pt x="181524" y="823968"/>
                </a:lnTo>
                <a:cubicBezTo>
                  <a:pt x="69369" y="721696"/>
                  <a:pt x="0" y="580408"/>
                  <a:pt x="0" y="424346"/>
                </a:cubicBezTo>
                <a:cubicBezTo>
                  <a:pt x="0" y="268284"/>
                  <a:pt x="69369" y="126997"/>
                  <a:pt x="181524" y="24725"/>
                </a:cubicBezTo>
                <a:close/>
              </a:path>
            </a:pathLst>
          </a:cu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690240-4F14-EA82-8585-2130EDB61C2D}"/>
              </a:ext>
            </a:extLst>
          </p:cNvPr>
          <p:cNvSpPr>
            <a:spLocks noChangeAspect="1"/>
          </p:cNvSpPr>
          <p:nvPr/>
        </p:nvSpPr>
        <p:spPr>
          <a:xfrm>
            <a:off x="9802197" y="61953"/>
            <a:ext cx="1966302" cy="2199640"/>
          </a:xfrm>
          <a:custGeom>
            <a:avLst/>
            <a:gdLst>
              <a:gd name="connsiteX0" fmla="*/ 983151 w 1966302"/>
              <a:gd name="connsiteY0" fmla="*/ 0 h 2199640"/>
              <a:gd name="connsiteX1" fmla="*/ 1893033 w 1966302"/>
              <a:gd name="connsiteY1" fmla="*/ 484900 h 2199640"/>
              <a:gd name="connsiteX2" fmla="*/ 1966302 w 1966302"/>
              <a:gd name="connsiteY2" fmla="*/ 620201 h 2199640"/>
              <a:gd name="connsiteX3" fmla="*/ 1944102 w 1966302"/>
              <a:gd name="connsiteY3" fmla="*/ 631189 h 2199640"/>
              <a:gd name="connsiteX4" fmla="*/ 1670855 w 1966302"/>
              <a:gd name="connsiteY4" fmla="*/ 1099820 h 2199640"/>
              <a:gd name="connsiteX5" fmla="*/ 1944102 w 1966302"/>
              <a:gd name="connsiteY5" fmla="*/ 1568451 h 2199640"/>
              <a:gd name="connsiteX6" fmla="*/ 1966302 w 1966302"/>
              <a:gd name="connsiteY6" fmla="*/ 1579440 h 2199640"/>
              <a:gd name="connsiteX7" fmla="*/ 1893033 w 1966302"/>
              <a:gd name="connsiteY7" fmla="*/ 1714740 h 2199640"/>
              <a:gd name="connsiteX8" fmla="*/ 983151 w 1966302"/>
              <a:gd name="connsiteY8" fmla="*/ 2199640 h 2199640"/>
              <a:gd name="connsiteX9" fmla="*/ 73269 w 1966302"/>
              <a:gd name="connsiteY9" fmla="*/ 1714740 h 2199640"/>
              <a:gd name="connsiteX10" fmla="*/ 0 w 1966302"/>
              <a:gd name="connsiteY10" fmla="*/ 1579439 h 2199640"/>
              <a:gd name="connsiteX11" fmla="*/ 22200 w 1966302"/>
              <a:gd name="connsiteY11" fmla="*/ 1568451 h 2199640"/>
              <a:gd name="connsiteX12" fmla="*/ 295446 w 1966302"/>
              <a:gd name="connsiteY12" fmla="*/ 1099820 h 2199640"/>
              <a:gd name="connsiteX13" fmla="*/ 22200 w 1966302"/>
              <a:gd name="connsiteY13" fmla="*/ 631189 h 2199640"/>
              <a:gd name="connsiteX14" fmla="*/ 0 w 1966302"/>
              <a:gd name="connsiteY14" fmla="*/ 620201 h 2199640"/>
              <a:gd name="connsiteX15" fmla="*/ 73269 w 1966302"/>
              <a:gd name="connsiteY15" fmla="*/ 484900 h 2199640"/>
              <a:gd name="connsiteX16" fmla="*/ 983151 w 1966302"/>
              <a:gd name="connsiteY16" fmla="*/ 0 h 219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966302" h="2199640">
                <a:moveTo>
                  <a:pt x="983151" y="0"/>
                </a:moveTo>
                <a:cubicBezTo>
                  <a:pt x="1361908" y="0"/>
                  <a:pt x="1695844" y="192346"/>
                  <a:pt x="1893033" y="484900"/>
                </a:cubicBezTo>
                <a:lnTo>
                  <a:pt x="1966302" y="620201"/>
                </a:lnTo>
                <a:lnTo>
                  <a:pt x="1944102" y="631189"/>
                </a:lnTo>
                <a:cubicBezTo>
                  <a:pt x="1779244" y="732750"/>
                  <a:pt x="1670855" y="904743"/>
                  <a:pt x="1670855" y="1099820"/>
                </a:cubicBezTo>
                <a:cubicBezTo>
                  <a:pt x="1670855" y="1294898"/>
                  <a:pt x="1779244" y="1466890"/>
                  <a:pt x="1944102" y="1568451"/>
                </a:cubicBezTo>
                <a:lnTo>
                  <a:pt x="1966302" y="1579440"/>
                </a:lnTo>
                <a:lnTo>
                  <a:pt x="1893033" y="1714740"/>
                </a:lnTo>
                <a:cubicBezTo>
                  <a:pt x="1695844" y="2007294"/>
                  <a:pt x="1361908" y="2199640"/>
                  <a:pt x="983151" y="2199640"/>
                </a:cubicBezTo>
                <a:cubicBezTo>
                  <a:pt x="604394" y="2199640"/>
                  <a:pt x="270459" y="2007294"/>
                  <a:pt x="73269" y="1714740"/>
                </a:cubicBezTo>
                <a:lnTo>
                  <a:pt x="0" y="1579439"/>
                </a:lnTo>
                <a:lnTo>
                  <a:pt x="22200" y="1568451"/>
                </a:lnTo>
                <a:cubicBezTo>
                  <a:pt x="187057" y="1466890"/>
                  <a:pt x="295446" y="1294898"/>
                  <a:pt x="295446" y="1099820"/>
                </a:cubicBezTo>
                <a:cubicBezTo>
                  <a:pt x="295446" y="904743"/>
                  <a:pt x="187057" y="732750"/>
                  <a:pt x="22200" y="631189"/>
                </a:cubicBezTo>
                <a:lnTo>
                  <a:pt x="0" y="620201"/>
                </a:lnTo>
                <a:lnTo>
                  <a:pt x="73269" y="484900"/>
                </a:lnTo>
                <a:cubicBezTo>
                  <a:pt x="270459" y="192346"/>
                  <a:pt x="604394" y="0"/>
                  <a:pt x="983151" y="0"/>
                </a:cubicBezTo>
                <a:close/>
              </a:path>
            </a:pathLst>
          </a:cu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Lato" panose="020F0502020204030203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F511F97-473B-1C83-C998-952CE9BA8339}"/>
              </a:ext>
            </a:extLst>
          </p:cNvPr>
          <p:cNvGrpSpPr/>
          <p:nvPr/>
        </p:nvGrpSpPr>
        <p:grpSpPr>
          <a:xfrm>
            <a:off x="10153750" y="532575"/>
            <a:ext cx="1287780" cy="1291590"/>
            <a:chOff x="7688342" y="576301"/>
            <a:chExt cx="1287780" cy="129159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E593CB1-7CBE-AFBC-81E2-2E79C0965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8342" y="576301"/>
              <a:ext cx="1287780" cy="129159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38100" dir="2700000" sx="105000" sy="105000" algn="tl" rotWithShape="0">
                <a:prstClr val="black">
                  <a:alpha val="43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Lato" panose="020F0502020204030203" pitchFamily="34" charset="0"/>
              </a:endParaRPr>
            </a:p>
          </p:txBody>
        </p:sp>
        <p:grpSp>
          <p:nvGrpSpPr>
            <p:cNvPr id="16" name="Target">
              <a:extLst>
                <a:ext uri="{FF2B5EF4-FFF2-40B4-BE49-F238E27FC236}">
                  <a16:creationId xmlns:a16="http://schemas.microsoft.com/office/drawing/2014/main" id="{22427BD3-DBE0-2B7F-4E82-FB4661CEB2D1}"/>
                </a:ext>
              </a:extLst>
            </p:cNvPr>
            <p:cNvGrpSpPr/>
            <p:nvPr/>
          </p:nvGrpSpPr>
          <p:grpSpPr>
            <a:xfrm>
              <a:off x="7956103" y="770172"/>
              <a:ext cx="839566" cy="848693"/>
              <a:chOff x="7021543" y="3230227"/>
              <a:chExt cx="439248" cy="444023"/>
            </a:xfrm>
            <a:effectLst>
              <a:reflection blurRad="6350" stA="20000" endPos="35000" dir="5400000" sy="-100000" algn="bl" rotWithShape="0"/>
            </a:effectLst>
          </p:grpSpPr>
          <p:sp>
            <p:nvSpPr>
              <p:cNvPr id="17" name="Freeform 56">
                <a:extLst>
                  <a:ext uri="{FF2B5EF4-FFF2-40B4-BE49-F238E27FC236}">
                    <a16:creationId xmlns:a16="http://schemas.microsoft.com/office/drawing/2014/main" id="{499554C4-5618-D6E7-C3FB-6419CDEDC34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5017" y="3340994"/>
                <a:ext cx="274053" cy="273098"/>
              </a:xfrm>
              <a:custGeom>
                <a:avLst/>
                <a:gdLst>
                  <a:gd name="T0" fmla="*/ 146 w 159"/>
                  <a:gd name="T1" fmla="*/ 36 h 159"/>
                  <a:gd name="T2" fmla="*/ 136 w 159"/>
                  <a:gd name="T3" fmla="*/ 46 h 159"/>
                  <a:gd name="T4" fmla="*/ 145 w 159"/>
                  <a:gd name="T5" fmla="*/ 80 h 159"/>
                  <a:gd name="T6" fmla="*/ 80 w 159"/>
                  <a:gd name="T7" fmla="*/ 145 h 159"/>
                  <a:gd name="T8" fmla="*/ 14 w 159"/>
                  <a:gd name="T9" fmla="*/ 80 h 159"/>
                  <a:gd name="T10" fmla="*/ 80 w 159"/>
                  <a:gd name="T11" fmla="*/ 14 h 159"/>
                  <a:gd name="T12" fmla="*/ 113 w 159"/>
                  <a:gd name="T13" fmla="*/ 23 h 159"/>
                  <a:gd name="T14" fmla="*/ 123 w 159"/>
                  <a:gd name="T15" fmla="*/ 13 h 159"/>
                  <a:gd name="T16" fmla="*/ 80 w 159"/>
                  <a:gd name="T17" fmla="*/ 0 h 159"/>
                  <a:gd name="T18" fmla="*/ 0 w 159"/>
                  <a:gd name="T19" fmla="*/ 80 h 159"/>
                  <a:gd name="T20" fmla="*/ 80 w 159"/>
                  <a:gd name="T21" fmla="*/ 159 h 159"/>
                  <a:gd name="T22" fmla="*/ 159 w 159"/>
                  <a:gd name="T23" fmla="*/ 80 h 159"/>
                  <a:gd name="T24" fmla="*/ 146 w 159"/>
                  <a:gd name="T25" fmla="*/ 36 h 159"/>
                  <a:gd name="T26" fmla="*/ 80 w 159"/>
                  <a:gd name="T27" fmla="*/ 47 h 159"/>
                  <a:gd name="T28" fmla="*/ 88 w 159"/>
                  <a:gd name="T29" fmla="*/ 48 h 159"/>
                  <a:gd name="T30" fmla="*/ 99 w 159"/>
                  <a:gd name="T31" fmla="*/ 37 h 159"/>
                  <a:gd name="T32" fmla="*/ 80 w 159"/>
                  <a:gd name="T33" fmla="*/ 33 h 159"/>
                  <a:gd name="T34" fmla="*/ 33 w 159"/>
                  <a:gd name="T35" fmla="*/ 80 h 159"/>
                  <a:gd name="T36" fmla="*/ 80 w 159"/>
                  <a:gd name="T37" fmla="*/ 126 h 159"/>
                  <a:gd name="T38" fmla="*/ 126 w 159"/>
                  <a:gd name="T39" fmla="*/ 80 h 159"/>
                  <a:gd name="T40" fmla="*/ 122 w 159"/>
                  <a:gd name="T41" fmla="*/ 60 h 159"/>
                  <a:gd name="T42" fmla="*/ 111 w 159"/>
                  <a:gd name="T43" fmla="*/ 71 h 159"/>
                  <a:gd name="T44" fmla="*/ 112 w 159"/>
                  <a:gd name="T45" fmla="*/ 80 h 159"/>
                  <a:gd name="T46" fmla="*/ 80 w 159"/>
                  <a:gd name="T47" fmla="*/ 112 h 159"/>
                  <a:gd name="T48" fmla="*/ 47 w 159"/>
                  <a:gd name="T49" fmla="*/ 80 h 159"/>
                  <a:gd name="T50" fmla="*/ 80 w 159"/>
                  <a:gd name="T51" fmla="*/ 47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59" h="159">
                    <a:moveTo>
                      <a:pt x="146" y="36"/>
                    </a:moveTo>
                    <a:cubicBezTo>
                      <a:pt x="143" y="39"/>
                      <a:pt x="139" y="43"/>
                      <a:pt x="136" y="46"/>
                    </a:cubicBezTo>
                    <a:cubicBezTo>
                      <a:pt x="141" y="56"/>
                      <a:pt x="145" y="67"/>
                      <a:pt x="145" y="80"/>
                    </a:cubicBezTo>
                    <a:cubicBezTo>
                      <a:pt x="145" y="116"/>
                      <a:pt x="116" y="145"/>
                      <a:pt x="80" y="145"/>
                    </a:cubicBezTo>
                    <a:cubicBezTo>
                      <a:pt x="43" y="145"/>
                      <a:pt x="14" y="116"/>
                      <a:pt x="14" y="80"/>
                    </a:cubicBezTo>
                    <a:cubicBezTo>
                      <a:pt x="14" y="43"/>
                      <a:pt x="43" y="14"/>
                      <a:pt x="80" y="14"/>
                    </a:cubicBezTo>
                    <a:cubicBezTo>
                      <a:pt x="92" y="14"/>
                      <a:pt x="103" y="18"/>
                      <a:pt x="113" y="23"/>
                    </a:cubicBezTo>
                    <a:cubicBezTo>
                      <a:pt x="116" y="20"/>
                      <a:pt x="120" y="17"/>
                      <a:pt x="123" y="13"/>
                    </a:cubicBezTo>
                    <a:cubicBezTo>
                      <a:pt x="111" y="5"/>
                      <a:pt x="96" y="0"/>
                      <a:pt x="80" y="0"/>
                    </a:cubicBezTo>
                    <a:cubicBezTo>
                      <a:pt x="36" y="0"/>
                      <a:pt x="0" y="36"/>
                      <a:pt x="0" y="80"/>
                    </a:cubicBezTo>
                    <a:cubicBezTo>
                      <a:pt x="0" y="124"/>
                      <a:pt x="36" y="159"/>
                      <a:pt x="80" y="159"/>
                    </a:cubicBezTo>
                    <a:cubicBezTo>
                      <a:pt x="123" y="159"/>
                      <a:pt x="159" y="124"/>
                      <a:pt x="159" y="80"/>
                    </a:cubicBezTo>
                    <a:cubicBezTo>
                      <a:pt x="159" y="63"/>
                      <a:pt x="154" y="48"/>
                      <a:pt x="146" y="36"/>
                    </a:cubicBezTo>
                    <a:close/>
                    <a:moveTo>
                      <a:pt x="80" y="47"/>
                    </a:moveTo>
                    <a:cubicBezTo>
                      <a:pt x="83" y="47"/>
                      <a:pt x="85" y="48"/>
                      <a:pt x="88" y="48"/>
                    </a:cubicBezTo>
                    <a:cubicBezTo>
                      <a:pt x="92" y="45"/>
                      <a:pt x="95" y="41"/>
                      <a:pt x="99" y="37"/>
                    </a:cubicBezTo>
                    <a:cubicBezTo>
                      <a:pt x="93" y="35"/>
                      <a:pt x="87" y="33"/>
                      <a:pt x="80" y="33"/>
                    </a:cubicBezTo>
                    <a:cubicBezTo>
                      <a:pt x="54" y="33"/>
                      <a:pt x="33" y="54"/>
                      <a:pt x="33" y="80"/>
                    </a:cubicBezTo>
                    <a:cubicBezTo>
                      <a:pt x="33" y="105"/>
                      <a:pt x="54" y="126"/>
                      <a:pt x="80" y="126"/>
                    </a:cubicBezTo>
                    <a:cubicBezTo>
                      <a:pt x="105" y="126"/>
                      <a:pt x="126" y="105"/>
                      <a:pt x="126" y="80"/>
                    </a:cubicBezTo>
                    <a:cubicBezTo>
                      <a:pt x="126" y="73"/>
                      <a:pt x="125" y="66"/>
                      <a:pt x="122" y="60"/>
                    </a:cubicBezTo>
                    <a:cubicBezTo>
                      <a:pt x="118" y="64"/>
                      <a:pt x="114" y="68"/>
                      <a:pt x="111" y="71"/>
                    </a:cubicBezTo>
                    <a:cubicBezTo>
                      <a:pt x="112" y="74"/>
                      <a:pt x="112" y="77"/>
                      <a:pt x="112" y="80"/>
                    </a:cubicBezTo>
                    <a:cubicBezTo>
                      <a:pt x="112" y="98"/>
                      <a:pt x="97" y="112"/>
                      <a:pt x="80" y="112"/>
                    </a:cubicBezTo>
                    <a:cubicBezTo>
                      <a:pt x="62" y="112"/>
                      <a:pt x="47" y="98"/>
                      <a:pt x="47" y="80"/>
                    </a:cubicBezTo>
                    <a:cubicBezTo>
                      <a:pt x="47" y="62"/>
                      <a:pt x="62" y="47"/>
                      <a:pt x="80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  <p:sp>
            <p:nvSpPr>
              <p:cNvPr id="18" name="Freeform 57">
                <a:extLst>
                  <a:ext uri="{FF2B5EF4-FFF2-40B4-BE49-F238E27FC236}">
                    <a16:creationId xmlns:a16="http://schemas.microsoft.com/office/drawing/2014/main" id="{8E2969B6-0B34-508A-582A-B5775F78E5D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21543" y="3230227"/>
                <a:ext cx="439248" cy="444023"/>
              </a:xfrm>
              <a:custGeom>
                <a:avLst/>
                <a:gdLst>
                  <a:gd name="T0" fmla="*/ 189 w 255"/>
                  <a:gd name="T1" fmla="*/ 89 h 259"/>
                  <a:gd name="T2" fmla="*/ 207 w 255"/>
                  <a:gd name="T3" fmla="*/ 145 h 259"/>
                  <a:gd name="T4" fmla="*/ 111 w 255"/>
                  <a:gd name="T5" fmla="*/ 241 h 259"/>
                  <a:gd name="T6" fmla="*/ 14 w 255"/>
                  <a:gd name="T7" fmla="*/ 145 h 259"/>
                  <a:gd name="T8" fmla="*/ 111 w 255"/>
                  <a:gd name="T9" fmla="*/ 48 h 259"/>
                  <a:gd name="T10" fmla="*/ 166 w 255"/>
                  <a:gd name="T11" fmla="*/ 66 h 259"/>
                  <a:gd name="T12" fmla="*/ 176 w 255"/>
                  <a:gd name="T13" fmla="*/ 56 h 259"/>
                  <a:gd name="T14" fmla="*/ 111 w 255"/>
                  <a:gd name="T15" fmla="*/ 34 h 259"/>
                  <a:gd name="T16" fmla="*/ 0 w 255"/>
                  <a:gd name="T17" fmla="*/ 145 h 259"/>
                  <a:gd name="T18" fmla="*/ 30 w 255"/>
                  <a:gd name="T19" fmla="*/ 220 h 259"/>
                  <a:gd name="T20" fmla="*/ 30 w 255"/>
                  <a:gd name="T21" fmla="*/ 220 h 259"/>
                  <a:gd name="T22" fmla="*/ 30 w 255"/>
                  <a:gd name="T23" fmla="*/ 259 h 259"/>
                  <a:gd name="T24" fmla="*/ 45 w 255"/>
                  <a:gd name="T25" fmla="*/ 259 h 259"/>
                  <a:gd name="T26" fmla="*/ 45 w 255"/>
                  <a:gd name="T27" fmla="*/ 233 h 259"/>
                  <a:gd name="T28" fmla="*/ 111 w 255"/>
                  <a:gd name="T29" fmla="*/ 255 h 259"/>
                  <a:gd name="T30" fmla="*/ 176 w 255"/>
                  <a:gd name="T31" fmla="*/ 233 h 259"/>
                  <a:gd name="T32" fmla="*/ 176 w 255"/>
                  <a:gd name="T33" fmla="*/ 259 h 259"/>
                  <a:gd name="T34" fmla="*/ 191 w 255"/>
                  <a:gd name="T35" fmla="*/ 259 h 259"/>
                  <a:gd name="T36" fmla="*/ 191 w 255"/>
                  <a:gd name="T37" fmla="*/ 220 h 259"/>
                  <a:gd name="T38" fmla="*/ 221 w 255"/>
                  <a:gd name="T39" fmla="*/ 145 h 259"/>
                  <a:gd name="T40" fmla="*/ 199 w 255"/>
                  <a:gd name="T41" fmla="*/ 79 h 259"/>
                  <a:gd name="T42" fmla="*/ 189 w 255"/>
                  <a:gd name="T43" fmla="*/ 89 h 259"/>
                  <a:gd name="T44" fmla="*/ 224 w 255"/>
                  <a:gd name="T45" fmla="*/ 31 h 259"/>
                  <a:gd name="T46" fmla="*/ 224 w 255"/>
                  <a:gd name="T47" fmla="*/ 0 h 259"/>
                  <a:gd name="T48" fmla="*/ 191 w 255"/>
                  <a:gd name="T49" fmla="*/ 34 h 259"/>
                  <a:gd name="T50" fmla="*/ 191 w 255"/>
                  <a:gd name="T51" fmla="*/ 56 h 259"/>
                  <a:gd name="T52" fmla="*/ 109 w 255"/>
                  <a:gd name="T53" fmla="*/ 139 h 259"/>
                  <a:gd name="T54" fmla="*/ 109 w 255"/>
                  <a:gd name="T55" fmla="*/ 147 h 259"/>
                  <a:gd name="T56" fmla="*/ 116 w 255"/>
                  <a:gd name="T57" fmla="*/ 147 h 259"/>
                  <a:gd name="T58" fmla="*/ 199 w 255"/>
                  <a:gd name="T59" fmla="*/ 64 h 259"/>
                  <a:gd name="T60" fmla="*/ 222 w 255"/>
                  <a:gd name="T61" fmla="*/ 64 h 259"/>
                  <a:gd name="T62" fmla="*/ 255 w 255"/>
                  <a:gd name="T63" fmla="*/ 31 h 259"/>
                  <a:gd name="T64" fmla="*/ 224 w 255"/>
                  <a:gd name="T65" fmla="*/ 31 h 2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55" h="259">
                    <a:moveTo>
                      <a:pt x="189" y="89"/>
                    </a:moveTo>
                    <a:cubicBezTo>
                      <a:pt x="200" y="105"/>
                      <a:pt x="207" y="124"/>
                      <a:pt x="207" y="145"/>
                    </a:cubicBezTo>
                    <a:cubicBezTo>
                      <a:pt x="207" y="198"/>
                      <a:pt x="164" y="241"/>
                      <a:pt x="111" y="241"/>
                    </a:cubicBezTo>
                    <a:cubicBezTo>
                      <a:pt x="57" y="241"/>
                      <a:pt x="14" y="198"/>
                      <a:pt x="14" y="145"/>
                    </a:cubicBezTo>
                    <a:cubicBezTo>
                      <a:pt x="14" y="91"/>
                      <a:pt x="57" y="48"/>
                      <a:pt x="111" y="48"/>
                    </a:cubicBezTo>
                    <a:cubicBezTo>
                      <a:pt x="131" y="48"/>
                      <a:pt x="150" y="55"/>
                      <a:pt x="166" y="66"/>
                    </a:cubicBezTo>
                    <a:cubicBezTo>
                      <a:pt x="170" y="63"/>
                      <a:pt x="173" y="59"/>
                      <a:pt x="176" y="56"/>
                    </a:cubicBezTo>
                    <a:cubicBezTo>
                      <a:pt x="158" y="43"/>
                      <a:pt x="135" y="34"/>
                      <a:pt x="111" y="34"/>
                    </a:cubicBezTo>
                    <a:cubicBezTo>
                      <a:pt x="50" y="34"/>
                      <a:pt x="0" y="84"/>
                      <a:pt x="0" y="145"/>
                    </a:cubicBezTo>
                    <a:cubicBezTo>
                      <a:pt x="0" y="174"/>
                      <a:pt x="12" y="200"/>
                      <a:pt x="30" y="220"/>
                    </a:cubicBezTo>
                    <a:cubicBezTo>
                      <a:pt x="30" y="220"/>
                      <a:pt x="30" y="220"/>
                      <a:pt x="30" y="220"/>
                    </a:cubicBezTo>
                    <a:cubicBezTo>
                      <a:pt x="30" y="259"/>
                      <a:pt x="30" y="259"/>
                      <a:pt x="30" y="259"/>
                    </a:cubicBezTo>
                    <a:cubicBezTo>
                      <a:pt x="45" y="259"/>
                      <a:pt x="45" y="259"/>
                      <a:pt x="45" y="259"/>
                    </a:cubicBezTo>
                    <a:cubicBezTo>
                      <a:pt x="45" y="233"/>
                      <a:pt x="45" y="233"/>
                      <a:pt x="45" y="233"/>
                    </a:cubicBezTo>
                    <a:cubicBezTo>
                      <a:pt x="63" y="247"/>
                      <a:pt x="86" y="255"/>
                      <a:pt x="111" y="255"/>
                    </a:cubicBezTo>
                    <a:cubicBezTo>
                      <a:pt x="135" y="255"/>
                      <a:pt x="158" y="247"/>
                      <a:pt x="176" y="233"/>
                    </a:cubicBezTo>
                    <a:cubicBezTo>
                      <a:pt x="176" y="259"/>
                      <a:pt x="176" y="259"/>
                      <a:pt x="176" y="259"/>
                    </a:cubicBezTo>
                    <a:cubicBezTo>
                      <a:pt x="191" y="259"/>
                      <a:pt x="191" y="259"/>
                      <a:pt x="191" y="259"/>
                    </a:cubicBezTo>
                    <a:cubicBezTo>
                      <a:pt x="191" y="220"/>
                      <a:pt x="191" y="220"/>
                      <a:pt x="191" y="220"/>
                    </a:cubicBezTo>
                    <a:cubicBezTo>
                      <a:pt x="209" y="200"/>
                      <a:pt x="221" y="174"/>
                      <a:pt x="221" y="145"/>
                    </a:cubicBezTo>
                    <a:cubicBezTo>
                      <a:pt x="221" y="120"/>
                      <a:pt x="213" y="97"/>
                      <a:pt x="199" y="79"/>
                    </a:cubicBezTo>
                    <a:cubicBezTo>
                      <a:pt x="196" y="82"/>
                      <a:pt x="193" y="85"/>
                      <a:pt x="189" y="89"/>
                    </a:cubicBezTo>
                    <a:close/>
                    <a:moveTo>
                      <a:pt x="224" y="31"/>
                    </a:moveTo>
                    <a:cubicBezTo>
                      <a:pt x="224" y="0"/>
                      <a:pt x="224" y="0"/>
                      <a:pt x="224" y="0"/>
                    </a:cubicBezTo>
                    <a:cubicBezTo>
                      <a:pt x="191" y="34"/>
                      <a:pt x="191" y="34"/>
                      <a:pt x="191" y="34"/>
                    </a:cubicBezTo>
                    <a:cubicBezTo>
                      <a:pt x="191" y="56"/>
                      <a:pt x="191" y="56"/>
                      <a:pt x="191" y="56"/>
                    </a:cubicBezTo>
                    <a:cubicBezTo>
                      <a:pt x="109" y="139"/>
                      <a:pt x="109" y="139"/>
                      <a:pt x="109" y="139"/>
                    </a:cubicBezTo>
                    <a:cubicBezTo>
                      <a:pt x="106" y="141"/>
                      <a:pt x="106" y="144"/>
                      <a:pt x="109" y="147"/>
                    </a:cubicBezTo>
                    <a:cubicBezTo>
                      <a:pt x="111" y="149"/>
                      <a:pt x="114" y="149"/>
                      <a:pt x="116" y="147"/>
                    </a:cubicBezTo>
                    <a:cubicBezTo>
                      <a:pt x="199" y="64"/>
                      <a:pt x="199" y="64"/>
                      <a:pt x="199" y="64"/>
                    </a:cubicBezTo>
                    <a:cubicBezTo>
                      <a:pt x="222" y="64"/>
                      <a:pt x="222" y="64"/>
                      <a:pt x="222" y="64"/>
                    </a:cubicBezTo>
                    <a:cubicBezTo>
                      <a:pt x="255" y="31"/>
                      <a:pt x="255" y="31"/>
                      <a:pt x="255" y="31"/>
                    </a:cubicBezTo>
                    <a:lnTo>
                      <a:pt x="224" y="31"/>
                    </a:lnTo>
                    <a:close/>
                  </a:path>
                </a:pathLst>
              </a:custGeom>
              <a:ln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</p:grp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849EAC74-E9EB-CC28-3AA0-E52951D799C6}"/>
              </a:ext>
            </a:extLst>
          </p:cNvPr>
          <p:cNvSpPr/>
          <p:nvPr/>
        </p:nvSpPr>
        <p:spPr>
          <a:xfrm>
            <a:off x="210371" y="810380"/>
            <a:ext cx="766107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400">
                <a:latin typeface="IRANYekanXFaNum"/>
              </a:rPr>
              <a:t>حل تمرین: اجتماع، اشتراک و زیرمجموعه‌ها</a:t>
            </a:r>
            <a:endParaRPr lang="en-US" sz="2400" dirty="0">
              <a:latin typeface="IRANYekanXFaNum" pitchFamily="2" charset="-78"/>
              <a:cs typeface="IRANYekanXFaNum" pitchFamily="2" charset="-78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0C11D02-153D-71B2-25C9-2BE891FD686C}"/>
              </a:ext>
            </a:extLst>
          </p:cNvPr>
          <p:cNvGrpSpPr/>
          <p:nvPr/>
        </p:nvGrpSpPr>
        <p:grpSpPr>
          <a:xfrm>
            <a:off x="7854885" y="319579"/>
            <a:ext cx="1450491" cy="1437002"/>
            <a:chOff x="7854885" y="319579"/>
            <a:chExt cx="1450491" cy="143700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4492710-6687-583A-1DBC-309B6C939D35}"/>
                </a:ext>
              </a:extLst>
            </p:cNvPr>
            <p:cNvGrpSpPr/>
            <p:nvPr/>
          </p:nvGrpSpPr>
          <p:grpSpPr>
            <a:xfrm>
              <a:off x="8023798" y="532575"/>
              <a:ext cx="1281578" cy="1224006"/>
              <a:chOff x="2026995" y="1759447"/>
              <a:chExt cx="1281578" cy="1224006"/>
            </a:xfrm>
          </p:grpSpPr>
          <p:grpSp>
            <p:nvGrpSpPr>
              <p:cNvPr id="21" name="Circle B">
                <a:extLst>
                  <a:ext uri="{FF2B5EF4-FFF2-40B4-BE49-F238E27FC236}">
                    <a16:creationId xmlns:a16="http://schemas.microsoft.com/office/drawing/2014/main" id="{5A695C85-981E-57D1-170D-6452B59E4E96}"/>
                  </a:ext>
                </a:extLst>
              </p:cNvPr>
              <p:cNvGrpSpPr/>
              <p:nvPr/>
            </p:nvGrpSpPr>
            <p:grpSpPr>
              <a:xfrm>
                <a:off x="2050416" y="1759447"/>
                <a:ext cx="1229054" cy="1224006"/>
                <a:chOff x="3731763" y="2289353"/>
                <a:chExt cx="1341438" cy="1335925"/>
              </a:xfrm>
            </p:grpSpPr>
            <p:sp>
              <p:nvSpPr>
                <p:cNvPr id="23" name="Oval 73">
                  <a:extLst>
                    <a:ext uri="{FF2B5EF4-FFF2-40B4-BE49-F238E27FC236}">
                      <a16:creationId xmlns:a16="http://schemas.microsoft.com/office/drawing/2014/main" id="{FA6E29B6-B2BE-9F8E-A518-87FD521C0D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31763" y="2289353"/>
                  <a:ext cx="1341438" cy="1335925"/>
                </a:xfrm>
                <a:prstGeom prst="ellipse">
                  <a:avLst/>
                </a:prstGeom>
                <a:gradFill flip="none" rotWithShape="1">
                  <a:gsLst>
                    <a:gs pos="20000">
                      <a:srgbClr val="FFFFFF"/>
                    </a:gs>
                    <a:gs pos="100000">
                      <a:srgbClr val="DAD9D9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381000" dist="177800" dir="2700000" algn="tl" rotWithShape="0">
                    <a:prstClr val="black">
                      <a:alpha val="70000"/>
                    </a:prstClr>
                  </a:outerShdw>
                </a:effectLst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ru-RU" sz="1350" dirty="0">
                    <a:latin typeface="Lato" panose="020F0502020204030203" pitchFamily="34" charset="0"/>
                  </a:endParaRPr>
                </a:p>
              </p:txBody>
            </p:sp>
            <p:pic>
              <p:nvPicPr>
                <p:cNvPr id="24" name="Texture">
                  <a:extLst>
                    <a:ext uri="{FF2B5EF4-FFF2-40B4-BE49-F238E27FC236}">
                      <a16:creationId xmlns:a16="http://schemas.microsoft.com/office/drawing/2014/main" id="{3786D0C5-29E9-E7D4-FD6D-50455E8E53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40103" y="2392141"/>
                  <a:ext cx="1187212" cy="1187213"/>
                </a:xfrm>
                <a:prstGeom prst="rect">
                  <a:avLst/>
                </a:prstGeom>
              </p:spPr>
            </p:pic>
          </p:grpSp>
          <p:sp>
            <p:nvSpPr>
              <p:cNvPr id="22" name="B">
                <a:extLst>
                  <a:ext uri="{FF2B5EF4-FFF2-40B4-BE49-F238E27FC236}">
                    <a16:creationId xmlns:a16="http://schemas.microsoft.com/office/drawing/2014/main" id="{8AFB282B-8F8D-D010-71FD-B9697800518D}"/>
                  </a:ext>
                </a:extLst>
              </p:cNvPr>
              <p:cNvSpPr txBox="1"/>
              <p:nvPr/>
            </p:nvSpPr>
            <p:spPr>
              <a:xfrm>
                <a:off x="2026995" y="2103813"/>
                <a:ext cx="128157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3600">
                    <a:solidFill>
                      <a:srgbClr val="FF0000"/>
                    </a:solidFill>
                    <a:latin typeface="IRANYekanXFaNum Heavy" pitchFamily="2" charset="-78"/>
                    <a:ea typeface="Roboto Condensed" panose="02000000000000000000" pitchFamily="2" charset="0"/>
                    <a:cs typeface="IRANYekanXFaNum Heavy" pitchFamily="2" charset="-78"/>
                  </a:defRPr>
                </a:lvl1pPr>
              </a:lstStyle>
              <a:p>
                <a:r>
                  <a:rPr lang="fa-IR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مثال</a:t>
                </a:r>
                <a:endParaRPr lang="ru-RU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p:grpSp>
        <p:sp>
          <p:nvSpPr>
            <p:cNvPr id="25" name="A">
              <a:extLst>
                <a:ext uri="{FF2B5EF4-FFF2-40B4-BE49-F238E27FC236}">
                  <a16:creationId xmlns:a16="http://schemas.microsoft.com/office/drawing/2014/main" id="{7F964FC6-C49E-E78B-50F5-974F313FF7D4}"/>
                </a:ext>
              </a:extLst>
            </p:cNvPr>
            <p:cNvSpPr txBox="1"/>
            <p:nvPr/>
          </p:nvSpPr>
          <p:spPr>
            <a:xfrm>
              <a:off x="7854885" y="319579"/>
              <a:ext cx="60534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60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5</a:t>
              </a:r>
              <a:endParaRPr lang="ru-RU" sz="60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A7196F05-A3D7-A03A-BE6D-7A5C14681C27}"/>
              </a:ext>
            </a:extLst>
          </p:cNvPr>
          <p:cNvSpPr/>
          <p:nvPr/>
        </p:nvSpPr>
        <p:spPr>
          <a:xfrm>
            <a:off x="5551155" y="2705283"/>
            <a:ext cx="2909071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400">
                <a:solidFill>
                  <a:srgbClr val="6699FF"/>
                </a:solidFill>
                <a:latin typeface="IRANYekanXFaNum"/>
              </a:rPr>
              <a:t>A = {2, 4, 6, 8} , B = {4, 8, 12}</a:t>
            </a:r>
          </a:p>
          <a:p>
            <a:pPr algn="r"/>
            <a:r>
              <a:rPr sz="2400">
                <a:solidFill>
                  <a:srgbClr val="6699FF"/>
                </a:solidFill>
                <a:latin typeface="IRANYekanXFaNum"/>
              </a:rPr>
              <a:t>A ∪ B = {2, 4, 6, 8, 12}</a:t>
            </a:r>
          </a:p>
          <a:p>
            <a:pPr algn="r"/>
            <a:r>
              <a:rPr sz="2400">
                <a:solidFill>
                  <a:srgbClr val="6699FF"/>
                </a:solidFill>
                <a:latin typeface="IRANYekanXFaNum"/>
              </a:rPr>
              <a:t>A ∩ B = {4, 8}</a:t>
            </a:r>
          </a:p>
          <a:p>
            <a:pPr algn="r"/>
            <a:r>
              <a:rPr sz="2400">
                <a:solidFill>
                  <a:srgbClr val="6699FF"/>
                </a:solidFill>
                <a:latin typeface="IRANYekanXFaNum"/>
              </a:rPr>
              <a:t>بررسی زیرمجموعه:</a:t>
            </a:r>
          </a:p>
          <a:p>
            <a:pPr algn="r"/>
            <a:r>
              <a:rPr sz="2400">
                <a:solidFill>
                  <a:srgbClr val="6699FF"/>
                </a:solidFill>
                <a:latin typeface="IRANYekanXFaNum"/>
              </a:rPr>
              <a:t>C = {3, 6} ⊆ D = {1, 2, 3, 4, 5, 6}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DB8B182-168D-980A-1501-34A4A7DDF2B7}"/>
              </a:ext>
            </a:extLst>
          </p:cNvPr>
          <p:cNvGrpSpPr/>
          <p:nvPr/>
        </p:nvGrpSpPr>
        <p:grpSpPr>
          <a:xfrm>
            <a:off x="165314" y="1880876"/>
            <a:ext cx="4303473" cy="857283"/>
            <a:chOff x="216544" y="1818779"/>
            <a:chExt cx="4303473" cy="857283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E49D194-1A2D-04D4-2AEA-3E7EF5C4DC63}"/>
                </a:ext>
              </a:extLst>
            </p:cNvPr>
            <p:cNvGrpSpPr/>
            <p:nvPr/>
          </p:nvGrpSpPr>
          <p:grpSpPr>
            <a:xfrm>
              <a:off x="392311" y="2532062"/>
              <a:ext cx="4090862" cy="144000"/>
              <a:chOff x="392311" y="2532062"/>
              <a:chExt cx="4090862" cy="144000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45E3C95D-E837-9F20-88EF-2E8115986D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2311" y="2615609"/>
                <a:ext cx="403792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E72C9508-C1EE-809F-6BA4-07F4D8CBF570}"/>
                  </a:ext>
                </a:extLst>
              </p:cNvPr>
              <p:cNvSpPr/>
              <p:nvPr/>
            </p:nvSpPr>
            <p:spPr>
              <a:xfrm>
                <a:off x="392935" y="2532062"/>
                <a:ext cx="144000" cy="144000"/>
              </a:xfrm>
              <a:prstGeom prst="ellipse">
                <a:avLst/>
              </a:prstGeom>
              <a:solidFill>
                <a:schemeClr val="tx1"/>
              </a:solidFill>
              <a:ln w="381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7E031619-028E-805E-FC2E-77C43ABC5868}"/>
                  </a:ext>
                </a:extLst>
              </p:cNvPr>
              <p:cNvSpPr/>
              <p:nvPr/>
            </p:nvSpPr>
            <p:spPr>
              <a:xfrm>
                <a:off x="4339173" y="2532062"/>
                <a:ext cx="144000" cy="144000"/>
              </a:xfrm>
              <a:prstGeom prst="ellipse">
                <a:avLst/>
              </a:prstGeom>
              <a:solidFill>
                <a:schemeClr val="tx1"/>
              </a:solidFill>
              <a:ln w="381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FF440AD5-4A80-F978-14CD-62ED4BFF122A}"/>
                  </a:ext>
                </a:extLst>
              </p:cNvPr>
              <p:cNvSpPr/>
              <p:nvPr/>
            </p:nvSpPr>
            <p:spPr>
              <a:xfrm>
                <a:off x="3352612" y="2532062"/>
                <a:ext cx="144000" cy="144000"/>
              </a:xfrm>
              <a:prstGeom prst="ellipse">
                <a:avLst/>
              </a:prstGeom>
              <a:solidFill>
                <a:schemeClr val="tx1"/>
              </a:solidFill>
              <a:ln w="381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endParaRP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CFF32C5-CB72-4237-A52C-E167CD07084F}"/>
                  </a:ext>
                </a:extLst>
              </p:cNvPr>
              <p:cNvSpPr/>
              <p:nvPr/>
            </p:nvSpPr>
            <p:spPr>
              <a:xfrm>
                <a:off x="2366053" y="2532062"/>
                <a:ext cx="144000" cy="144000"/>
              </a:xfrm>
              <a:prstGeom prst="ellipse">
                <a:avLst/>
              </a:prstGeom>
              <a:solidFill>
                <a:schemeClr val="tx1"/>
              </a:solidFill>
              <a:ln w="381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endParaRP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39D83D5-9F5C-0A96-A4E0-703431919C65}"/>
                  </a:ext>
                </a:extLst>
              </p:cNvPr>
              <p:cNvSpPr/>
              <p:nvPr/>
            </p:nvSpPr>
            <p:spPr>
              <a:xfrm>
                <a:off x="1379494" y="2532062"/>
                <a:ext cx="144000" cy="144000"/>
              </a:xfrm>
              <a:prstGeom prst="ellipse">
                <a:avLst/>
              </a:prstGeom>
              <a:solidFill>
                <a:schemeClr val="tx1"/>
              </a:solidFill>
              <a:ln w="381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A406D71-3FC1-3D7E-6429-339426F6AF69}"/>
                </a:ext>
              </a:extLst>
            </p:cNvPr>
            <p:cNvSpPr/>
            <p:nvPr/>
          </p:nvSpPr>
          <p:spPr>
            <a:xfrm>
              <a:off x="216544" y="1818779"/>
              <a:ext cx="361689" cy="6555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70000"/>
                </a:lnSpc>
              </a:pPr>
              <a:r>
                <a:rPr lang="fa-IR" sz="2400" dirty="0">
                  <a:latin typeface="IRANYekanXFaNum" pitchFamily="2" charset="-78"/>
                  <a:cs typeface="IRANYekanXFaNum" pitchFamily="2" charset="-78"/>
                </a:rPr>
                <a:t>آ</a:t>
              </a:r>
              <a:endParaRPr lang="en-US" sz="2400" dirty="0">
                <a:latin typeface="IRANYekanXFaNum" pitchFamily="2" charset="-78"/>
                <a:cs typeface="IRANYekanXFaNum" pitchFamily="2" charset="-78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892EAA1-BF79-5A6A-7CFE-C33FB180CDCF}"/>
                </a:ext>
              </a:extLst>
            </p:cNvPr>
            <p:cNvSpPr/>
            <p:nvPr/>
          </p:nvSpPr>
          <p:spPr>
            <a:xfrm>
              <a:off x="1201990" y="1818779"/>
              <a:ext cx="361689" cy="6555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70000"/>
                </a:lnSpc>
              </a:pPr>
              <a:r>
                <a:rPr lang="fa-IR" sz="2400" dirty="0">
                  <a:latin typeface="IRANYekanXFaNum" pitchFamily="2" charset="-78"/>
                  <a:cs typeface="IRANYekanXFaNum" pitchFamily="2" charset="-78"/>
                </a:rPr>
                <a:t>ب</a:t>
              </a:r>
              <a:endParaRPr lang="en-US" sz="2400" dirty="0">
                <a:latin typeface="IRANYekanXFaNum" pitchFamily="2" charset="-78"/>
                <a:cs typeface="IRANYekanXFaNum" pitchFamily="2" charset="-78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B3A1F4D-30A3-663B-83BE-8281BEE680EC}"/>
                </a:ext>
              </a:extLst>
            </p:cNvPr>
            <p:cNvSpPr/>
            <p:nvPr/>
          </p:nvSpPr>
          <p:spPr>
            <a:xfrm>
              <a:off x="2187436" y="1818779"/>
              <a:ext cx="361689" cy="6555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70000"/>
                </a:lnSpc>
              </a:pPr>
              <a:r>
                <a:rPr lang="fa-IR" sz="2400" dirty="0">
                  <a:latin typeface="IRANYekanXFaNum" pitchFamily="2" charset="-78"/>
                  <a:cs typeface="IRANYekanXFaNum" pitchFamily="2" charset="-78"/>
                </a:rPr>
                <a:t>پ</a:t>
              </a:r>
              <a:endParaRPr lang="en-US" sz="2400" dirty="0">
                <a:latin typeface="IRANYekanXFaNum" pitchFamily="2" charset="-78"/>
                <a:cs typeface="IRANYekanXFaNum" pitchFamily="2" charset="-78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6EE20BC-9AAE-20C3-19B1-7822C0BF87CA}"/>
                </a:ext>
              </a:extLst>
            </p:cNvPr>
            <p:cNvSpPr/>
            <p:nvPr/>
          </p:nvSpPr>
          <p:spPr>
            <a:xfrm>
              <a:off x="3172882" y="1818779"/>
              <a:ext cx="361689" cy="6555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70000"/>
                </a:lnSpc>
              </a:pPr>
              <a:r>
                <a:rPr lang="fa-IR" sz="2400" dirty="0">
                  <a:latin typeface="IRANYekanXFaNum" pitchFamily="2" charset="-78"/>
                  <a:cs typeface="IRANYekanXFaNum" pitchFamily="2" charset="-78"/>
                </a:rPr>
                <a:t>ت</a:t>
              </a:r>
              <a:endParaRPr lang="en-US" sz="2400" dirty="0">
                <a:latin typeface="IRANYekanXFaNum" pitchFamily="2" charset="-78"/>
                <a:cs typeface="IRANYekanXFaNum" pitchFamily="2" charset="-78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4BCA01F-48AA-FF6D-F576-D9792A5D3341}"/>
                </a:ext>
              </a:extLst>
            </p:cNvPr>
            <p:cNvSpPr/>
            <p:nvPr/>
          </p:nvSpPr>
          <p:spPr>
            <a:xfrm>
              <a:off x="4158328" y="1818779"/>
              <a:ext cx="361689" cy="6555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70000"/>
                </a:lnSpc>
              </a:pPr>
              <a:r>
                <a:rPr lang="fa-IR" sz="2400" dirty="0">
                  <a:latin typeface="IRANYekanXFaNum" pitchFamily="2" charset="-78"/>
                  <a:cs typeface="IRANYekanXFaNum" pitchFamily="2" charset="-78"/>
                </a:rPr>
                <a:t>ث</a:t>
              </a:r>
              <a:endParaRPr lang="en-US" sz="2400" dirty="0">
                <a:latin typeface="IRANYekanXFaNum" pitchFamily="2" charset="-78"/>
                <a:cs typeface="IRANYekanXFaNum" pitchFamily="2" charset="-78"/>
              </a:endParaRPr>
            </a:p>
          </p:txBody>
        </p:sp>
      </p:grpSp>
      <p:sp>
        <p:nvSpPr>
          <p:cNvPr id="65" name="Rectangle 64">
            <a:extLst>
              <a:ext uri="{FF2B5EF4-FFF2-40B4-BE49-F238E27FC236}">
                <a16:creationId xmlns:a16="http://schemas.microsoft.com/office/drawing/2014/main" id="{C3924FAD-F428-8841-DB55-5256412FC6D0}"/>
              </a:ext>
            </a:extLst>
          </p:cNvPr>
          <p:cNvSpPr/>
          <p:nvPr/>
        </p:nvSpPr>
        <p:spPr>
          <a:xfrm>
            <a:off x="4468787" y="5419367"/>
            <a:ext cx="4156988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>
                <a:solidFill>
                  <a:srgbClr val="FF6238"/>
                </a:solidFill>
                <a:latin typeface="IRANYekanXFaNum"/>
              </a:rPr>
              <a:t>پاسخ کامل تمرین‌های تعیین عضویت، اجتماع، اشتراک و زیرمجموعه</a:t>
            </a:r>
            <a:endParaRPr lang="en-US" sz="2000" dirty="0">
              <a:solidFill>
                <a:srgbClr val="FF6238"/>
              </a:solidFill>
              <a:latin typeface="IRANYekanXFaNum" pitchFamily="2" charset="-78"/>
              <a:cs typeface="IRANYekanXFaNum" pitchFamily="2" charset="-7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3B7973C8-ABF3-0C0F-AF45-D12D0D82F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85E09B2-06B3-C89B-10DA-73D81864DCEE}"/>
              </a:ext>
            </a:extLst>
          </p:cNvPr>
          <p:cNvSpPr/>
          <p:nvPr/>
        </p:nvSpPr>
        <p:spPr>
          <a:xfrm>
            <a:off x="215642" y="421329"/>
            <a:ext cx="8632177" cy="1549654"/>
          </a:xfrm>
          <a:prstGeom prst="roundRect">
            <a:avLst>
              <a:gd name="adj" fmla="val 34686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DZ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0E0315-878C-5B93-5A57-84CA42B924F0}"/>
              </a:ext>
            </a:extLst>
          </p:cNvPr>
          <p:cNvGrpSpPr/>
          <p:nvPr/>
        </p:nvGrpSpPr>
        <p:grpSpPr>
          <a:xfrm rot="5400000">
            <a:off x="9079518" y="755454"/>
            <a:ext cx="1666266" cy="993876"/>
            <a:chOff x="5263043" y="3924314"/>
            <a:chExt cx="1666266" cy="993876"/>
          </a:xfrm>
        </p:grpSpPr>
        <p:sp>
          <p:nvSpPr>
            <p:cNvPr id="22" name="Arc 111">
              <a:extLst>
                <a:ext uri="{FF2B5EF4-FFF2-40B4-BE49-F238E27FC236}">
                  <a16:creationId xmlns:a16="http://schemas.microsoft.com/office/drawing/2014/main" id="{3A7497F8-18F5-6781-C6FF-F7581717E4E6}"/>
                </a:ext>
              </a:extLst>
            </p:cNvPr>
            <p:cNvSpPr>
              <a:spLocks/>
            </p:cNvSpPr>
            <p:nvPr/>
          </p:nvSpPr>
          <p:spPr>
            <a:xfrm rot="7125828">
              <a:off x="5634265" y="3553092"/>
              <a:ext cx="923822" cy="1666266"/>
            </a:xfrm>
            <a:custGeom>
              <a:avLst/>
              <a:gdLst>
                <a:gd name="connsiteX0" fmla="*/ 2026459 w 3136511"/>
                <a:gd name="connsiteY0" fmla="*/ 81794 h 3749040"/>
                <a:gd name="connsiteX1" fmla="*/ 3136157 w 3136511"/>
                <a:gd name="connsiteY1" fmla="*/ 1914407 h 3749040"/>
                <a:gd name="connsiteX2" fmla="*/ 1568256 w 3136511"/>
                <a:gd name="connsiteY2" fmla="*/ 1874520 h 3749040"/>
                <a:gd name="connsiteX3" fmla="*/ 2026459 w 3136511"/>
                <a:gd name="connsiteY3" fmla="*/ 81794 h 3749040"/>
                <a:gd name="connsiteX0" fmla="*/ 2026459 w 3136511"/>
                <a:gd name="connsiteY0" fmla="*/ 81794 h 3749040"/>
                <a:gd name="connsiteX1" fmla="*/ 3136157 w 3136511"/>
                <a:gd name="connsiteY1" fmla="*/ 1914407 h 3749040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8203 w 1568259"/>
                <a:gd name="connsiteY0" fmla="*/ 0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8259"/>
                <a:gd name="connsiteY0" fmla="*/ 0 h 1832613"/>
                <a:gd name="connsiteX1" fmla="*/ 1567901 w 1568259"/>
                <a:gd name="connsiteY1" fmla="*/ 1832613 h 1832613"/>
                <a:gd name="connsiteX2" fmla="*/ 0 w 1568259"/>
                <a:gd name="connsiteY2" fmla="*/ 1792726 h 1832613"/>
                <a:gd name="connsiteX3" fmla="*/ 458203 w 1568259"/>
                <a:gd name="connsiteY3" fmla="*/ 0 h 1832613"/>
                <a:gd name="connsiteX0" fmla="*/ 450997 w 1568259"/>
                <a:gd name="connsiteY0" fmla="*/ 34379 h 1832613"/>
                <a:gd name="connsiteX1" fmla="*/ 1314682 w 1568259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458203 w 1567901"/>
                <a:gd name="connsiteY0" fmla="*/ 0 h 1832613"/>
                <a:gd name="connsiteX1" fmla="*/ 1567901 w 1567901"/>
                <a:gd name="connsiteY1" fmla="*/ 1832613 h 1832613"/>
                <a:gd name="connsiteX2" fmla="*/ 0 w 1567901"/>
                <a:gd name="connsiteY2" fmla="*/ 1792726 h 1832613"/>
                <a:gd name="connsiteX3" fmla="*/ 458203 w 1567901"/>
                <a:gd name="connsiteY3" fmla="*/ 0 h 1832613"/>
                <a:gd name="connsiteX0" fmla="*/ 450997 w 1567901"/>
                <a:gd name="connsiteY0" fmla="*/ 34379 h 1832613"/>
                <a:gd name="connsiteX1" fmla="*/ 1314682 w 1567901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137424"/>
                <a:gd name="connsiteY0" fmla="*/ 0 h 1832613"/>
                <a:gd name="connsiteX1" fmla="*/ 1137424 w 1137424"/>
                <a:gd name="connsiteY1" fmla="*/ 1832613 h 1832613"/>
                <a:gd name="connsiteX2" fmla="*/ 0 w 1137424"/>
                <a:gd name="connsiteY2" fmla="*/ 1191335 h 1832613"/>
                <a:gd name="connsiteX3" fmla="*/ 27726 w 1137424"/>
                <a:gd name="connsiteY3" fmla="*/ 0 h 1832613"/>
                <a:gd name="connsiteX0" fmla="*/ 20520 w 1137424"/>
                <a:gd name="connsiteY0" fmla="*/ 34379 h 1832613"/>
                <a:gd name="connsiteX1" fmla="*/ 884205 w 1137424"/>
                <a:gd name="connsiteY1" fmla="*/ 1632603 h 1832613"/>
                <a:gd name="connsiteX0" fmla="*/ 27726 w 1026135"/>
                <a:gd name="connsiteY0" fmla="*/ 0 h 1776354"/>
                <a:gd name="connsiteX1" fmla="*/ 1026135 w 1026135"/>
                <a:gd name="connsiteY1" fmla="*/ 1776354 h 1776354"/>
                <a:gd name="connsiteX2" fmla="*/ 0 w 1026135"/>
                <a:gd name="connsiteY2" fmla="*/ 1191335 h 1776354"/>
                <a:gd name="connsiteX3" fmla="*/ 27726 w 1026135"/>
                <a:gd name="connsiteY3" fmla="*/ 0 h 1776354"/>
                <a:gd name="connsiteX0" fmla="*/ 20520 w 1026135"/>
                <a:gd name="connsiteY0" fmla="*/ 34379 h 1776354"/>
                <a:gd name="connsiteX1" fmla="*/ 884205 w 1026135"/>
                <a:gd name="connsiteY1" fmla="*/ 1632603 h 1776354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  <a:gd name="connsiteX0" fmla="*/ 27726 w 923822"/>
                <a:gd name="connsiteY0" fmla="*/ 0 h 1666266"/>
                <a:gd name="connsiteX1" fmla="*/ 917895 w 923822"/>
                <a:gd name="connsiteY1" fmla="*/ 1666266 h 1666266"/>
                <a:gd name="connsiteX2" fmla="*/ 0 w 923822"/>
                <a:gd name="connsiteY2" fmla="*/ 1191335 h 1666266"/>
                <a:gd name="connsiteX3" fmla="*/ 27726 w 923822"/>
                <a:gd name="connsiteY3" fmla="*/ 0 h 1666266"/>
                <a:gd name="connsiteX0" fmla="*/ 20520 w 923822"/>
                <a:gd name="connsiteY0" fmla="*/ 34379 h 1666266"/>
                <a:gd name="connsiteX1" fmla="*/ 884205 w 923822"/>
                <a:gd name="connsiteY1" fmla="*/ 1632603 h 1666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23822" h="1666266" stroke="0" extrusionOk="0">
                  <a:moveTo>
                    <a:pt x="27726" y="0"/>
                  </a:moveTo>
                  <a:cubicBezTo>
                    <a:pt x="1059256" y="699389"/>
                    <a:pt x="841732" y="475354"/>
                    <a:pt x="917895" y="1666266"/>
                  </a:cubicBezTo>
                  <a:lnTo>
                    <a:pt x="0" y="1191335"/>
                  </a:lnTo>
                  <a:lnTo>
                    <a:pt x="27726" y="0"/>
                  </a:lnTo>
                  <a:close/>
                </a:path>
                <a:path w="923822" h="1666266" fill="none">
                  <a:moveTo>
                    <a:pt x="20520" y="34379"/>
                  </a:moveTo>
                  <a:cubicBezTo>
                    <a:pt x="787091" y="294637"/>
                    <a:pt x="1028502" y="898728"/>
                    <a:pt x="884205" y="1632603"/>
                  </a:cubicBezTo>
                </a:path>
              </a:pathLst>
            </a:custGeom>
            <a:ln w="28575" cap="rnd">
              <a:solidFill>
                <a:srgbClr val="767B7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Lato" panose="020F0502020204030203" pitchFamily="34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3C83EAA-2B55-B984-2EFC-5323D83D75A5}"/>
                </a:ext>
              </a:extLst>
            </p:cNvPr>
            <p:cNvSpPr/>
            <p:nvPr/>
          </p:nvSpPr>
          <p:spPr>
            <a:xfrm>
              <a:off x="6020181" y="4749058"/>
              <a:ext cx="200440" cy="169132"/>
            </a:xfrm>
            <a:custGeom>
              <a:avLst/>
              <a:gdLst>
                <a:gd name="connsiteX0" fmla="*/ 28037 w 200440"/>
                <a:gd name="connsiteY0" fmla="*/ 0 h 169132"/>
                <a:gd name="connsiteX1" fmla="*/ 44586 w 200440"/>
                <a:gd name="connsiteY1" fmla="*/ 1769 h 169132"/>
                <a:gd name="connsiteX2" fmla="*/ 166182 w 200440"/>
                <a:gd name="connsiteY2" fmla="*/ 789 h 169132"/>
                <a:gd name="connsiteX3" fmla="*/ 172411 w 200440"/>
                <a:gd name="connsiteY3" fmla="*/ 11 h 169132"/>
                <a:gd name="connsiteX4" fmla="*/ 192564 w 200440"/>
                <a:gd name="connsiteY4" fmla="*/ 29902 h 169132"/>
                <a:gd name="connsiteX5" fmla="*/ 200440 w 200440"/>
                <a:gd name="connsiteY5" fmla="*/ 68912 h 169132"/>
                <a:gd name="connsiteX6" fmla="*/ 100220 w 200440"/>
                <a:gd name="connsiteY6" fmla="*/ 169132 h 169132"/>
                <a:gd name="connsiteX7" fmla="*/ 0 w 200440"/>
                <a:gd name="connsiteY7" fmla="*/ 68912 h 169132"/>
                <a:gd name="connsiteX8" fmla="*/ 7876 w 200440"/>
                <a:gd name="connsiteY8" fmla="*/ 29902 h 16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440" h="169132">
                  <a:moveTo>
                    <a:pt x="28037" y="0"/>
                  </a:moveTo>
                  <a:lnTo>
                    <a:pt x="44586" y="1769"/>
                  </a:lnTo>
                  <a:cubicBezTo>
                    <a:pt x="84217" y="3762"/>
                    <a:pt x="124733" y="3518"/>
                    <a:pt x="166182" y="789"/>
                  </a:cubicBezTo>
                  <a:lnTo>
                    <a:pt x="172411" y="11"/>
                  </a:lnTo>
                  <a:lnTo>
                    <a:pt x="192564" y="29902"/>
                  </a:lnTo>
                  <a:cubicBezTo>
                    <a:pt x="197636" y="41892"/>
                    <a:pt x="200440" y="55075"/>
                    <a:pt x="200440" y="68912"/>
                  </a:cubicBezTo>
                  <a:cubicBezTo>
                    <a:pt x="200440" y="124262"/>
                    <a:pt x="155570" y="169132"/>
                    <a:pt x="100220" y="169132"/>
                  </a:cubicBezTo>
                  <a:cubicBezTo>
                    <a:pt x="44870" y="169132"/>
                    <a:pt x="0" y="124262"/>
                    <a:pt x="0" y="68912"/>
                  </a:cubicBezTo>
                  <a:cubicBezTo>
                    <a:pt x="0" y="55075"/>
                    <a:pt x="2805" y="41892"/>
                    <a:pt x="7876" y="29902"/>
                  </a:cubicBezTo>
                  <a:close/>
                </a:path>
              </a:pathLst>
            </a:custGeom>
            <a:solidFill>
              <a:srgbClr val="767B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Lato" panose="020F0502020204030203" pitchFamily="34" charset="0"/>
              </a:endParaRPr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49B815-B47E-C5B2-F4D8-2EFF33EDFCD7}"/>
              </a:ext>
            </a:extLst>
          </p:cNvPr>
          <p:cNvSpPr/>
          <p:nvPr/>
        </p:nvSpPr>
        <p:spPr>
          <a:xfrm>
            <a:off x="11529568" y="839028"/>
            <a:ext cx="353062" cy="848693"/>
          </a:xfrm>
          <a:custGeom>
            <a:avLst/>
            <a:gdLst>
              <a:gd name="connsiteX0" fmla="*/ 214386 w 299245"/>
              <a:gd name="connsiteY0" fmla="*/ 0 h 848693"/>
              <a:gd name="connsiteX1" fmla="*/ 249914 w 299245"/>
              <a:gd name="connsiteY1" fmla="*/ 97295 h 848693"/>
              <a:gd name="connsiteX2" fmla="*/ 299245 w 299245"/>
              <a:gd name="connsiteY2" fmla="*/ 424347 h 848693"/>
              <a:gd name="connsiteX3" fmla="*/ 249914 w 299245"/>
              <a:gd name="connsiteY3" fmla="*/ 751400 h 848693"/>
              <a:gd name="connsiteX4" fmla="*/ 214387 w 299245"/>
              <a:gd name="connsiteY4" fmla="*/ 848693 h 848693"/>
              <a:gd name="connsiteX5" fmla="*/ 181524 w 299245"/>
              <a:gd name="connsiteY5" fmla="*/ 823968 h 848693"/>
              <a:gd name="connsiteX6" fmla="*/ 0 w 299245"/>
              <a:gd name="connsiteY6" fmla="*/ 424346 h 848693"/>
              <a:gd name="connsiteX7" fmla="*/ 181524 w 299245"/>
              <a:gd name="connsiteY7" fmla="*/ 24725 h 848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9245" h="848693">
                <a:moveTo>
                  <a:pt x="214386" y="0"/>
                </a:moveTo>
                <a:lnTo>
                  <a:pt x="249914" y="97295"/>
                </a:lnTo>
                <a:cubicBezTo>
                  <a:pt x="281974" y="200610"/>
                  <a:pt x="299245" y="310457"/>
                  <a:pt x="299245" y="424347"/>
                </a:cubicBezTo>
                <a:cubicBezTo>
                  <a:pt x="299245" y="538238"/>
                  <a:pt x="281974" y="648084"/>
                  <a:pt x="249914" y="751400"/>
                </a:cubicBezTo>
                <a:lnTo>
                  <a:pt x="214387" y="848693"/>
                </a:lnTo>
                <a:lnTo>
                  <a:pt x="181524" y="823968"/>
                </a:lnTo>
                <a:cubicBezTo>
                  <a:pt x="69369" y="721696"/>
                  <a:pt x="0" y="580408"/>
                  <a:pt x="0" y="424346"/>
                </a:cubicBezTo>
                <a:cubicBezTo>
                  <a:pt x="0" y="268284"/>
                  <a:pt x="69369" y="126997"/>
                  <a:pt x="181524" y="24725"/>
                </a:cubicBezTo>
                <a:close/>
              </a:path>
            </a:pathLst>
          </a:cu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8F369DB-265C-B32C-7618-C94F37CD3FD0}"/>
              </a:ext>
            </a:extLst>
          </p:cNvPr>
          <p:cNvSpPr/>
          <p:nvPr/>
        </p:nvSpPr>
        <p:spPr>
          <a:xfrm flipH="1">
            <a:off x="9683316" y="839028"/>
            <a:ext cx="353062" cy="848693"/>
          </a:xfrm>
          <a:custGeom>
            <a:avLst/>
            <a:gdLst>
              <a:gd name="connsiteX0" fmla="*/ 214386 w 299245"/>
              <a:gd name="connsiteY0" fmla="*/ 0 h 848693"/>
              <a:gd name="connsiteX1" fmla="*/ 249914 w 299245"/>
              <a:gd name="connsiteY1" fmla="*/ 97295 h 848693"/>
              <a:gd name="connsiteX2" fmla="*/ 299245 w 299245"/>
              <a:gd name="connsiteY2" fmla="*/ 424347 h 848693"/>
              <a:gd name="connsiteX3" fmla="*/ 249914 w 299245"/>
              <a:gd name="connsiteY3" fmla="*/ 751400 h 848693"/>
              <a:gd name="connsiteX4" fmla="*/ 214387 w 299245"/>
              <a:gd name="connsiteY4" fmla="*/ 848693 h 848693"/>
              <a:gd name="connsiteX5" fmla="*/ 181524 w 299245"/>
              <a:gd name="connsiteY5" fmla="*/ 823968 h 848693"/>
              <a:gd name="connsiteX6" fmla="*/ 0 w 299245"/>
              <a:gd name="connsiteY6" fmla="*/ 424346 h 848693"/>
              <a:gd name="connsiteX7" fmla="*/ 181524 w 299245"/>
              <a:gd name="connsiteY7" fmla="*/ 24725 h 848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9245" h="848693">
                <a:moveTo>
                  <a:pt x="214386" y="0"/>
                </a:moveTo>
                <a:lnTo>
                  <a:pt x="249914" y="97295"/>
                </a:lnTo>
                <a:cubicBezTo>
                  <a:pt x="281974" y="200610"/>
                  <a:pt x="299245" y="310457"/>
                  <a:pt x="299245" y="424347"/>
                </a:cubicBezTo>
                <a:cubicBezTo>
                  <a:pt x="299245" y="538238"/>
                  <a:pt x="281974" y="648084"/>
                  <a:pt x="249914" y="751400"/>
                </a:cubicBezTo>
                <a:lnTo>
                  <a:pt x="214387" y="848693"/>
                </a:lnTo>
                <a:lnTo>
                  <a:pt x="181524" y="823968"/>
                </a:lnTo>
                <a:cubicBezTo>
                  <a:pt x="69369" y="721696"/>
                  <a:pt x="0" y="580408"/>
                  <a:pt x="0" y="424346"/>
                </a:cubicBezTo>
                <a:cubicBezTo>
                  <a:pt x="0" y="268284"/>
                  <a:pt x="69369" y="126997"/>
                  <a:pt x="181524" y="24725"/>
                </a:cubicBezTo>
                <a:close/>
              </a:path>
            </a:pathLst>
          </a:cu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6EA4A30-8885-E74A-C330-D5A0DE27B193}"/>
              </a:ext>
            </a:extLst>
          </p:cNvPr>
          <p:cNvSpPr>
            <a:spLocks noChangeAspect="1"/>
          </p:cNvSpPr>
          <p:nvPr/>
        </p:nvSpPr>
        <p:spPr>
          <a:xfrm>
            <a:off x="9802197" y="163553"/>
            <a:ext cx="1966302" cy="2199640"/>
          </a:xfrm>
          <a:custGeom>
            <a:avLst/>
            <a:gdLst>
              <a:gd name="connsiteX0" fmla="*/ 983151 w 1966302"/>
              <a:gd name="connsiteY0" fmla="*/ 0 h 2199640"/>
              <a:gd name="connsiteX1" fmla="*/ 1893033 w 1966302"/>
              <a:gd name="connsiteY1" fmla="*/ 484900 h 2199640"/>
              <a:gd name="connsiteX2" fmla="*/ 1966302 w 1966302"/>
              <a:gd name="connsiteY2" fmla="*/ 620201 h 2199640"/>
              <a:gd name="connsiteX3" fmla="*/ 1944102 w 1966302"/>
              <a:gd name="connsiteY3" fmla="*/ 631189 h 2199640"/>
              <a:gd name="connsiteX4" fmla="*/ 1670855 w 1966302"/>
              <a:gd name="connsiteY4" fmla="*/ 1099820 h 2199640"/>
              <a:gd name="connsiteX5" fmla="*/ 1944102 w 1966302"/>
              <a:gd name="connsiteY5" fmla="*/ 1568451 h 2199640"/>
              <a:gd name="connsiteX6" fmla="*/ 1966302 w 1966302"/>
              <a:gd name="connsiteY6" fmla="*/ 1579440 h 2199640"/>
              <a:gd name="connsiteX7" fmla="*/ 1893033 w 1966302"/>
              <a:gd name="connsiteY7" fmla="*/ 1714740 h 2199640"/>
              <a:gd name="connsiteX8" fmla="*/ 983151 w 1966302"/>
              <a:gd name="connsiteY8" fmla="*/ 2199640 h 2199640"/>
              <a:gd name="connsiteX9" fmla="*/ 73269 w 1966302"/>
              <a:gd name="connsiteY9" fmla="*/ 1714740 h 2199640"/>
              <a:gd name="connsiteX10" fmla="*/ 0 w 1966302"/>
              <a:gd name="connsiteY10" fmla="*/ 1579439 h 2199640"/>
              <a:gd name="connsiteX11" fmla="*/ 22200 w 1966302"/>
              <a:gd name="connsiteY11" fmla="*/ 1568451 h 2199640"/>
              <a:gd name="connsiteX12" fmla="*/ 295446 w 1966302"/>
              <a:gd name="connsiteY12" fmla="*/ 1099820 h 2199640"/>
              <a:gd name="connsiteX13" fmla="*/ 22200 w 1966302"/>
              <a:gd name="connsiteY13" fmla="*/ 631189 h 2199640"/>
              <a:gd name="connsiteX14" fmla="*/ 0 w 1966302"/>
              <a:gd name="connsiteY14" fmla="*/ 620201 h 2199640"/>
              <a:gd name="connsiteX15" fmla="*/ 73269 w 1966302"/>
              <a:gd name="connsiteY15" fmla="*/ 484900 h 2199640"/>
              <a:gd name="connsiteX16" fmla="*/ 983151 w 1966302"/>
              <a:gd name="connsiteY16" fmla="*/ 0 h 219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966302" h="2199640">
                <a:moveTo>
                  <a:pt x="983151" y="0"/>
                </a:moveTo>
                <a:cubicBezTo>
                  <a:pt x="1361908" y="0"/>
                  <a:pt x="1695844" y="192346"/>
                  <a:pt x="1893033" y="484900"/>
                </a:cubicBezTo>
                <a:lnTo>
                  <a:pt x="1966302" y="620201"/>
                </a:lnTo>
                <a:lnTo>
                  <a:pt x="1944102" y="631189"/>
                </a:lnTo>
                <a:cubicBezTo>
                  <a:pt x="1779244" y="732750"/>
                  <a:pt x="1670855" y="904743"/>
                  <a:pt x="1670855" y="1099820"/>
                </a:cubicBezTo>
                <a:cubicBezTo>
                  <a:pt x="1670855" y="1294898"/>
                  <a:pt x="1779244" y="1466890"/>
                  <a:pt x="1944102" y="1568451"/>
                </a:cubicBezTo>
                <a:lnTo>
                  <a:pt x="1966302" y="1579440"/>
                </a:lnTo>
                <a:lnTo>
                  <a:pt x="1893033" y="1714740"/>
                </a:lnTo>
                <a:cubicBezTo>
                  <a:pt x="1695844" y="2007294"/>
                  <a:pt x="1361908" y="2199640"/>
                  <a:pt x="983151" y="2199640"/>
                </a:cubicBezTo>
                <a:cubicBezTo>
                  <a:pt x="604394" y="2199640"/>
                  <a:pt x="270459" y="2007294"/>
                  <a:pt x="73269" y="1714740"/>
                </a:cubicBezTo>
                <a:lnTo>
                  <a:pt x="0" y="1579439"/>
                </a:lnTo>
                <a:lnTo>
                  <a:pt x="22200" y="1568451"/>
                </a:lnTo>
                <a:cubicBezTo>
                  <a:pt x="187057" y="1466890"/>
                  <a:pt x="295446" y="1294898"/>
                  <a:pt x="295446" y="1099820"/>
                </a:cubicBezTo>
                <a:cubicBezTo>
                  <a:pt x="295446" y="904743"/>
                  <a:pt x="187057" y="732750"/>
                  <a:pt x="22200" y="631189"/>
                </a:cubicBezTo>
                <a:lnTo>
                  <a:pt x="0" y="620201"/>
                </a:lnTo>
                <a:lnTo>
                  <a:pt x="73269" y="484900"/>
                </a:lnTo>
                <a:cubicBezTo>
                  <a:pt x="270459" y="192346"/>
                  <a:pt x="604394" y="0"/>
                  <a:pt x="983151" y="0"/>
                </a:cubicBezTo>
                <a:close/>
              </a:path>
            </a:pathLst>
          </a:cu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Lato" panose="020F0502020204030203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7646549-F2AA-4261-3006-3E936566270F}"/>
              </a:ext>
            </a:extLst>
          </p:cNvPr>
          <p:cNvGrpSpPr/>
          <p:nvPr/>
        </p:nvGrpSpPr>
        <p:grpSpPr>
          <a:xfrm>
            <a:off x="10153750" y="634175"/>
            <a:ext cx="1287780" cy="1291590"/>
            <a:chOff x="7688342" y="576301"/>
            <a:chExt cx="1287780" cy="129159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3A9C145-5C35-D153-86D9-0D4BA53E0F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8342" y="576301"/>
              <a:ext cx="1287780" cy="129159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38100" dir="2700000" sx="105000" sy="105000" algn="tl" rotWithShape="0">
                <a:prstClr val="black">
                  <a:alpha val="43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Lato" panose="020F0502020204030203" pitchFamily="34" charset="0"/>
              </a:endParaRPr>
            </a:p>
          </p:txBody>
        </p:sp>
        <p:grpSp>
          <p:nvGrpSpPr>
            <p:cNvPr id="29" name="Target">
              <a:extLst>
                <a:ext uri="{FF2B5EF4-FFF2-40B4-BE49-F238E27FC236}">
                  <a16:creationId xmlns:a16="http://schemas.microsoft.com/office/drawing/2014/main" id="{6EBB67E7-D9C0-8664-540F-13061F1ECF79}"/>
                </a:ext>
              </a:extLst>
            </p:cNvPr>
            <p:cNvGrpSpPr/>
            <p:nvPr/>
          </p:nvGrpSpPr>
          <p:grpSpPr>
            <a:xfrm>
              <a:off x="7956103" y="770172"/>
              <a:ext cx="839566" cy="848693"/>
              <a:chOff x="7021543" y="3230227"/>
              <a:chExt cx="439248" cy="444023"/>
            </a:xfrm>
            <a:effectLst>
              <a:reflection blurRad="6350" stA="20000" endPos="35000" dir="5400000" sy="-100000" algn="bl" rotWithShape="0"/>
            </a:effectLst>
          </p:grpSpPr>
          <p:sp>
            <p:nvSpPr>
              <p:cNvPr id="30" name="Freeform 56">
                <a:extLst>
                  <a:ext uri="{FF2B5EF4-FFF2-40B4-BE49-F238E27FC236}">
                    <a16:creationId xmlns:a16="http://schemas.microsoft.com/office/drawing/2014/main" id="{0A45AF95-E602-AE84-915A-6579A5CE211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5017" y="3340994"/>
                <a:ext cx="274053" cy="273098"/>
              </a:xfrm>
              <a:custGeom>
                <a:avLst/>
                <a:gdLst>
                  <a:gd name="T0" fmla="*/ 146 w 159"/>
                  <a:gd name="T1" fmla="*/ 36 h 159"/>
                  <a:gd name="T2" fmla="*/ 136 w 159"/>
                  <a:gd name="T3" fmla="*/ 46 h 159"/>
                  <a:gd name="T4" fmla="*/ 145 w 159"/>
                  <a:gd name="T5" fmla="*/ 80 h 159"/>
                  <a:gd name="T6" fmla="*/ 80 w 159"/>
                  <a:gd name="T7" fmla="*/ 145 h 159"/>
                  <a:gd name="T8" fmla="*/ 14 w 159"/>
                  <a:gd name="T9" fmla="*/ 80 h 159"/>
                  <a:gd name="T10" fmla="*/ 80 w 159"/>
                  <a:gd name="T11" fmla="*/ 14 h 159"/>
                  <a:gd name="T12" fmla="*/ 113 w 159"/>
                  <a:gd name="T13" fmla="*/ 23 h 159"/>
                  <a:gd name="T14" fmla="*/ 123 w 159"/>
                  <a:gd name="T15" fmla="*/ 13 h 159"/>
                  <a:gd name="T16" fmla="*/ 80 w 159"/>
                  <a:gd name="T17" fmla="*/ 0 h 159"/>
                  <a:gd name="T18" fmla="*/ 0 w 159"/>
                  <a:gd name="T19" fmla="*/ 80 h 159"/>
                  <a:gd name="T20" fmla="*/ 80 w 159"/>
                  <a:gd name="T21" fmla="*/ 159 h 159"/>
                  <a:gd name="T22" fmla="*/ 159 w 159"/>
                  <a:gd name="T23" fmla="*/ 80 h 159"/>
                  <a:gd name="T24" fmla="*/ 146 w 159"/>
                  <a:gd name="T25" fmla="*/ 36 h 159"/>
                  <a:gd name="T26" fmla="*/ 80 w 159"/>
                  <a:gd name="T27" fmla="*/ 47 h 159"/>
                  <a:gd name="T28" fmla="*/ 88 w 159"/>
                  <a:gd name="T29" fmla="*/ 48 h 159"/>
                  <a:gd name="T30" fmla="*/ 99 w 159"/>
                  <a:gd name="T31" fmla="*/ 37 h 159"/>
                  <a:gd name="T32" fmla="*/ 80 w 159"/>
                  <a:gd name="T33" fmla="*/ 33 h 159"/>
                  <a:gd name="T34" fmla="*/ 33 w 159"/>
                  <a:gd name="T35" fmla="*/ 80 h 159"/>
                  <a:gd name="T36" fmla="*/ 80 w 159"/>
                  <a:gd name="T37" fmla="*/ 126 h 159"/>
                  <a:gd name="T38" fmla="*/ 126 w 159"/>
                  <a:gd name="T39" fmla="*/ 80 h 159"/>
                  <a:gd name="T40" fmla="*/ 122 w 159"/>
                  <a:gd name="T41" fmla="*/ 60 h 159"/>
                  <a:gd name="T42" fmla="*/ 111 w 159"/>
                  <a:gd name="T43" fmla="*/ 71 h 159"/>
                  <a:gd name="T44" fmla="*/ 112 w 159"/>
                  <a:gd name="T45" fmla="*/ 80 h 159"/>
                  <a:gd name="T46" fmla="*/ 80 w 159"/>
                  <a:gd name="T47" fmla="*/ 112 h 159"/>
                  <a:gd name="T48" fmla="*/ 47 w 159"/>
                  <a:gd name="T49" fmla="*/ 80 h 159"/>
                  <a:gd name="T50" fmla="*/ 80 w 159"/>
                  <a:gd name="T51" fmla="*/ 47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59" h="159">
                    <a:moveTo>
                      <a:pt x="146" y="36"/>
                    </a:moveTo>
                    <a:cubicBezTo>
                      <a:pt x="143" y="39"/>
                      <a:pt x="139" y="43"/>
                      <a:pt x="136" y="46"/>
                    </a:cubicBezTo>
                    <a:cubicBezTo>
                      <a:pt x="141" y="56"/>
                      <a:pt x="145" y="67"/>
                      <a:pt x="145" y="80"/>
                    </a:cubicBezTo>
                    <a:cubicBezTo>
                      <a:pt x="145" y="116"/>
                      <a:pt x="116" y="145"/>
                      <a:pt x="80" y="145"/>
                    </a:cubicBezTo>
                    <a:cubicBezTo>
                      <a:pt x="43" y="145"/>
                      <a:pt x="14" y="116"/>
                      <a:pt x="14" y="80"/>
                    </a:cubicBezTo>
                    <a:cubicBezTo>
                      <a:pt x="14" y="43"/>
                      <a:pt x="43" y="14"/>
                      <a:pt x="80" y="14"/>
                    </a:cubicBezTo>
                    <a:cubicBezTo>
                      <a:pt x="92" y="14"/>
                      <a:pt x="103" y="18"/>
                      <a:pt x="113" y="23"/>
                    </a:cubicBezTo>
                    <a:cubicBezTo>
                      <a:pt x="116" y="20"/>
                      <a:pt x="120" y="17"/>
                      <a:pt x="123" y="13"/>
                    </a:cubicBezTo>
                    <a:cubicBezTo>
                      <a:pt x="111" y="5"/>
                      <a:pt x="96" y="0"/>
                      <a:pt x="80" y="0"/>
                    </a:cubicBezTo>
                    <a:cubicBezTo>
                      <a:pt x="36" y="0"/>
                      <a:pt x="0" y="36"/>
                      <a:pt x="0" y="80"/>
                    </a:cubicBezTo>
                    <a:cubicBezTo>
                      <a:pt x="0" y="124"/>
                      <a:pt x="36" y="159"/>
                      <a:pt x="80" y="159"/>
                    </a:cubicBezTo>
                    <a:cubicBezTo>
                      <a:pt x="123" y="159"/>
                      <a:pt x="159" y="124"/>
                      <a:pt x="159" y="80"/>
                    </a:cubicBezTo>
                    <a:cubicBezTo>
                      <a:pt x="159" y="63"/>
                      <a:pt x="154" y="48"/>
                      <a:pt x="146" y="36"/>
                    </a:cubicBezTo>
                    <a:close/>
                    <a:moveTo>
                      <a:pt x="80" y="47"/>
                    </a:moveTo>
                    <a:cubicBezTo>
                      <a:pt x="83" y="47"/>
                      <a:pt x="85" y="48"/>
                      <a:pt x="88" y="48"/>
                    </a:cubicBezTo>
                    <a:cubicBezTo>
                      <a:pt x="92" y="45"/>
                      <a:pt x="95" y="41"/>
                      <a:pt x="99" y="37"/>
                    </a:cubicBezTo>
                    <a:cubicBezTo>
                      <a:pt x="93" y="35"/>
                      <a:pt x="87" y="33"/>
                      <a:pt x="80" y="33"/>
                    </a:cubicBezTo>
                    <a:cubicBezTo>
                      <a:pt x="54" y="33"/>
                      <a:pt x="33" y="54"/>
                      <a:pt x="33" y="80"/>
                    </a:cubicBezTo>
                    <a:cubicBezTo>
                      <a:pt x="33" y="105"/>
                      <a:pt x="54" y="126"/>
                      <a:pt x="80" y="126"/>
                    </a:cubicBezTo>
                    <a:cubicBezTo>
                      <a:pt x="105" y="126"/>
                      <a:pt x="126" y="105"/>
                      <a:pt x="126" y="80"/>
                    </a:cubicBezTo>
                    <a:cubicBezTo>
                      <a:pt x="126" y="73"/>
                      <a:pt x="125" y="66"/>
                      <a:pt x="122" y="60"/>
                    </a:cubicBezTo>
                    <a:cubicBezTo>
                      <a:pt x="118" y="64"/>
                      <a:pt x="114" y="68"/>
                      <a:pt x="111" y="71"/>
                    </a:cubicBezTo>
                    <a:cubicBezTo>
                      <a:pt x="112" y="74"/>
                      <a:pt x="112" y="77"/>
                      <a:pt x="112" y="80"/>
                    </a:cubicBezTo>
                    <a:cubicBezTo>
                      <a:pt x="112" y="98"/>
                      <a:pt x="97" y="112"/>
                      <a:pt x="80" y="112"/>
                    </a:cubicBezTo>
                    <a:cubicBezTo>
                      <a:pt x="62" y="112"/>
                      <a:pt x="47" y="98"/>
                      <a:pt x="47" y="80"/>
                    </a:cubicBezTo>
                    <a:cubicBezTo>
                      <a:pt x="47" y="62"/>
                      <a:pt x="62" y="47"/>
                      <a:pt x="80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  <p:sp>
            <p:nvSpPr>
              <p:cNvPr id="31" name="Freeform 57">
                <a:extLst>
                  <a:ext uri="{FF2B5EF4-FFF2-40B4-BE49-F238E27FC236}">
                    <a16:creationId xmlns:a16="http://schemas.microsoft.com/office/drawing/2014/main" id="{02975AE8-4E8F-30F9-5038-04C24DD3AA3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21543" y="3230227"/>
                <a:ext cx="439248" cy="444023"/>
              </a:xfrm>
              <a:custGeom>
                <a:avLst/>
                <a:gdLst>
                  <a:gd name="T0" fmla="*/ 189 w 255"/>
                  <a:gd name="T1" fmla="*/ 89 h 259"/>
                  <a:gd name="T2" fmla="*/ 207 w 255"/>
                  <a:gd name="T3" fmla="*/ 145 h 259"/>
                  <a:gd name="T4" fmla="*/ 111 w 255"/>
                  <a:gd name="T5" fmla="*/ 241 h 259"/>
                  <a:gd name="T6" fmla="*/ 14 w 255"/>
                  <a:gd name="T7" fmla="*/ 145 h 259"/>
                  <a:gd name="T8" fmla="*/ 111 w 255"/>
                  <a:gd name="T9" fmla="*/ 48 h 259"/>
                  <a:gd name="T10" fmla="*/ 166 w 255"/>
                  <a:gd name="T11" fmla="*/ 66 h 259"/>
                  <a:gd name="T12" fmla="*/ 176 w 255"/>
                  <a:gd name="T13" fmla="*/ 56 h 259"/>
                  <a:gd name="T14" fmla="*/ 111 w 255"/>
                  <a:gd name="T15" fmla="*/ 34 h 259"/>
                  <a:gd name="T16" fmla="*/ 0 w 255"/>
                  <a:gd name="T17" fmla="*/ 145 h 259"/>
                  <a:gd name="T18" fmla="*/ 30 w 255"/>
                  <a:gd name="T19" fmla="*/ 220 h 259"/>
                  <a:gd name="T20" fmla="*/ 30 w 255"/>
                  <a:gd name="T21" fmla="*/ 220 h 259"/>
                  <a:gd name="T22" fmla="*/ 30 w 255"/>
                  <a:gd name="T23" fmla="*/ 259 h 259"/>
                  <a:gd name="T24" fmla="*/ 45 w 255"/>
                  <a:gd name="T25" fmla="*/ 259 h 259"/>
                  <a:gd name="T26" fmla="*/ 45 w 255"/>
                  <a:gd name="T27" fmla="*/ 233 h 259"/>
                  <a:gd name="T28" fmla="*/ 111 w 255"/>
                  <a:gd name="T29" fmla="*/ 255 h 259"/>
                  <a:gd name="T30" fmla="*/ 176 w 255"/>
                  <a:gd name="T31" fmla="*/ 233 h 259"/>
                  <a:gd name="T32" fmla="*/ 176 w 255"/>
                  <a:gd name="T33" fmla="*/ 259 h 259"/>
                  <a:gd name="T34" fmla="*/ 191 w 255"/>
                  <a:gd name="T35" fmla="*/ 259 h 259"/>
                  <a:gd name="T36" fmla="*/ 191 w 255"/>
                  <a:gd name="T37" fmla="*/ 220 h 259"/>
                  <a:gd name="T38" fmla="*/ 221 w 255"/>
                  <a:gd name="T39" fmla="*/ 145 h 259"/>
                  <a:gd name="T40" fmla="*/ 199 w 255"/>
                  <a:gd name="T41" fmla="*/ 79 h 259"/>
                  <a:gd name="T42" fmla="*/ 189 w 255"/>
                  <a:gd name="T43" fmla="*/ 89 h 259"/>
                  <a:gd name="T44" fmla="*/ 224 w 255"/>
                  <a:gd name="T45" fmla="*/ 31 h 259"/>
                  <a:gd name="T46" fmla="*/ 224 w 255"/>
                  <a:gd name="T47" fmla="*/ 0 h 259"/>
                  <a:gd name="T48" fmla="*/ 191 w 255"/>
                  <a:gd name="T49" fmla="*/ 34 h 259"/>
                  <a:gd name="T50" fmla="*/ 191 w 255"/>
                  <a:gd name="T51" fmla="*/ 56 h 259"/>
                  <a:gd name="T52" fmla="*/ 109 w 255"/>
                  <a:gd name="T53" fmla="*/ 139 h 259"/>
                  <a:gd name="T54" fmla="*/ 109 w 255"/>
                  <a:gd name="T55" fmla="*/ 147 h 259"/>
                  <a:gd name="T56" fmla="*/ 116 w 255"/>
                  <a:gd name="T57" fmla="*/ 147 h 259"/>
                  <a:gd name="T58" fmla="*/ 199 w 255"/>
                  <a:gd name="T59" fmla="*/ 64 h 259"/>
                  <a:gd name="T60" fmla="*/ 222 w 255"/>
                  <a:gd name="T61" fmla="*/ 64 h 259"/>
                  <a:gd name="T62" fmla="*/ 255 w 255"/>
                  <a:gd name="T63" fmla="*/ 31 h 259"/>
                  <a:gd name="T64" fmla="*/ 224 w 255"/>
                  <a:gd name="T65" fmla="*/ 31 h 2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55" h="259">
                    <a:moveTo>
                      <a:pt x="189" y="89"/>
                    </a:moveTo>
                    <a:cubicBezTo>
                      <a:pt x="200" y="105"/>
                      <a:pt x="207" y="124"/>
                      <a:pt x="207" y="145"/>
                    </a:cubicBezTo>
                    <a:cubicBezTo>
                      <a:pt x="207" y="198"/>
                      <a:pt x="164" y="241"/>
                      <a:pt x="111" y="241"/>
                    </a:cubicBezTo>
                    <a:cubicBezTo>
                      <a:pt x="57" y="241"/>
                      <a:pt x="14" y="198"/>
                      <a:pt x="14" y="145"/>
                    </a:cubicBezTo>
                    <a:cubicBezTo>
                      <a:pt x="14" y="91"/>
                      <a:pt x="57" y="48"/>
                      <a:pt x="111" y="48"/>
                    </a:cubicBezTo>
                    <a:cubicBezTo>
                      <a:pt x="131" y="48"/>
                      <a:pt x="150" y="55"/>
                      <a:pt x="166" y="66"/>
                    </a:cubicBezTo>
                    <a:cubicBezTo>
                      <a:pt x="170" y="63"/>
                      <a:pt x="173" y="59"/>
                      <a:pt x="176" y="56"/>
                    </a:cubicBezTo>
                    <a:cubicBezTo>
                      <a:pt x="158" y="43"/>
                      <a:pt x="135" y="34"/>
                      <a:pt x="111" y="34"/>
                    </a:cubicBezTo>
                    <a:cubicBezTo>
                      <a:pt x="50" y="34"/>
                      <a:pt x="0" y="84"/>
                      <a:pt x="0" y="145"/>
                    </a:cubicBezTo>
                    <a:cubicBezTo>
                      <a:pt x="0" y="174"/>
                      <a:pt x="12" y="200"/>
                      <a:pt x="30" y="220"/>
                    </a:cubicBezTo>
                    <a:cubicBezTo>
                      <a:pt x="30" y="220"/>
                      <a:pt x="30" y="220"/>
                      <a:pt x="30" y="220"/>
                    </a:cubicBezTo>
                    <a:cubicBezTo>
                      <a:pt x="30" y="259"/>
                      <a:pt x="30" y="259"/>
                      <a:pt x="30" y="259"/>
                    </a:cubicBezTo>
                    <a:cubicBezTo>
                      <a:pt x="45" y="259"/>
                      <a:pt x="45" y="259"/>
                      <a:pt x="45" y="259"/>
                    </a:cubicBezTo>
                    <a:cubicBezTo>
                      <a:pt x="45" y="233"/>
                      <a:pt x="45" y="233"/>
                      <a:pt x="45" y="233"/>
                    </a:cubicBezTo>
                    <a:cubicBezTo>
                      <a:pt x="63" y="247"/>
                      <a:pt x="86" y="255"/>
                      <a:pt x="111" y="255"/>
                    </a:cubicBezTo>
                    <a:cubicBezTo>
                      <a:pt x="135" y="255"/>
                      <a:pt x="158" y="247"/>
                      <a:pt x="176" y="233"/>
                    </a:cubicBezTo>
                    <a:cubicBezTo>
                      <a:pt x="176" y="259"/>
                      <a:pt x="176" y="259"/>
                      <a:pt x="176" y="259"/>
                    </a:cubicBezTo>
                    <a:cubicBezTo>
                      <a:pt x="191" y="259"/>
                      <a:pt x="191" y="259"/>
                      <a:pt x="191" y="259"/>
                    </a:cubicBezTo>
                    <a:cubicBezTo>
                      <a:pt x="191" y="220"/>
                      <a:pt x="191" y="220"/>
                      <a:pt x="191" y="220"/>
                    </a:cubicBezTo>
                    <a:cubicBezTo>
                      <a:pt x="209" y="200"/>
                      <a:pt x="221" y="174"/>
                      <a:pt x="221" y="145"/>
                    </a:cubicBezTo>
                    <a:cubicBezTo>
                      <a:pt x="221" y="120"/>
                      <a:pt x="213" y="97"/>
                      <a:pt x="199" y="79"/>
                    </a:cubicBezTo>
                    <a:cubicBezTo>
                      <a:pt x="196" y="82"/>
                      <a:pt x="193" y="85"/>
                      <a:pt x="189" y="89"/>
                    </a:cubicBezTo>
                    <a:close/>
                    <a:moveTo>
                      <a:pt x="224" y="31"/>
                    </a:moveTo>
                    <a:cubicBezTo>
                      <a:pt x="224" y="0"/>
                      <a:pt x="224" y="0"/>
                      <a:pt x="224" y="0"/>
                    </a:cubicBezTo>
                    <a:cubicBezTo>
                      <a:pt x="191" y="34"/>
                      <a:pt x="191" y="34"/>
                      <a:pt x="191" y="34"/>
                    </a:cubicBezTo>
                    <a:cubicBezTo>
                      <a:pt x="191" y="56"/>
                      <a:pt x="191" y="56"/>
                      <a:pt x="191" y="56"/>
                    </a:cubicBezTo>
                    <a:cubicBezTo>
                      <a:pt x="109" y="139"/>
                      <a:pt x="109" y="139"/>
                      <a:pt x="109" y="139"/>
                    </a:cubicBezTo>
                    <a:cubicBezTo>
                      <a:pt x="106" y="141"/>
                      <a:pt x="106" y="144"/>
                      <a:pt x="109" y="147"/>
                    </a:cubicBezTo>
                    <a:cubicBezTo>
                      <a:pt x="111" y="149"/>
                      <a:pt x="114" y="149"/>
                      <a:pt x="116" y="147"/>
                    </a:cubicBezTo>
                    <a:cubicBezTo>
                      <a:pt x="199" y="64"/>
                      <a:pt x="199" y="64"/>
                      <a:pt x="199" y="64"/>
                    </a:cubicBezTo>
                    <a:cubicBezTo>
                      <a:pt x="222" y="64"/>
                      <a:pt x="222" y="64"/>
                      <a:pt x="222" y="64"/>
                    </a:cubicBezTo>
                    <a:cubicBezTo>
                      <a:pt x="255" y="31"/>
                      <a:pt x="255" y="31"/>
                      <a:pt x="255" y="31"/>
                    </a:cubicBezTo>
                    <a:lnTo>
                      <a:pt x="224" y="31"/>
                    </a:lnTo>
                    <a:close/>
                  </a:path>
                </a:pathLst>
              </a:custGeom>
              <a:ln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983E7C7-0A06-51B7-C8FA-27F930EB0F5A}"/>
              </a:ext>
            </a:extLst>
          </p:cNvPr>
          <p:cNvSpPr/>
          <p:nvPr/>
        </p:nvSpPr>
        <p:spPr>
          <a:xfrm>
            <a:off x="380707" y="516668"/>
            <a:ext cx="7661072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400">
                <a:latin typeface="IRANYekanXFaNum"/>
              </a:rPr>
              <a:t>حل تمرین: شناسایی نوع مجموعه‌ها</a:t>
            </a:r>
            <a:endParaRPr lang="en-US" sz="2400" dirty="0">
              <a:latin typeface="IRANYekanXFaNum" pitchFamily="2" charset="-78"/>
              <a:cs typeface="IRANYekanXFaNum" pitchFamily="2" charset="-78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807F22-1C8A-F47B-807A-1BF09D2829A8}"/>
              </a:ext>
            </a:extLst>
          </p:cNvPr>
          <p:cNvGrpSpPr/>
          <p:nvPr/>
        </p:nvGrpSpPr>
        <p:grpSpPr>
          <a:xfrm>
            <a:off x="8012918" y="406349"/>
            <a:ext cx="1292458" cy="1451832"/>
            <a:chOff x="8012918" y="406349"/>
            <a:chExt cx="1292458" cy="1451832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D0A3959-7005-D743-5F33-9C175671942B}"/>
                </a:ext>
              </a:extLst>
            </p:cNvPr>
            <p:cNvGrpSpPr/>
            <p:nvPr/>
          </p:nvGrpSpPr>
          <p:grpSpPr>
            <a:xfrm>
              <a:off x="8023798" y="634175"/>
              <a:ext cx="1281578" cy="1224006"/>
              <a:chOff x="2026995" y="1759447"/>
              <a:chExt cx="1281578" cy="1224006"/>
            </a:xfrm>
          </p:grpSpPr>
          <p:grpSp>
            <p:nvGrpSpPr>
              <p:cNvPr id="34" name="Circle B">
                <a:extLst>
                  <a:ext uri="{FF2B5EF4-FFF2-40B4-BE49-F238E27FC236}">
                    <a16:creationId xmlns:a16="http://schemas.microsoft.com/office/drawing/2014/main" id="{EB606F07-64C2-4AF8-A458-448DEB9B66C9}"/>
                  </a:ext>
                </a:extLst>
              </p:cNvPr>
              <p:cNvGrpSpPr/>
              <p:nvPr/>
            </p:nvGrpSpPr>
            <p:grpSpPr>
              <a:xfrm>
                <a:off x="2050416" y="1759447"/>
                <a:ext cx="1229054" cy="1224006"/>
                <a:chOff x="3731763" y="2289353"/>
                <a:chExt cx="1341438" cy="1335925"/>
              </a:xfrm>
            </p:grpSpPr>
            <p:sp>
              <p:nvSpPr>
                <p:cNvPr id="36" name="Oval 73">
                  <a:extLst>
                    <a:ext uri="{FF2B5EF4-FFF2-40B4-BE49-F238E27FC236}">
                      <a16:creationId xmlns:a16="http://schemas.microsoft.com/office/drawing/2014/main" id="{D0799FD0-EC7F-9301-CD11-BA6F535A21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31763" y="2289353"/>
                  <a:ext cx="1341438" cy="1335925"/>
                </a:xfrm>
                <a:prstGeom prst="ellipse">
                  <a:avLst/>
                </a:prstGeom>
                <a:gradFill flip="none" rotWithShape="1">
                  <a:gsLst>
                    <a:gs pos="20000">
                      <a:srgbClr val="FFFFFF"/>
                    </a:gs>
                    <a:gs pos="100000">
                      <a:srgbClr val="DAD9D9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381000" dist="177800" dir="2700000" algn="tl" rotWithShape="0">
                    <a:prstClr val="black">
                      <a:alpha val="70000"/>
                    </a:prstClr>
                  </a:outerShdw>
                </a:effectLst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ru-RU" sz="1350" dirty="0">
                    <a:latin typeface="Lato" panose="020F0502020204030203" pitchFamily="34" charset="0"/>
                  </a:endParaRPr>
                </a:p>
              </p:txBody>
            </p:sp>
            <p:pic>
              <p:nvPicPr>
                <p:cNvPr id="37" name="Texture">
                  <a:extLst>
                    <a:ext uri="{FF2B5EF4-FFF2-40B4-BE49-F238E27FC236}">
                      <a16:creationId xmlns:a16="http://schemas.microsoft.com/office/drawing/2014/main" id="{2761ABD8-51FC-5B6F-87BE-7736C94A6B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40103" y="2392141"/>
                  <a:ext cx="1187212" cy="1187213"/>
                </a:xfrm>
                <a:prstGeom prst="rect">
                  <a:avLst/>
                </a:prstGeom>
              </p:spPr>
            </p:pic>
          </p:grpSp>
          <p:sp>
            <p:nvSpPr>
              <p:cNvPr id="35" name="B">
                <a:extLst>
                  <a:ext uri="{FF2B5EF4-FFF2-40B4-BE49-F238E27FC236}">
                    <a16:creationId xmlns:a16="http://schemas.microsoft.com/office/drawing/2014/main" id="{8BC639AC-604D-774D-E473-75494F118FE8}"/>
                  </a:ext>
                </a:extLst>
              </p:cNvPr>
              <p:cNvSpPr txBox="1"/>
              <p:nvPr/>
            </p:nvSpPr>
            <p:spPr>
              <a:xfrm>
                <a:off x="2026995" y="2103813"/>
                <a:ext cx="128157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3600">
                    <a:solidFill>
                      <a:srgbClr val="FF0000"/>
                    </a:solidFill>
                    <a:latin typeface="IRANYekanXFaNum Heavy" pitchFamily="2" charset="-78"/>
                    <a:ea typeface="Roboto Condensed" panose="02000000000000000000" pitchFamily="2" charset="0"/>
                    <a:cs typeface="IRANYekanXFaNum Heavy" pitchFamily="2" charset="-78"/>
                  </a:defRPr>
                </a:lvl1pPr>
              </a:lstStyle>
              <a:p>
                <a:r>
                  <a:rPr lang="fa-IR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مثال</a:t>
                </a:r>
                <a:endParaRPr lang="ru-RU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p:grpSp>
        <p:sp>
          <p:nvSpPr>
            <p:cNvPr id="10" name="A">
              <a:extLst>
                <a:ext uri="{FF2B5EF4-FFF2-40B4-BE49-F238E27FC236}">
                  <a16:creationId xmlns:a16="http://schemas.microsoft.com/office/drawing/2014/main" id="{7CA04C87-2237-1E21-D1DA-196FDE853EFB}"/>
                </a:ext>
              </a:extLst>
            </p:cNvPr>
            <p:cNvSpPr txBox="1"/>
            <p:nvPr/>
          </p:nvSpPr>
          <p:spPr>
            <a:xfrm>
              <a:off x="8012918" y="406349"/>
              <a:ext cx="60534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60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3</a:t>
              </a:r>
              <a:endParaRPr lang="ru-RU" sz="60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A0A5D7-60F5-64C0-AFD9-A66259EEA27D}"/>
              </a:ext>
            </a:extLst>
          </p:cNvPr>
          <p:cNvGrpSpPr/>
          <p:nvPr/>
        </p:nvGrpSpPr>
        <p:grpSpPr>
          <a:xfrm>
            <a:off x="408681" y="2067671"/>
            <a:ext cx="4151023" cy="4645186"/>
            <a:chOff x="408681" y="2067671"/>
            <a:chExt cx="4151023" cy="464518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EC2CA5F-F6B6-AF12-4D49-042B763B897B}"/>
                </a:ext>
              </a:extLst>
            </p:cNvPr>
            <p:cNvGrpSpPr/>
            <p:nvPr/>
          </p:nvGrpSpPr>
          <p:grpSpPr>
            <a:xfrm>
              <a:off x="408681" y="2124997"/>
              <a:ext cx="4151023" cy="4587860"/>
              <a:chOff x="408681" y="2124997"/>
              <a:chExt cx="4151023" cy="4587860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1CC75CC-0556-D2F3-060C-3BF234BCEC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43563" y="2124997"/>
                <a:ext cx="39575" cy="4587860"/>
              </a:xfrm>
              <a:prstGeom prst="line">
                <a:avLst/>
              </a:prstGeom>
              <a:ln w="3810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A80F3DD-4D12-07D7-90A1-3BF2DB3698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532" y="2124997"/>
                <a:ext cx="55536" cy="4509022"/>
              </a:xfrm>
              <a:prstGeom prst="line">
                <a:avLst/>
              </a:prstGeom>
              <a:ln w="3810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2E549BED-51A5-6C59-A976-368165E431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3350" y="2124997"/>
                <a:ext cx="0" cy="4587860"/>
              </a:xfrm>
              <a:prstGeom prst="line">
                <a:avLst/>
              </a:prstGeom>
              <a:ln w="3810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217F676-E069-1736-4A68-FBC99A4887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6245" y="2124997"/>
                <a:ext cx="0" cy="4587860"/>
              </a:xfrm>
              <a:prstGeom prst="line">
                <a:avLst/>
              </a:prstGeom>
              <a:ln w="3810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5262336-591A-A606-C76A-7DDF88CD72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8681" y="2573836"/>
                <a:ext cx="4151023" cy="7912"/>
              </a:xfrm>
              <a:prstGeom prst="line">
                <a:avLst/>
              </a:prstGeom>
              <a:ln w="3810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CAD417-6E12-35D7-D5A8-92AC377E10CD}"/>
                </a:ext>
              </a:extLst>
            </p:cNvPr>
            <p:cNvGrpSpPr/>
            <p:nvPr/>
          </p:nvGrpSpPr>
          <p:grpSpPr>
            <a:xfrm>
              <a:off x="565018" y="2067671"/>
              <a:ext cx="3647794" cy="488931"/>
              <a:chOff x="565018" y="2067671"/>
              <a:chExt cx="3647794" cy="48893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7E538C-FA98-0228-7F67-0FAF4AF807BE}"/>
                  </a:ext>
                </a:extLst>
              </p:cNvPr>
              <p:cNvSpPr/>
              <p:nvPr/>
            </p:nvSpPr>
            <p:spPr>
              <a:xfrm>
                <a:off x="565018" y="2067671"/>
                <a:ext cx="579796" cy="467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rtl="1">
                  <a:lnSpc>
                    <a:spcPct val="170000"/>
                  </a:lnSpc>
                </a:pPr>
                <a:r>
                  <a:rPr lang="fa-IR" sz="1600" dirty="0">
                    <a:solidFill>
                      <a:srgbClr val="FF6238"/>
                    </a:solidFill>
                    <a:latin typeface="IRANYekanXFaNum" pitchFamily="2" charset="-78"/>
                    <a:cs typeface="IRANYekanXFaNum" pitchFamily="2" charset="-78"/>
                  </a:rPr>
                  <a:t>اول</a:t>
                </a:r>
                <a:endParaRPr lang="en-US" sz="1600" dirty="0">
                  <a:solidFill>
                    <a:srgbClr val="FF6238"/>
                  </a:solidFill>
                  <a:latin typeface="IRANYekanXFaNum" pitchFamily="2" charset="-78"/>
                  <a:cs typeface="IRANYekanXFaNum" pitchFamily="2" charset="-78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65D46A5-0271-EEE0-ECC9-9B1F08AA4CCB}"/>
                  </a:ext>
                </a:extLst>
              </p:cNvPr>
              <p:cNvSpPr/>
              <p:nvPr/>
            </p:nvSpPr>
            <p:spPr>
              <a:xfrm>
                <a:off x="1365736" y="2067671"/>
                <a:ext cx="579796" cy="467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rtl="1">
                  <a:lnSpc>
                    <a:spcPct val="170000"/>
                  </a:lnSpc>
                </a:pPr>
                <a:r>
                  <a:rPr lang="fa-IR" sz="1600" dirty="0">
                    <a:solidFill>
                      <a:srgbClr val="FF6238"/>
                    </a:solidFill>
                    <a:latin typeface="IRANYekanXFaNum" pitchFamily="2" charset="-78"/>
                    <a:cs typeface="IRANYekanXFaNum" pitchFamily="2" charset="-78"/>
                  </a:rPr>
                  <a:t>دوم</a:t>
                </a:r>
                <a:endParaRPr lang="en-US" sz="1600" dirty="0">
                  <a:solidFill>
                    <a:srgbClr val="FF6238"/>
                  </a:solidFill>
                  <a:latin typeface="IRANYekanXFaNum" pitchFamily="2" charset="-78"/>
                  <a:cs typeface="IRANYekanXFaNum" pitchFamily="2" charset="-78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D347CC6-5AC5-7257-4207-2632F3FE7D5F}"/>
                  </a:ext>
                </a:extLst>
              </p:cNvPr>
              <p:cNvSpPr/>
              <p:nvPr/>
            </p:nvSpPr>
            <p:spPr>
              <a:xfrm>
                <a:off x="2001068" y="2080041"/>
                <a:ext cx="579796" cy="467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rtl="1">
                  <a:lnSpc>
                    <a:spcPct val="170000"/>
                  </a:lnSpc>
                </a:pPr>
                <a:r>
                  <a:rPr lang="fa-IR" sz="1600" dirty="0">
                    <a:solidFill>
                      <a:srgbClr val="FF6238"/>
                    </a:solidFill>
                    <a:latin typeface="IRANYekanXFaNum" pitchFamily="2" charset="-78"/>
                    <a:cs typeface="IRANYekanXFaNum" pitchFamily="2" charset="-78"/>
                  </a:rPr>
                  <a:t>سوم</a:t>
                </a:r>
                <a:endParaRPr lang="en-US" sz="1600" dirty="0">
                  <a:solidFill>
                    <a:srgbClr val="FF6238"/>
                  </a:solidFill>
                  <a:latin typeface="IRANYekanXFaNum" pitchFamily="2" charset="-78"/>
                  <a:cs typeface="IRANYekanXFaNum" pitchFamily="2" charset="-78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9D56AE57-3902-6B8E-B240-58CB405F366E}"/>
                  </a:ext>
                </a:extLst>
              </p:cNvPr>
              <p:cNvSpPr/>
              <p:nvPr/>
            </p:nvSpPr>
            <p:spPr>
              <a:xfrm>
                <a:off x="2722383" y="2080041"/>
                <a:ext cx="659199" cy="467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rtl="1">
                  <a:lnSpc>
                    <a:spcPct val="170000"/>
                  </a:lnSpc>
                </a:pPr>
                <a:r>
                  <a:rPr lang="fa-IR" sz="1600" dirty="0">
                    <a:solidFill>
                      <a:srgbClr val="FF6238"/>
                    </a:solidFill>
                    <a:latin typeface="IRANYekanXFaNum" pitchFamily="2" charset="-78"/>
                    <a:cs typeface="IRANYekanXFaNum" pitchFamily="2" charset="-78"/>
                  </a:rPr>
                  <a:t>چهارم</a:t>
                </a:r>
                <a:endParaRPr lang="en-US" sz="1600" dirty="0">
                  <a:solidFill>
                    <a:srgbClr val="FF6238"/>
                  </a:solidFill>
                  <a:latin typeface="IRANYekanXFaNum" pitchFamily="2" charset="-78"/>
                  <a:cs typeface="IRANYekanXFaNum" pitchFamily="2" charset="-78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3F69107-F009-3873-18D8-DF027ABB3437}"/>
                  </a:ext>
                </a:extLst>
              </p:cNvPr>
              <p:cNvSpPr/>
              <p:nvPr/>
            </p:nvSpPr>
            <p:spPr>
              <a:xfrm>
                <a:off x="3553613" y="2088782"/>
                <a:ext cx="659199" cy="467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rtl="1">
                  <a:lnSpc>
                    <a:spcPct val="170000"/>
                  </a:lnSpc>
                </a:pPr>
                <a:r>
                  <a:rPr lang="fa-IR" sz="1600" dirty="0">
                    <a:solidFill>
                      <a:srgbClr val="FF6238"/>
                    </a:solidFill>
                    <a:latin typeface="IRANYekanXFaNum" pitchFamily="2" charset="-78"/>
                    <a:cs typeface="IRANYekanXFaNum" pitchFamily="2" charset="-78"/>
                  </a:rPr>
                  <a:t>پنجم</a:t>
                </a:r>
                <a:endParaRPr lang="en-US" sz="1600" dirty="0">
                  <a:solidFill>
                    <a:srgbClr val="FF6238"/>
                  </a:solidFill>
                  <a:latin typeface="IRANYekanXFaNum" pitchFamily="2" charset="-78"/>
                  <a:cs typeface="IRANYekanXFaNum" pitchFamily="2" charset="-78"/>
                </a:endParaRPr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CD8CB6C-498F-4001-2158-E9BE3F0AF7FB}"/>
              </a:ext>
            </a:extLst>
          </p:cNvPr>
          <p:cNvGrpSpPr/>
          <p:nvPr/>
        </p:nvGrpSpPr>
        <p:grpSpPr>
          <a:xfrm>
            <a:off x="4460503" y="2720918"/>
            <a:ext cx="1635497" cy="1533896"/>
            <a:chOff x="4460503" y="2720918"/>
            <a:chExt cx="1635497" cy="1533896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5227347-B8B5-6696-CB40-299D676D4A31}"/>
                </a:ext>
              </a:extLst>
            </p:cNvPr>
            <p:cNvSpPr/>
            <p:nvPr/>
          </p:nvSpPr>
          <p:spPr>
            <a:xfrm>
              <a:off x="4687512" y="2992764"/>
              <a:ext cx="1408488" cy="749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 rtl="1">
                <a:lnSpc>
                  <a:spcPct val="170000"/>
                </a:lnSpc>
              </a:pPr>
              <a:r>
                <a:rPr lang="fa-IR" sz="2800" dirty="0">
                  <a:solidFill>
                    <a:srgbClr val="6699FF"/>
                  </a:solidFill>
                  <a:latin typeface="IRANYekanXFaNum" pitchFamily="2" charset="-78"/>
                  <a:cs typeface="IRANYekanXFaNum" pitchFamily="2" charset="-78"/>
                </a:rPr>
                <a:t>4 حالت</a:t>
              </a:r>
              <a:endParaRPr lang="en-US" sz="2800" dirty="0">
                <a:solidFill>
                  <a:srgbClr val="6699FF"/>
                </a:solidFill>
                <a:latin typeface="IRANYekanXFaNum" pitchFamily="2" charset="-78"/>
                <a:cs typeface="IRANYekanXFaNum" pitchFamily="2" charset="-78"/>
              </a:endParaRPr>
            </a:p>
          </p:txBody>
        </p:sp>
        <p:sp>
          <p:nvSpPr>
            <p:cNvPr id="96" name="Right Brace 95">
              <a:extLst>
                <a:ext uri="{FF2B5EF4-FFF2-40B4-BE49-F238E27FC236}">
                  <a16:creationId xmlns:a16="http://schemas.microsoft.com/office/drawing/2014/main" id="{5C0F0774-3B0F-0C01-1353-EA34F130F4E3}"/>
                </a:ext>
              </a:extLst>
            </p:cNvPr>
            <p:cNvSpPr/>
            <p:nvPr/>
          </p:nvSpPr>
          <p:spPr>
            <a:xfrm>
              <a:off x="4460503" y="2720918"/>
              <a:ext cx="296427" cy="1533896"/>
            </a:xfrm>
            <a:prstGeom prst="rightBrace">
              <a:avLst>
                <a:gd name="adj1" fmla="val 84556"/>
                <a:gd name="adj2" fmla="val 50000"/>
              </a:avLst>
            </a:prstGeom>
            <a:ln w="28575">
              <a:solidFill>
                <a:srgbClr val="66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192C402-2C8E-8709-DE2E-BE05B0A79BFB}"/>
              </a:ext>
            </a:extLst>
          </p:cNvPr>
          <p:cNvGrpSpPr/>
          <p:nvPr/>
        </p:nvGrpSpPr>
        <p:grpSpPr>
          <a:xfrm>
            <a:off x="4454529" y="4418927"/>
            <a:ext cx="1641471" cy="1075705"/>
            <a:chOff x="4454529" y="4418927"/>
            <a:chExt cx="1641471" cy="1075705"/>
          </a:xfrm>
        </p:grpSpPr>
        <p:sp>
          <p:nvSpPr>
            <p:cNvPr id="97" name="Right Brace 96">
              <a:extLst>
                <a:ext uri="{FF2B5EF4-FFF2-40B4-BE49-F238E27FC236}">
                  <a16:creationId xmlns:a16="http://schemas.microsoft.com/office/drawing/2014/main" id="{99AC6A39-0D90-36AB-9041-DED0887A79B5}"/>
                </a:ext>
              </a:extLst>
            </p:cNvPr>
            <p:cNvSpPr/>
            <p:nvPr/>
          </p:nvSpPr>
          <p:spPr>
            <a:xfrm>
              <a:off x="4454529" y="4418927"/>
              <a:ext cx="308374" cy="1075705"/>
            </a:xfrm>
            <a:prstGeom prst="rightBrace">
              <a:avLst>
                <a:gd name="adj1" fmla="val 84556"/>
                <a:gd name="adj2" fmla="val 50000"/>
              </a:avLst>
            </a:prstGeom>
            <a:ln w="28575">
              <a:solidFill>
                <a:srgbClr val="66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C9A2B613-EF38-09F3-F016-C1A75DB60FB9}"/>
                </a:ext>
              </a:extLst>
            </p:cNvPr>
            <p:cNvSpPr/>
            <p:nvPr/>
          </p:nvSpPr>
          <p:spPr>
            <a:xfrm>
              <a:off x="4687512" y="4440364"/>
              <a:ext cx="1408488" cy="749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 rtl="1">
                <a:lnSpc>
                  <a:spcPct val="170000"/>
                </a:lnSpc>
              </a:pPr>
              <a:r>
                <a:rPr lang="fa-IR" sz="2800" dirty="0">
                  <a:solidFill>
                    <a:srgbClr val="6699FF"/>
                  </a:solidFill>
                  <a:latin typeface="IRANYekanXFaNum" pitchFamily="2" charset="-78"/>
                  <a:cs typeface="IRANYekanXFaNum" pitchFamily="2" charset="-78"/>
                </a:rPr>
                <a:t>3حالت</a:t>
              </a:r>
              <a:endParaRPr lang="en-US" sz="2800" dirty="0">
                <a:solidFill>
                  <a:srgbClr val="6699FF"/>
                </a:solidFill>
                <a:latin typeface="IRANYekanXFaNum" pitchFamily="2" charset="-78"/>
                <a:cs typeface="IRANYekanXFaNum" pitchFamily="2" charset="-78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83C4E51-D073-CDCC-1261-484D5F3E75BF}"/>
              </a:ext>
            </a:extLst>
          </p:cNvPr>
          <p:cNvGrpSpPr/>
          <p:nvPr/>
        </p:nvGrpSpPr>
        <p:grpSpPr>
          <a:xfrm>
            <a:off x="4460503" y="5421923"/>
            <a:ext cx="1580929" cy="779718"/>
            <a:chOff x="4460503" y="5421923"/>
            <a:chExt cx="1580929" cy="779718"/>
          </a:xfrm>
        </p:grpSpPr>
        <p:sp>
          <p:nvSpPr>
            <p:cNvPr id="99" name="Right Brace 98">
              <a:extLst>
                <a:ext uri="{FF2B5EF4-FFF2-40B4-BE49-F238E27FC236}">
                  <a16:creationId xmlns:a16="http://schemas.microsoft.com/office/drawing/2014/main" id="{5F57332A-5ACB-1C81-9F37-3327B707E94A}"/>
                </a:ext>
              </a:extLst>
            </p:cNvPr>
            <p:cNvSpPr/>
            <p:nvPr/>
          </p:nvSpPr>
          <p:spPr>
            <a:xfrm>
              <a:off x="4460503" y="5637309"/>
              <a:ext cx="296427" cy="564332"/>
            </a:xfrm>
            <a:prstGeom prst="rightBrace">
              <a:avLst>
                <a:gd name="adj1" fmla="val 84556"/>
                <a:gd name="adj2" fmla="val 50000"/>
              </a:avLst>
            </a:prstGeom>
            <a:ln w="28575">
              <a:solidFill>
                <a:srgbClr val="66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44C28F4-C4AB-1068-6D95-347F3DE15858}"/>
                </a:ext>
              </a:extLst>
            </p:cNvPr>
            <p:cNvSpPr/>
            <p:nvPr/>
          </p:nvSpPr>
          <p:spPr>
            <a:xfrm>
              <a:off x="4687512" y="5421923"/>
              <a:ext cx="1353920" cy="749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 rtl="1">
                <a:lnSpc>
                  <a:spcPct val="170000"/>
                </a:lnSpc>
              </a:pPr>
              <a:r>
                <a:rPr lang="fa-IR" sz="2800" dirty="0">
                  <a:solidFill>
                    <a:srgbClr val="6699FF"/>
                  </a:solidFill>
                  <a:latin typeface="IRANYekanXFaNum" pitchFamily="2" charset="-78"/>
                  <a:cs typeface="IRANYekanXFaNum" pitchFamily="2" charset="-78"/>
                </a:rPr>
                <a:t>2حالت</a:t>
              </a:r>
              <a:endParaRPr lang="en-US" sz="2800" dirty="0">
                <a:solidFill>
                  <a:srgbClr val="6699FF"/>
                </a:solidFill>
                <a:latin typeface="IRANYekanXFaNum" pitchFamily="2" charset="-78"/>
                <a:cs typeface="IRANYekanXFaNum" pitchFamily="2" charset="-78"/>
              </a:endParaRPr>
            </a:p>
          </p:txBody>
        </p:sp>
      </p:grp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0FD6EA2-B718-D222-284D-9ACFF34069C4}"/>
              </a:ext>
            </a:extLst>
          </p:cNvPr>
          <p:cNvSpPr/>
          <p:nvPr/>
        </p:nvSpPr>
        <p:spPr>
          <a:xfrm>
            <a:off x="4710993" y="6028764"/>
            <a:ext cx="1353920" cy="749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800">
                <a:solidFill>
                  <a:srgbClr val="6699FF"/>
                </a:solidFill>
                <a:latin typeface="IRANYekanXFaNum"/>
              </a:rPr>
              <a:t>تحلیل</a:t>
            </a:r>
            <a:endParaRPr lang="en-US" sz="2800" dirty="0">
              <a:solidFill>
                <a:srgbClr val="6699FF"/>
              </a:solidFill>
              <a:latin typeface="IRANYekanXFaNum" pitchFamily="2" charset="-78"/>
              <a:cs typeface="IRANYekanXFaNum" pitchFamily="2" charset="-78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E88E0-F2F4-EA50-1493-3A2F457C1584}"/>
              </a:ext>
            </a:extLst>
          </p:cNvPr>
          <p:cNvSpPr/>
          <p:nvPr/>
        </p:nvSpPr>
        <p:spPr>
          <a:xfrm>
            <a:off x="6626980" y="2697209"/>
            <a:ext cx="3526770" cy="2946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70000"/>
              </a:lnSpc>
            </a:pPr>
            <a:r>
              <a:rPr sz="2800">
                <a:solidFill>
                  <a:srgbClr val="6699FF"/>
                </a:solidFill>
                <a:latin typeface="IRANYekanXFaNum"/>
              </a:rPr>
              <a:t>E = {1, 3, 5, 7, 9}  ←  متناهی (تعداد اعضا معین)</a:t>
            </a:r>
          </a:p>
          <a:p>
            <a:pPr algn="r"/>
            <a:r>
              <a:rPr sz="2800">
                <a:solidFill>
                  <a:srgbClr val="6699FF"/>
                </a:solidFill>
                <a:latin typeface="IRANYekanXFaNum"/>
              </a:rPr>
              <a:t>F = {2, 4, 6, 8, ...}  ←  نامتناهی (بی‌نهایت عضو)</a:t>
            </a:r>
          </a:p>
          <a:p>
            <a:pPr algn="r"/>
            <a:r>
              <a:rPr sz="2800">
                <a:solidFill>
                  <a:srgbClr val="6699FF"/>
                </a:solidFill>
                <a:latin typeface="IRANYekanXFaNum"/>
              </a:rPr>
              <a:t>G = {-2, -1, 0, 1, 2}  ←  مجموعه اعداد صحیح (Z)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42D877B-9B3F-06F6-AF8D-C5CF7735CA81}"/>
              </a:ext>
            </a:extLst>
          </p:cNvPr>
          <p:cNvSpPr/>
          <p:nvPr/>
        </p:nvSpPr>
        <p:spPr>
          <a:xfrm>
            <a:off x="6393884" y="5982393"/>
            <a:ext cx="4156988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>
                <a:solidFill>
                  <a:srgbClr val="FF6238"/>
                </a:solidFill>
                <a:latin typeface="IRANYekanXFaNum"/>
              </a:rPr>
              <a:t>شناسایی درست ویژگی‌های اعضا کلید پاسخ به سوالات مجموعه‌هاست.</a:t>
            </a:r>
            <a:endParaRPr lang="en-US" sz="2000" dirty="0">
              <a:solidFill>
                <a:srgbClr val="FF6238"/>
              </a:solidFill>
              <a:latin typeface="IRANYekanXFaNum" pitchFamily="2" charset="-78"/>
              <a:cs typeface="IRANYekanXFaNum" pitchFamily="2" charset="-7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73E23CB8-2ADC-DC36-C0FE-0603E885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F692FD-5478-4B88-9C64-6668F8D26D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A304A4DC-3C70-273C-F70D-E6718158DE58}"/>
              </a:ext>
            </a:extLst>
          </p:cNvPr>
          <p:cNvGrpSpPr/>
          <p:nvPr/>
        </p:nvGrpSpPr>
        <p:grpSpPr>
          <a:xfrm>
            <a:off x="7084385" y="2705725"/>
            <a:ext cx="2127686" cy="1446550"/>
            <a:chOff x="7803739" y="882620"/>
            <a:chExt cx="1563196" cy="1216215"/>
          </a:xfrm>
        </p:grpSpPr>
        <p:sp>
          <p:nvSpPr>
            <p:cNvPr id="75" name="Freeform 83">
              <a:extLst>
                <a:ext uri="{FF2B5EF4-FFF2-40B4-BE49-F238E27FC236}">
                  <a16:creationId xmlns:a16="http://schemas.microsoft.com/office/drawing/2014/main" id="{71E8A09E-0EE2-1097-6741-1C61B8C02302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solidFill>
              <a:srgbClr val="E8782D"/>
            </a:soli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الگو سازی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6" name="A">
              <a:extLst>
                <a:ext uri="{FF2B5EF4-FFF2-40B4-BE49-F238E27FC236}">
                  <a16:creationId xmlns:a16="http://schemas.microsoft.com/office/drawing/2014/main" id="{E3BCD05B-4933-1206-E904-C9F676703F36}"/>
                </a:ext>
              </a:extLst>
            </p:cNvPr>
            <p:cNvSpPr txBox="1"/>
            <p:nvPr/>
          </p:nvSpPr>
          <p:spPr>
            <a:xfrm>
              <a:off x="9170873" y="882620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2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205F9DE-151D-F4D5-9E7C-265E95EB9598}"/>
              </a:ext>
            </a:extLst>
          </p:cNvPr>
          <p:cNvGrpSpPr/>
          <p:nvPr/>
        </p:nvGrpSpPr>
        <p:grpSpPr>
          <a:xfrm>
            <a:off x="5899820" y="1466544"/>
            <a:ext cx="1095045" cy="1737004"/>
            <a:chOff x="8044305" y="1520972"/>
            <a:chExt cx="1095045" cy="1737004"/>
          </a:xfrm>
        </p:grpSpPr>
        <p:sp>
          <p:nvSpPr>
            <p:cNvPr id="4" name="Line">
              <a:extLst>
                <a:ext uri="{FF2B5EF4-FFF2-40B4-BE49-F238E27FC236}">
                  <a16:creationId xmlns:a16="http://schemas.microsoft.com/office/drawing/2014/main" id="{F9F8EED0-F818-CACC-48AC-5C6444FA3726}"/>
                </a:ext>
              </a:extLst>
            </p:cNvPr>
            <p:cNvSpPr/>
            <p:nvPr/>
          </p:nvSpPr>
          <p:spPr>
            <a:xfrm>
              <a:off x="8149771" y="1601976"/>
              <a:ext cx="989579" cy="1656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EF934-ABA9-55CC-D7C0-3A9FC66830A1}"/>
                </a:ext>
              </a:extLst>
            </p:cNvPr>
            <p:cNvGrpSpPr/>
            <p:nvPr/>
          </p:nvGrpSpPr>
          <p:grpSpPr>
            <a:xfrm>
              <a:off x="8044305" y="1520972"/>
              <a:ext cx="180000" cy="180000"/>
              <a:chOff x="4772578" y="2652229"/>
              <a:chExt cx="180000" cy="1800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A5D0D0A-F19F-C2EB-1FB3-05A5B0578A9F}"/>
                  </a:ext>
                </a:extLst>
              </p:cNvPr>
              <p:cNvSpPr/>
              <p:nvPr/>
            </p:nvSpPr>
            <p:spPr>
              <a:xfrm>
                <a:off x="4772578" y="2652229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D16FF8-015A-F479-D15A-DA370CEC5313}"/>
                  </a:ext>
                </a:extLst>
              </p:cNvPr>
              <p:cNvSpPr/>
              <p:nvPr/>
            </p:nvSpPr>
            <p:spPr>
              <a:xfrm>
                <a:off x="4808578" y="2688229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25AE6D5-F6A9-4A59-77C1-F266699A8E36}"/>
              </a:ext>
            </a:extLst>
          </p:cNvPr>
          <p:cNvGrpSpPr/>
          <p:nvPr/>
        </p:nvGrpSpPr>
        <p:grpSpPr>
          <a:xfrm>
            <a:off x="5899820" y="3554528"/>
            <a:ext cx="1095045" cy="1745976"/>
            <a:chOff x="8044305" y="3608956"/>
            <a:chExt cx="1095045" cy="1745976"/>
          </a:xfrm>
        </p:grpSpPr>
        <p:sp>
          <p:nvSpPr>
            <p:cNvPr id="10" name="Line">
              <a:extLst>
                <a:ext uri="{FF2B5EF4-FFF2-40B4-BE49-F238E27FC236}">
                  <a16:creationId xmlns:a16="http://schemas.microsoft.com/office/drawing/2014/main" id="{AE71E305-99EB-F5FC-79E4-F08488DB8DD3}"/>
                </a:ext>
              </a:extLst>
            </p:cNvPr>
            <p:cNvSpPr/>
            <p:nvPr/>
          </p:nvSpPr>
          <p:spPr>
            <a:xfrm flipV="1">
              <a:off x="8149771" y="3608956"/>
              <a:ext cx="989579" cy="1656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39CD531-18A0-5382-B5C2-5FD89A34A553}"/>
                </a:ext>
              </a:extLst>
            </p:cNvPr>
            <p:cNvGrpSpPr/>
            <p:nvPr/>
          </p:nvGrpSpPr>
          <p:grpSpPr>
            <a:xfrm>
              <a:off x="8044305" y="5174932"/>
              <a:ext cx="180000" cy="180000"/>
              <a:chOff x="4772578" y="2652229"/>
              <a:chExt cx="180000" cy="18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75A2ED5-71EC-A433-CE71-62524E7AA091}"/>
                  </a:ext>
                </a:extLst>
              </p:cNvPr>
              <p:cNvSpPr/>
              <p:nvPr/>
            </p:nvSpPr>
            <p:spPr>
              <a:xfrm>
                <a:off x="4772578" y="2652229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8A2A665-A1C7-F9B9-4D5B-4C7899F4EC9B}"/>
                  </a:ext>
                </a:extLst>
              </p:cNvPr>
              <p:cNvSpPr/>
              <p:nvPr/>
            </p:nvSpPr>
            <p:spPr>
              <a:xfrm>
                <a:off x="4808578" y="2688229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1DFAA3-739D-31EB-CEED-BF3D77984EE2}"/>
              </a:ext>
            </a:extLst>
          </p:cNvPr>
          <p:cNvGrpSpPr/>
          <p:nvPr/>
        </p:nvGrpSpPr>
        <p:grpSpPr>
          <a:xfrm>
            <a:off x="5899074" y="2507826"/>
            <a:ext cx="987860" cy="810000"/>
            <a:chOff x="8141840" y="2433180"/>
            <a:chExt cx="987860" cy="810000"/>
          </a:xfrm>
        </p:grpSpPr>
        <p:sp>
          <p:nvSpPr>
            <p:cNvPr id="15" name="Line">
              <a:extLst>
                <a:ext uri="{FF2B5EF4-FFF2-40B4-BE49-F238E27FC236}">
                  <a16:creationId xmlns:a16="http://schemas.microsoft.com/office/drawing/2014/main" id="{13EDC771-4640-FA2E-4A73-BA985F22B62B}"/>
                </a:ext>
              </a:extLst>
            </p:cNvPr>
            <p:cNvSpPr/>
            <p:nvPr/>
          </p:nvSpPr>
          <p:spPr>
            <a:xfrm>
              <a:off x="8337572" y="2523180"/>
              <a:ext cx="792128" cy="720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8E59825-012A-7517-5EE2-CA27CA1BDE82}"/>
                </a:ext>
              </a:extLst>
            </p:cNvPr>
            <p:cNvGrpSpPr/>
            <p:nvPr/>
          </p:nvGrpSpPr>
          <p:grpSpPr>
            <a:xfrm>
              <a:off x="8141840" y="2433180"/>
              <a:ext cx="180000" cy="180000"/>
              <a:chOff x="4870113" y="3564437"/>
              <a:chExt cx="180000" cy="18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87B635D-53DC-6BEF-A644-DA4193D3CA6B}"/>
                  </a:ext>
                </a:extLst>
              </p:cNvPr>
              <p:cNvSpPr/>
              <p:nvPr/>
            </p:nvSpPr>
            <p:spPr>
              <a:xfrm>
                <a:off x="4870113" y="3564437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3DCB131-78F6-93FE-5CAA-46764AE3B002}"/>
                  </a:ext>
                </a:extLst>
              </p:cNvPr>
              <p:cNvSpPr/>
              <p:nvPr/>
            </p:nvSpPr>
            <p:spPr>
              <a:xfrm>
                <a:off x="4906113" y="3600437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DF5695A-A38B-DCC1-BFD0-79BDDD52B8CB}"/>
              </a:ext>
            </a:extLst>
          </p:cNvPr>
          <p:cNvGrpSpPr/>
          <p:nvPr/>
        </p:nvGrpSpPr>
        <p:grpSpPr>
          <a:xfrm flipV="1">
            <a:off x="5899074" y="3440250"/>
            <a:ext cx="987860" cy="810000"/>
            <a:chOff x="8141840" y="2433180"/>
            <a:chExt cx="987860" cy="810000"/>
          </a:xfrm>
        </p:grpSpPr>
        <p:sp>
          <p:nvSpPr>
            <p:cNvPr id="21" name="Line">
              <a:extLst>
                <a:ext uri="{FF2B5EF4-FFF2-40B4-BE49-F238E27FC236}">
                  <a16:creationId xmlns:a16="http://schemas.microsoft.com/office/drawing/2014/main" id="{FC95DB6A-3614-09A2-E973-3F3B9601039A}"/>
                </a:ext>
              </a:extLst>
            </p:cNvPr>
            <p:cNvSpPr/>
            <p:nvPr/>
          </p:nvSpPr>
          <p:spPr>
            <a:xfrm>
              <a:off x="8337572" y="2523180"/>
              <a:ext cx="792128" cy="720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452BB1E-E2D7-C41E-D3AD-A3B19FD85CFB}"/>
                </a:ext>
              </a:extLst>
            </p:cNvPr>
            <p:cNvGrpSpPr/>
            <p:nvPr/>
          </p:nvGrpSpPr>
          <p:grpSpPr>
            <a:xfrm>
              <a:off x="8141840" y="2433180"/>
              <a:ext cx="180000" cy="180000"/>
              <a:chOff x="4870113" y="3564437"/>
              <a:chExt cx="180000" cy="180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44973A5-8DF3-7421-53AC-5D49311862EA}"/>
                  </a:ext>
                </a:extLst>
              </p:cNvPr>
              <p:cNvSpPr/>
              <p:nvPr/>
            </p:nvSpPr>
            <p:spPr>
              <a:xfrm>
                <a:off x="4870113" y="3564437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5EFF4C7-3002-3D43-02F9-F406920354D1}"/>
                  </a:ext>
                </a:extLst>
              </p:cNvPr>
              <p:cNvSpPr/>
              <p:nvPr/>
            </p:nvSpPr>
            <p:spPr>
              <a:xfrm>
                <a:off x="4906113" y="3600437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326756F-B1E3-995D-A87C-6D5B2C44693B}"/>
              </a:ext>
            </a:extLst>
          </p:cNvPr>
          <p:cNvSpPr txBox="1"/>
          <p:nvPr/>
        </p:nvSpPr>
        <p:spPr>
          <a:xfrm>
            <a:off x="372072" y="1182833"/>
            <a:ext cx="5435763" cy="72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justLow" rtl="1">
              <a:lnSpc>
                <a:spcPct val="115000"/>
              </a:lnSpc>
              <a:spcAft>
                <a:spcPts val="800"/>
              </a:spcAft>
              <a:defRPr sz="2400">
                <a:latin typeface="IRANYekanXFaNum" pitchFamily="2" charset="-78"/>
                <a:cs typeface="IRANYekanXFaNum" pitchFamily="2" charset="-78"/>
              </a:defRPr>
            </a:lvl1pPr>
          </a:lstStyle>
          <a:p>
            <a:pPr algn="r"/>
            <a:r>
              <a:rPr sz="1800"/>
              <a:t>مطالعه منظم و مستمر: اختصاص زمان مشخص روزانه برای تمرین و یادگیری عمیق ریاضی.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4407CD-8E1D-E748-BA37-473BE40D1D1B}"/>
              </a:ext>
            </a:extLst>
          </p:cNvPr>
          <p:cNvSpPr txBox="1"/>
          <p:nvPr/>
        </p:nvSpPr>
        <p:spPr>
          <a:xfrm>
            <a:off x="372072" y="2228396"/>
            <a:ext cx="5448361" cy="72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justLow" rtl="1">
              <a:lnSpc>
                <a:spcPct val="115000"/>
              </a:lnSpc>
              <a:spcAft>
                <a:spcPts val="800"/>
              </a:spcAft>
              <a:defRPr>
                <a:latin typeface="IRANYekanXFaNum" pitchFamily="2" charset="-78"/>
                <a:cs typeface="IRANYekanXFaNum" pitchFamily="2" charset="-78"/>
              </a:defRPr>
            </a:lvl1pPr>
          </a:lstStyle>
          <a:p>
            <a:pPr algn="r"/>
            <a:r>
              <a:t>حل مسائل متنوع و چالش‌برانگیز: استفاده از تمرین‌های تکمیلی و نمونه سوالات استاندارد.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DBBBEE-FBA5-1ECA-BE8B-E62600525452}"/>
              </a:ext>
            </a:extLst>
          </p:cNvPr>
          <p:cNvSpPr txBox="1"/>
          <p:nvPr/>
        </p:nvSpPr>
        <p:spPr>
          <a:xfrm>
            <a:off x="322000" y="3386986"/>
            <a:ext cx="5485835" cy="13665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justLow" rtl="1">
              <a:lnSpc>
                <a:spcPct val="115000"/>
              </a:lnSpc>
              <a:spcAft>
                <a:spcPts val="800"/>
              </a:spcAft>
              <a:defRPr>
                <a:latin typeface="IRANYekanXFaNum" pitchFamily="2" charset="-78"/>
                <a:cs typeface="IRANYekanXFaNum" pitchFamily="2" charset="-78"/>
              </a:defRPr>
            </a:lvl1pPr>
          </a:lstStyle>
          <a:p>
            <a:pPr algn="r"/>
            <a:r>
              <a:t>مشاهده ویدیوهای آموزشی: تثبیت مفاهیم و یادگیری بصری با ویدیوهای کمک آموزشی رایگان.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F8B8E5-6F0E-768D-FE65-556DCF6CA25C}"/>
              </a:ext>
            </a:extLst>
          </p:cNvPr>
          <p:cNvSpPr txBox="1"/>
          <p:nvPr/>
        </p:nvSpPr>
        <p:spPr>
          <a:xfrm>
            <a:off x="322000" y="4951063"/>
            <a:ext cx="5454005" cy="104797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r" rtl="1">
              <a:lnSpc>
                <a:spcPct val="115000"/>
              </a:lnSpc>
              <a:spcAft>
                <a:spcPts val="800"/>
              </a:spcAft>
              <a:defRPr>
                <a:latin typeface="IRANYekanXFaNum" pitchFamily="2" charset="-78"/>
                <a:cs typeface="IRANYekanXFaNum" pitchFamily="2" charset="-78"/>
              </a:defRPr>
            </a:lvl1pPr>
          </a:lstStyle>
          <a:p>
            <a:pPr algn="r"/>
            <a:r>
              <a:t>مشارکت فعال در کلاس: تعامل با دبیر و رفع اشکال مداوم برای پیشرفت تحصیلی.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FF4CA18-231C-91FD-6DD1-413F63C86A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  <p:grpSp>
        <p:nvGrpSpPr>
          <p:cNvPr id="44" name="Connector B">
            <a:extLst>
              <a:ext uri="{FF2B5EF4-FFF2-40B4-BE49-F238E27FC236}">
                <a16:creationId xmlns:a16="http://schemas.microsoft.com/office/drawing/2014/main" id="{6625EB3B-A483-2253-748A-3AE405563C67}"/>
              </a:ext>
            </a:extLst>
          </p:cNvPr>
          <p:cNvGrpSpPr/>
          <p:nvPr/>
        </p:nvGrpSpPr>
        <p:grpSpPr>
          <a:xfrm flipH="1">
            <a:off x="5429917" y="2153889"/>
            <a:ext cx="1487644" cy="481092"/>
            <a:chOff x="3908440" y="2300061"/>
            <a:chExt cx="1487644" cy="481092"/>
          </a:xfrm>
        </p:grpSpPr>
        <p:sp>
          <p:nvSpPr>
            <p:cNvPr id="45" name="Freeform 63">
              <a:extLst>
                <a:ext uri="{FF2B5EF4-FFF2-40B4-BE49-F238E27FC236}">
                  <a16:creationId xmlns:a16="http://schemas.microsoft.com/office/drawing/2014/main" id="{B9FB19D1-E62C-D005-4656-D1412BBD1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3814" y="2300061"/>
              <a:ext cx="1352270" cy="414009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6" name="Oval 64">
              <a:extLst>
                <a:ext uri="{FF2B5EF4-FFF2-40B4-BE49-F238E27FC236}">
                  <a16:creationId xmlns:a16="http://schemas.microsoft.com/office/drawing/2014/main" id="{92E985B9-D889-7847-17D4-0E315699B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8440" y="2645177"/>
              <a:ext cx="135371" cy="135976"/>
            </a:xfrm>
            <a:prstGeom prst="ellipse">
              <a:avLst/>
            </a:prstGeom>
            <a:noFill/>
            <a:ln w="25400" cap="flat">
              <a:solidFill>
                <a:srgbClr val="5E6C8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47" name="Oval 65">
              <a:extLst>
                <a:ext uri="{FF2B5EF4-FFF2-40B4-BE49-F238E27FC236}">
                  <a16:creationId xmlns:a16="http://schemas.microsoft.com/office/drawing/2014/main" id="{7B205558-7650-A40F-1788-F86BEFFD90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4964" y="2685028"/>
              <a:ext cx="60434" cy="61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3454668-C14D-B075-B161-35451D52C41B}"/>
              </a:ext>
            </a:extLst>
          </p:cNvPr>
          <p:cNvGrpSpPr/>
          <p:nvPr/>
        </p:nvGrpSpPr>
        <p:grpSpPr>
          <a:xfrm flipH="1">
            <a:off x="6952744" y="1783124"/>
            <a:ext cx="3288064" cy="3291752"/>
            <a:chOff x="3708875" y="2192339"/>
            <a:chExt cx="2468966" cy="2471737"/>
          </a:xfrm>
        </p:grpSpPr>
        <p:sp>
          <p:nvSpPr>
            <p:cNvPr id="61" name="Part D">
              <a:extLst>
                <a:ext uri="{FF2B5EF4-FFF2-40B4-BE49-F238E27FC236}">
                  <a16:creationId xmlns:a16="http://schemas.microsoft.com/office/drawing/2014/main" id="{E5F3B818-F4C1-AA68-8B7C-4A0E736B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3444876"/>
              <a:ext cx="1177925" cy="585788"/>
            </a:xfrm>
            <a:custGeom>
              <a:avLst/>
              <a:gdLst/>
              <a:ahLst/>
              <a:cxnLst>
                <a:cxn ang="0">
                  <a:pos x="821" y="0"/>
                </a:cxn>
                <a:cxn ang="0">
                  <a:pos x="0" y="0"/>
                </a:cxn>
                <a:cxn ang="0">
                  <a:pos x="711" y="410"/>
                </a:cxn>
                <a:cxn ang="0">
                  <a:pos x="821" y="0"/>
                </a:cxn>
              </a:cxnLst>
              <a:rect l="0" t="0" r="r" b="b"/>
              <a:pathLst>
                <a:path w="821" h="410">
                  <a:moveTo>
                    <a:pt x="82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1" y="410"/>
                    <a:pt x="711" y="410"/>
                    <a:pt x="711" y="410"/>
                  </a:cubicBezTo>
                  <a:cubicBezTo>
                    <a:pt x="779" y="289"/>
                    <a:pt x="819" y="149"/>
                    <a:pt x="821" y="0"/>
                  </a:cubicBezTo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2" name="Part C">
              <a:extLst>
                <a:ext uri="{FF2B5EF4-FFF2-40B4-BE49-F238E27FC236}">
                  <a16:creationId xmlns:a16="http://schemas.microsoft.com/office/drawing/2014/main" id="{05668046-FE6D-8424-077F-9AC289765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9916" y="2824164"/>
              <a:ext cx="1177925" cy="585788"/>
            </a:xfrm>
            <a:custGeom>
              <a:avLst/>
              <a:gdLst/>
              <a:ahLst/>
              <a:cxnLst>
                <a:cxn ang="0">
                  <a:pos x="711" y="0"/>
                </a:cxn>
                <a:cxn ang="0">
                  <a:pos x="0" y="410"/>
                </a:cxn>
                <a:cxn ang="0">
                  <a:pos x="821" y="410"/>
                </a:cxn>
                <a:cxn ang="0">
                  <a:pos x="711" y="0"/>
                </a:cxn>
              </a:cxnLst>
              <a:rect l="0" t="0" r="r" b="b"/>
              <a:pathLst>
                <a:path w="821" h="410">
                  <a:moveTo>
                    <a:pt x="711" y="0"/>
                  </a:moveTo>
                  <a:cubicBezTo>
                    <a:pt x="0" y="410"/>
                    <a:pt x="0" y="410"/>
                    <a:pt x="0" y="410"/>
                  </a:cubicBezTo>
                  <a:cubicBezTo>
                    <a:pt x="821" y="410"/>
                    <a:pt x="821" y="410"/>
                    <a:pt x="821" y="410"/>
                  </a:cubicBezTo>
                  <a:cubicBezTo>
                    <a:pt x="819" y="261"/>
                    <a:pt x="779" y="121"/>
                    <a:pt x="711" y="0"/>
                  </a:cubicBezTo>
                </a:path>
              </a:pathLst>
            </a:cu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3" name="Part F">
              <a:extLst>
                <a:ext uri="{FF2B5EF4-FFF2-40B4-BE49-F238E27FC236}">
                  <a16:creationId xmlns:a16="http://schemas.microsoft.com/office/drawing/2014/main" id="{34F40651-00DD-DAF1-41A0-02A95E60FD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3492501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711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148" y="818"/>
                    <a:pt x="288" y="779"/>
                    <a:pt x="410" y="71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5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4" name="Part A">
              <a:extLst>
                <a:ext uri="{FF2B5EF4-FFF2-40B4-BE49-F238E27FC236}">
                  <a16:creationId xmlns:a16="http://schemas.microsoft.com/office/drawing/2014/main" id="{2601458E-AA93-D782-3B33-727FFE2FC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3879" y="2192339"/>
              <a:ext cx="588963" cy="117157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820"/>
                </a:cxn>
                <a:cxn ang="0">
                  <a:pos x="410" y="109"/>
                </a:cxn>
                <a:cxn ang="0">
                  <a:pos x="0" y="0"/>
                </a:cxn>
              </a:cxnLst>
              <a:rect l="0" t="0" r="r" b="b"/>
              <a:pathLst>
                <a:path w="410" h="820">
                  <a:moveTo>
                    <a:pt x="0" y="0"/>
                  </a:moveTo>
                  <a:cubicBezTo>
                    <a:pt x="0" y="820"/>
                    <a:pt x="0" y="820"/>
                    <a:pt x="0" y="820"/>
                  </a:cubicBezTo>
                  <a:cubicBezTo>
                    <a:pt x="410" y="109"/>
                    <a:pt x="410" y="109"/>
                    <a:pt x="410" y="109"/>
                  </a:cubicBezTo>
                  <a:cubicBezTo>
                    <a:pt x="288" y="41"/>
                    <a:pt x="148" y="2"/>
                    <a:pt x="0" y="0"/>
                  </a:cubicBezTo>
                </a:path>
              </a:pathLst>
            </a:cu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5" name="Part E">
              <a:extLst>
                <a:ext uri="{FF2B5EF4-FFF2-40B4-BE49-F238E27FC236}">
                  <a16:creationId xmlns:a16="http://schemas.microsoft.com/office/drawing/2014/main" id="{BDFE7165-E62D-54CF-ED4D-AD2101C7E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3475039"/>
              <a:ext cx="1020763" cy="1016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411" y="711"/>
                </a:cxn>
                <a:cxn ang="0">
                  <a:pos x="711" y="410"/>
                </a:cxn>
                <a:cxn ang="0">
                  <a:pos x="0" y="0"/>
                </a:cxn>
              </a:cxnLst>
              <a:rect l="0" t="0" r="r" b="b"/>
              <a:pathLst>
                <a:path w="711" h="711">
                  <a:moveTo>
                    <a:pt x="0" y="0"/>
                  </a:moveTo>
                  <a:cubicBezTo>
                    <a:pt x="411" y="711"/>
                    <a:pt x="411" y="711"/>
                    <a:pt x="411" y="711"/>
                  </a:cubicBezTo>
                  <a:cubicBezTo>
                    <a:pt x="534" y="637"/>
                    <a:pt x="637" y="533"/>
                    <a:pt x="711" y="41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6" name="Part B">
              <a:extLst>
                <a:ext uri="{FF2B5EF4-FFF2-40B4-BE49-F238E27FC236}">
                  <a16:creationId xmlns:a16="http://schemas.microsoft.com/office/drawing/2014/main" id="{CE562669-E11E-AAFD-A2DA-2B15EAD16E7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2454" y="2365376"/>
              <a:ext cx="1020763" cy="1014413"/>
            </a:xfrm>
            <a:custGeom>
              <a:avLst/>
              <a:gdLst/>
              <a:ahLst/>
              <a:cxnLst>
                <a:cxn ang="0">
                  <a:pos x="411" y="0"/>
                </a:cxn>
                <a:cxn ang="0">
                  <a:pos x="0" y="711"/>
                </a:cxn>
                <a:cxn ang="0">
                  <a:pos x="711" y="301"/>
                </a:cxn>
                <a:cxn ang="0">
                  <a:pos x="411" y="0"/>
                </a:cxn>
              </a:cxnLst>
              <a:rect l="0" t="0" r="r" b="b"/>
              <a:pathLst>
                <a:path w="711" h="711">
                  <a:moveTo>
                    <a:pt x="411" y="0"/>
                  </a:moveTo>
                  <a:cubicBezTo>
                    <a:pt x="0" y="711"/>
                    <a:pt x="0" y="711"/>
                    <a:pt x="0" y="711"/>
                  </a:cubicBezTo>
                  <a:cubicBezTo>
                    <a:pt x="711" y="301"/>
                    <a:pt x="711" y="301"/>
                    <a:pt x="711" y="301"/>
                  </a:cubicBezTo>
                  <a:cubicBezTo>
                    <a:pt x="637" y="178"/>
                    <a:pt x="534" y="74"/>
                    <a:pt x="411" y="0"/>
                  </a:cubicBezTo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  <p:sp>
          <p:nvSpPr>
            <p:cNvPr id="67" name="Big shape">
              <a:extLst>
                <a:ext uri="{FF2B5EF4-FFF2-40B4-BE49-F238E27FC236}">
                  <a16:creationId xmlns:a16="http://schemas.microsoft.com/office/drawing/2014/main" id="{52588A6F-3083-7C4D-279E-605D64CA4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875" y="2192530"/>
              <a:ext cx="1220153" cy="2471128"/>
            </a:xfrm>
            <a:custGeom>
              <a:avLst/>
              <a:gdLst>
                <a:gd name="T0" fmla="*/ 854 w 854"/>
                <a:gd name="T1" fmla="*/ 865 h 1730"/>
                <a:gd name="T2" fmla="*/ 854 w 854"/>
                <a:gd name="T3" fmla="*/ 0 h 1730"/>
                <a:gd name="T4" fmla="*/ 0 w 854"/>
                <a:gd name="T5" fmla="*/ 865 h 1730"/>
                <a:gd name="T6" fmla="*/ 854 w 854"/>
                <a:gd name="T7" fmla="*/ 1730 h 1730"/>
                <a:gd name="T8" fmla="*/ 854 w 854"/>
                <a:gd name="T9" fmla="*/ 865 h 17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4" h="1730">
                  <a:moveTo>
                    <a:pt x="854" y="865"/>
                  </a:moveTo>
                  <a:cubicBezTo>
                    <a:pt x="854" y="0"/>
                    <a:pt x="854" y="0"/>
                    <a:pt x="854" y="0"/>
                  </a:cubicBezTo>
                  <a:cubicBezTo>
                    <a:pt x="381" y="6"/>
                    <a:pt x="0" y="391"/>
                    <a:pt x="0" y="865"/>
                  </a:cubicBezTo>
                  <a:cubicBezTo>
                    <a:pt x="0" y="1339"/>
                    <a:pt x="381" y="1724"/>
                    <a:pt x="854" y="1730"/>
                  </a:cubicBezTo>
                  <a:lnTo>
                    <a:pt x="854" y="865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1A1B7">
                    <a:shade val="30000"/>
                    <a:satMod val="115000"/>
                  </a:srgbClr>
                </a:gs>
                <a:gs pos="50000">
                  <a:srgbClr val="91A1B7">
                    <a:shade val="67500"/>
                    <a:satMod val="115000"/>
                  </a:srgbClr>
                </a:gs>
                <a:gs pos="100000">
                  <a:srgbClr val="91A1B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  <p:sp>
        <p:nvSpPr>
          <p:cNvPr id="68" name="Main circle">
            <a:extLst>
              <a:ext uri="{FF2B5EF4-FFF2-40B4-BE49-F238E27FC236}">
                <a16:creationId xmlns:a16="http://schemas.microsoft.com/office/drawing/2014/main" id="{46FA23DC-7B79-F391-C2A1-0DAC3425CAD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066371" y="1895287"/>
            <a:ext cx="3064784" cy="3067200"/>
          </a:xfrm>
          <a:prstGeom prst="ellipse">
            <a:avLst/>
          </a:prstGeom>
          <a:gradFill flip="none" rotWithShape="1">
            <a:gsLst>
              <a:gs pos="0">
                <a:srgbClr val="FEFFFF"/>
              </a:gs>
              <a:gs pos="100000">
                <a:srgbClr val="D8D9D9"/>
              </a:gs>
            </a:gsLst>
            <a:lin ang="2700000" scaled="1"/>
            <a:tileRect/>
          </a:gradFill>
          <a:ln>
            <a:noFill/>
          </a:ln>
          <a:effectLst>
            <a:outerShdw blurRad="381000" dist="177800" dir="2700000" algn="tl" rotWithShape="0">
              <a:prstClr val="black">
                <a:alpha val="7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>
              <a:latin typeface="Lato" panose="020F0502020204030203" pitchFamily="34" charset="0"/>
              <a:cs typeface="IRANYekanX ExtraBlack" pitchFamily="2" charset="-78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3DF68C-5EB0-EEC0-AC99-21D051B0630D}"/>
              </a:ext>
            </a:extLst>
          </p:cNvPr>
          <p:cNvSpPr txBox="1"/>
          <p:nvPr/>
        </p:nvSpPr>
        <p:spPr>
          <a:xfrm>
            <a:off x="7347049" y="2472338"/>
            <a:ext cx="24432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sz="4000">
                <a:latin typeface="IRANYekanX ExtraBlack"/>
              </a:rPr>
              <a:t>جمع‌بندی و نتیجه‌گیری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IRANYekanX ExtraBlack" pitchFamily="2" charset="-78"/>
              <a:cs typeface="IRANYekanX ExtraBlack" pitchFamily="2" charset="-78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5481F5-9A4E-09D6-3324-F78B4FFF9579}"/>
              </a:ext>
            </a:extLst>
          </p:cNvPr>
          <p:cNvSpPr/>
          <p:nvPr/>
        </p:nvSpPr>
        <p:spPr>
          <a:xfrm>
            <a:off x="7258716" y="3207377"/>
            <a:ext cx="2651687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sz="4000">
                <a:latin typeface="IRANYekanX ExtraBlack"/>
              </a:rPr>
              <a:t>مجموعه‌ها؛ سنگ بنای مفاهیم پیشرفته ریاضیات و کاربردی در حل مسائل زندگی روزمره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BDC80F-9EBD-911B-2D0E-9433D5EA3FB0}"/>
              </a:ext>
            </a:extLst>
          </p:cNvPr>
          <p:cNvGrpSpPr/>
          <p:nvPr/>
        </p:nvGrpSpPr>
        <p:grpSpPr>
          <a:xfrm>
            <a:off x="3273676" y="1261778"/>
            <a:ext cx="2000331" cy="1446550"/>
            <a:chOff x="7803739" y="878197"/>
            <a:chExt cx="1469629" cy="1216215"/>
          </a:xfrm>
        </p:grpSpPr>
        <p:sp>
          <p:nvSpPr>
            <p:cNvPr id="72" name="Freeform 83">
              <a:extLst>
                <a:ext uri="{FF2B5EF4-FFF2-40B4-BE49-F238E27FC236}">
                  <a16:creationId xmlns:a16="http://schemas.microsoft.com/office/drawing/2014/main" id="{E1160838-C412-CC86-DEE6-34E1429F68DA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رسم شکل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3" name="A">
              <a:extLst>
                <a:ext uri="{FF2B5EF4-FFF2-40B4-BE49-F238E27FC236}">
                  <a16:creationId xmlns:a16="http://schemas.microsoft.com/office/drawing/2014/main" id="{F2CD9789-42B8-1658-DDDB-F43046884FF3}"/>
                </a:ext>
              </a:extLst>
            </p:cNvPr>
            <p:cNvSpPr txBox="1"/>
            <p:nvPr/>
          </p:nvSpPr>
          <p:spPr>
            <a:xfrm>
              <a:off x="9077306" y="878197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1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573F6C4-8C16-F2DA-43C7-9F003FD77461}"/>
              </a:ext>
            </a:extLst>
          </p:cNvPr>
          <p:cNvGrpSpPr/>
          <p:nvPr/>
        </p:nvGrpSpPr>
        <p:grpSpPr>
          <a:xfrm>
            <a:off x="3214025" y="3804897"/>
            <a:ext cx="2127686" cy="1446550"/>
            <a:chOff x="7803739" y="882620"/>
            <a:chExt cx="1563196" cy="1216215"/>
          </a:xfrm>
        </p:grpSpPr>
        <p:sp>
          <p:nvSpPr>
            <p:cNvPr id="75" name="Freeform 83">
              <a:extLst>
                <a:ext uri="{FF2B5EF4-FFF2-40B4-BE49-F238E27FC236}">
                  <a16:creationId xmlns:a16="http://schemas.microsoft.com/office/drawing/2014/main" id="{7F8C89F2-BFB6-95D8-3AEF-E26D999EC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solidFill>
              <a:srgbClr val="E8782D"/>
            </a:soli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الگو سازی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6" name="A">
              <a:extLst>
                <a:ext uri="{FF2B5EF4-FFF2-40B4-BE49-F238E27FC236}">
                  <a16:creationId xmlns:a16="http://schemas.microsoft.com/office/drawing/2014/main" id="{85A95ED0-8931-FF1F-92F4-D6320CD4E301}"/>
                </a:ext>
              </a:extLst>
            </p:cNvPr>
            <p:cNvSpPr txBox="1"/>
            <p:nvPr/>
          </p:nvSpPr>
          <p:spPr>
            <a:xfrm>
              <a:off x="9170873" y="882620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2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3FB91-2CDE-05E0-87CC-522290F72C28}"/>
              </a:ext>
            </a:extLst>
          </p:cNvPr>
          <p:cNvGrpSpPr/>
          <p:nvPr/>
        </p:nvGrpSpPr>
        <p:grpSpPr>
          <a:xfrm>
            <a:off x="5441262" y="4264045"/>
            <a:ext cx="1510900" cy="502296"/>
            <a:chOff x="5603251" y="4527981"/>
            <a:chExt cx="1510900" cy="502296"/>
          </a:xfrm>
        </p:grpSpPr>
        <p:grpSp>
          <p:nvGrpSpPr>
            <p:cNvPr id="32" name="Connector D">
              <a:extLst>
                <a:ext uri="{FF2B5EF4-FFF2-40B4-BE49-F238E27FC236}">
                  <a16:creationId xmlns:a16="http://schemas.microsoft.com/office/drawing/2014/main" id="{ECDFCFCD-8A2B-B3E7-B577-E33406ECB24C}"/>
                </a:ext>
              </a:extLst>
            </p:cNvPr>
            <p:cNvGrpSpPr/>
            <p:nvPr/>
          </p:nvGrpSpPr>
          <p:grpSpPr>
            <a:xfrm flipH="1">
              <a:off x="6970151" y="4527981"/>
              <a:ext cx="144000" cy="144000"/>
              <a:chOff x="3898359" y="4075035"/>
              <a:chExt cx="145452" cy="128229"/>
            </a:xfrm>
          </p:grpSpPr>
          <p:sp>
            <p:nvSpPr>
              <p:cNvPr id="34" name="Oval 70">
                <a:extLst>
                  <a:ext uri="{FF2B5EF4-FFF2-40B4-BE49-F238E27FC236}">
                    <a16:creationId xmlns:a16="http://schemas.microsoft.com/office/drawing/2014/main" id="{7C5EA917-8B54-8C7E-4470-05E30F9F4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98359" y="4075035"/>
                <a:ext cx="145452" cy="128229"/>
              </a:xfrm>
              <a:prstGeom prst="ellipse">
                <a:avLst/>
              </a:prstGeom>
              <a:noFill/>
              <a:ln w="25400" cap="flat">
                <a:solidFill>
                  <a:srgbClr val="5E6C82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  <p:sp>
            <p:nvSpPr>
              <p:cNvPr id="35" name="Oval 71">
                <a:extLst>
                  <a:ext uri="{FF2B5EF4-FFF2-40B4-BE49-F238E27FC236}">
                    <a16:creationId xmlns:a16="http://schemas.microsoft.com/office/drawing/2014/main" id="{33E5FED4-72D5-804F-3B38-D2C9253709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2645" y="4107657"/>
                <a:ext cx="72726" cy="64115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>
                  <a:latin typeface="Lato" panose="020F0502020204030203" pitchFamily="34" charset="0"/>
                </a:endParaRPr>
              </a:p>
            </p:txBody>
          </p:sp>
        </p:grpSp>
        <p:sp>
          <p:nvSpPr>
            <p:cNvPr id="3" name="Freeform 63">
              <a:extLst>
                <a:ext uri="{FF2B5EF4-FFF2-40B4-BE49-F238E27FC236}">
                  <a16:creationId xmlns:a16="http://schemas.microsoft.com/office/drawing/2014/main" id="{176149DB-6CAE-3636-F932-75AD91DDE322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03251" y="4615142"/>
              <a:ext cx="1352270" cy="415135"/>
            </a:xfrm>
            <a:custGeom>
              <a:avLst/>
              <a:gdLst>
                <a:gd name="T0" fmla="*/ 0 w 1955"/>
                <a:gd name="T1" fmla="*/ 430 h 430"/>
                <a:gd name="T2" fmla="*/ 799 w 1955"/>
                <a:gd name="T3" fmla="*/ 430 h 430"/>
                <a:gd name="T4" fmla="*/ 1227 w 1955"/>
                <a:gd name="T5" fmla="*/ 0 h 430"/>
                <a:gd name="T6" fmla="*/ 1955 w 1955"/>
                <a:gd name="T7" fmla="*/ 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55" h="430">
                  <a:moveTo>
                    <a:pt x="0" y="430"/>
                  </a:moveTo>
                  <a:lnTo>
                    <a:pt x="799" y="430"/>
                  </a:lnTo>
                  <a:lnTo>
                    <a:pt x="1227" y="0"/>
                  </a:lnTo>
                  <a:lnTo>
                    <a:pt x="1955" y="0"/>
                  </a:lnTo>
                </a:path>
              </a:pathLst>
            </a:custGeom>
            <a:noFill/>
            <a:ln w="25400" cap="flat">
              <a:solidFill>
                <a:srgbClr val="CCCAC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 dirty="0">
                <a:latin typeface="Lato" panose="020F0502020204030203" pitchFamily="34" charset="0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23CB8-2ADC-DC36-C0FE-0603E885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F692FD-5478-4B88-9C64-6668F8D26D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39" t="71144"/>
          <a:stretch>
            <a:fillRect/>
          </a:stretch>
        </p:blipFill>
        <p:spPr>
          <a:xfrm>
            <a:off x="10125344" y="0"/>
            <a:ext cx="2043078" cy="1978970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A304A4DC-3C70-273C-F70D-E6718158DE58}"/>
              </a:ext>
            </a:extLst>
          </p:cNvPr>
          <p:cNvGrpSpPr/>
          <p:nvPr/>
        </p:nvGrpSpPr>
        <p:grpSpPr>
          <a:xfrm>
            <a:off x="7084385" y="2705725"/>
            <a:ext cx="2127686" cy="1446550"/>
            <a:chOff x="7803739" y="882620"/>
            <a:chExt cx="1563196" cy="1216215"/>
          </a:xfrm>
        </p:grpSpPr>
        <p:sp>
          <p:nvSpPr>
            <p:cNvPr id="75" name="Freeform 83">
              <a:extLst>
                <a:ext uri="{FF2B5EF4-FFF2-40B4-BE49-F238E27FC236}">
                  <a16:creationId xmlns:a16="http://schemas.microsoft.com/office/drawing/2014/main" id="{71E8A09E-0EE2-1097-6741-1C61B8C02302}"/>
                </a:ext>
              </a:extLst>
            </p:cNvPr>
            <p:cNvSpPr>
              <a:spLocks/>
            </p:cNvSpPr>
            <p:nvPr/>
          </p:nvSpPr>
          <p:spPr bwMode="auto">
            <a:xfrm>
              <a:off x="7803739" y="1148135"/>
              <a:ext cx="1319802" cy="623844"/>
            </a:xfrm>
            <a:prstGeom prst="roundRect">
              <a:avLst/>
            </a:prstGeom>
            <a:solidFill>
              <a:srgbClr val="E8782D"/>
            </a:solidFill>
            <a:ln>
              <a:noFill/>
            </a:ln>
            <a:effectLst>
              <a:innerShdw blurRad="152400" dist="50800" dir="13500000">
                <a:srgbClr val="21262B">
                  <a:alpha val="69804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fa-IR" sz="2800" dirty="0">
                  <a:solidFill>
                    <a:schemeClr val="bg1"/>
                  </a:solidFill>
                  <a:latin typeface="IRANYekanXVFaNum DemiBold" pitchFamily="2" charset="-78"/>
                  <a:cs typeface="IRANYekanXVFaNum DemiBold" pitchFamily="2" charset="-78"/>
                </a:rPr>
                <a:t>الگو سازی</a:t>
              </a:r>
              <a:endParaRPr lang="ru-RU" sz="2800" dirty="0">
                <a:solidFill>
                  <a:schemeClr val="bg1"/>
                </a:solidFill>
                <a:cs typeface="IRANYekanXVFaNum DemiBold" pitchFamily="2" charset="-78"/>
              </a:endParaRPr>
            </a:p>
          </p:txBody>
        </p:sp>
        <p:sp>
          <p:nvSpPr>
            <p:cNvPr id="76" name="A">
              <a:extLst>
                <a:ext uri="{FF2B5EF4-FFF2-40B4-BE49-F238E27FC236}">
                  <a16:creationId xmlns:a16="http://schemas.microsoft.com/office/drawing/2014/main" id="{E3BCD05B-4933-1206-E904-C9F676703F36}"/>
                </a:ext>
              </a:extLst>
            </p:cNvPr>
            <p:cNvSpPr txBox="1"/>
            <p:nvPr/>
          </p:nvSpPr>
          <p:spPr>
            <a:xfrm>
              <a:off x="9170873" y="882620"/>
              <a:ext cx="196062" cy="1216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a-IR" sz="8800" b="1" dirty="0">
                  <a:ln w="13462">
                    <a:solidFill>
                      <a:schemeClr val="tx1">
                        <a:lumMod val="65000"/>
                        <a:lumOff val="350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IRANYekanXFaNum Heavy" pitchFamily="2" charset="-78"/>
                  <a:ea typeface="Roboto Condensed" panose="02000000000000000000" pitchFamily="2" charset="0"/>
                  <a:cs typeface="IRANYekanXFaNum Heavy" pitchFamily="2" charset="-78"/>
                </a:rPr>
                <a:t>2</a:t>
              </a:r>
              <a:endParaRPr lang="ru-RU" sz="8800" b="1" dirty="0">
                <a:ln w="13462">
                  <a:solidFill>
                    <a:schemeClr val="tx1">
                      <a:lumMod val="65000"/>
                      <a:lumOff val="35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Roboto Condensed" panose="02000000000000000000" pitchFamily="2" charset="0"/>
                <a:ea typeface="Roboto Condensed" panose="02000000000000000000" pitchFamily="2" charset="0"/>
                <a:cs typeface="IRANYekanXFaNum Heavy" pitchFamily="2" charset="-78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205F9DE-151D-F4D5-9E7C-265E95EB9598}"/>
              </a:ext>
            </a:extLst>
          </p:cNvPr>
          <p:cNvGrpSpPr/>
          <p:nvPr/>
        </p:nvGrpSpPr>
        <p:grpSpPr>
          <a:xfrm>
            <a:off x="5899820" y="1466544"/>
            <a:ext cx="1095045" cy="1737004"/>
            <a:chOff x="8044305" y="1520972"/>
            <a:chExt cx="1095045" cy="1737004"/>
          </a:xfrm>
        </p:grpSpPr>
        <p:sp>
          <p:nvSpPr>
            <p:cNvPr id="4" name="Line">
              <a:extLst>
                <a:ext uri="{FF2B5EF4-FFF2-40B4-BE49-F238E27FC236}">
                  <a16:creationId xmlns:a16="http://schemas.microsoft.com/office/drawing/2014/main" id="{F9F8EED0-F818-CACC-48AC-5C6444FA3726}"/>
                </a:ext>
              </a:extLst>
            </p:cNvPr>
            <p:cNvSpPr/>
            <p:nvPr/>
          </p:nvSpPr>
          <p:spPr>
            <a:xfrm>
              <a:off x="8149771" y="1601976"/>
              <a:ext cx="989579" cy="1656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EF934-ABA9-55CC-D7C0-3A9FC66830A1}"/>
                </a:ext>
              </a:extLst>
            </p:cNvPr>
            <p:cNvGrpSpPr/>
            <p:nvPr/>
          </p:nvGrpSpPr>
          <p:grpSpPr>
            <a:xfrm>
              <a:off x="8044305" y="1520972"/>
              <a:ext cx="180000" cy="180000"/>
              <a:chOff x="4772578" y="2652229"/>
              <a:chExt cx="180000" cy="1800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A5D0D0A-F19F-C2EB-1FB3-05A5B0578A9F}"/>
                  </a:ext>
                </a:extLst>
              </p:cNvPr>
              <p:cNvSpPr/>
              <p:nvPr/>
            </p:nvSpPr>
            <p:spPr>
              <a:xfrm>
                <a:off x="4772578" y="2652229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D16FF8-015A-F479-D15A-DA370CEC5313}"/>
                  </a:ext>
                </a:extLst>
              </p:cNvPr>
              <p:cNvSpPr/>
              <p:nvPr/>
            </p:nvSpPr>
            <p:spPr>
              <a:xfrm>
                <a:off x="4808578" y="2688229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25AE6D5-F6A9-4A59-77C1-F266699A8E36}"/>
              </a:ext>
            </a:extLst>
          </p:cNvPr>
          <p:cNvGrpSpPr/>
          <p:nvPr/>
        </p:nvGrpSpPr>
        <p:grpSpPr>
          <a:xfrm>
            <a:off x="5899820" y="3554528"/>
            <a:ext cx="1095045" cy="1745976"/>
            <a:chOff x="8044305" y="3608956"/>
            <a:chExt cx="1095045" cy="1745976"/>
          </a:xfrm>
        </p:grpSpPr>
        <p:sp>
          <p:nvSpPr>
            <p:cNvPr id="10" name="Line">
              <a:extLst>
                <a:ext uri="{FF2B5EF4-FFF2-40B4-BE49-F238E27FC236}">
                  <a16:creationId xmlns:a16="http://schemas.microsoft.com/office/drawing/2014/main" id="{AE71E305-99EB-F5FC-79E4-F08488DB8DD3}"/>
                </a:ext>
              </a:extLst>
            </p:cNvPr>
            <p:cNvSpPr/>
            <p:nvPr/>
          </p:nvSpPr>
          <p:spPr>
            <a:xfrm flipV="1">
              <a:off x="8149771" y="3608956"/>
              <a:ext cx="989579" cy="1656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39CD531-18A0-5382-B5C2-5FD89A34A553}"/>
                </a:ext>
              </a:extLst>
            </p:cNvPr>
            <p:cNvGrpSpPr/>
            <p:nvPr/>
          </p:nvGrpSpPr>
          <p:grpSpPr>
            <a:xfrm>
              <a:off x="8044305" y="5174932"/>
              <a:ext cx="180000" cy="180000"/>
              <a:chOff x="4772578" y="2652229"/>
              <a:chExt cx="180000" cy="18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75A2ED5-71EC-A433-CE71-62524E7AA091}"/>
                  </a:ext>
                </a:extLst>
              </p:cNvPr>
              <p:cNvSpPr/>
              <p:nvPr/>
            </p:nvSpPr>
            <p:spPr>
              <a:xfrm>
                <a:off x="4772578" y="2652229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8A2A665-A1C7-F9B9-4D5B-4C7899F4EC9B}"/>
                  </a:ext>
                </a:extLst>
              </p:cNvPr>
              <p:cNvSpPr/>
              <p:nvPr/>
            </p:nvSpPr>
            <p:spPr>
              <a:xfrm>
                <a:off x="4808578" y="2688229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1DFAA3-739D-31EB-CEED-BF3D77984EE2}"/>
              </a:ext>
            </a:extLst>
          </p:cNvPr>
          <p:cNvGrpSpPr/>
          <p:nvPr/>
        </p:nvGrpSpPr>
        <p:grpSpPr>
          <a:xfrm>
            <a:off x="5899074" y="2507826"/>
            <a:ext cx="987860" cy="810000"/>
            <a:chOff x="8141840" y="2433180"/>
            <a:chExt cx="987860" cy="810000"/>
          </a:xfrm>
        </p:grpSpPr>
        <p:sp>
          <p:nvSpPr>
            <p:cNvPr id="15" name="Line">
              <a:extLst>
                <a:ext uri="{FF2B5EF4-FFF2-40B4-BE49-F238E27FC236}">
                  <a16:creationId xmlns:a16="http://schemas.microsoft.com/office/drawing/2014/main" id="{13EDC771-4640-FA2E-4A73-BA985F22B62B}"/>
                </a:ext>
              </a:extLst>
            </p:cNvPr>
            <p:cNvSpPr/>
            <p:nvPr/>
          </p:nvSpPr>
          <p:spPr>
            <a:xfrm>
              <a:off x="8337572" y="2523180"/>
              <a:ext cx="792128" cy="720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8E59825-012A-7517-5EE2-CA27CA1BDE82}"/>
                </a:ext>
              </a:extLst>
            </p:cNvPr>
            <p:cNvGrpSpPr/>
            <p:nvPr/>
          </p:nvGrpSpPr>
          <p:grpSpPr>
            <a:xfrm>
              <a:off x="8141840" y="2433180"/>
              <a:ext cx="180000" cy="180000"/>
              <a:chOff x="4870113" y="3564437"/>
              <a:chExt cx="180000" cy="18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87B635D-53DC-6BEF-A644-DA4193D3CA6B}"/>
                  </a:ext>
                </a:extLst>
              </p:cNvPr>
              <p:cNvSpPr/>
              <p:nvPr/>
            </p:nvSpPr>
            <p:spPr>
              <a:xfrm>
                <a:off x="4870113" y="3564437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3DCB131-78F6-93FE-5CAA-46764AE3B002}"/>
                  </a:ext>
                </a:extLst>
              </p:cNvPr>
              <p:cNvSpPr/>
              <p:nvPr/>
            </p:nvSpPr>
            <p:spPr>
              <a:xfrm>
                <a:off x="4906113" y="3600437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DF5695A-A38B-DCC1-BFD0-79BDDD52B8CB}"/>
              </a:ext>
            </a:extLst>
          </p:cNvPr>
          <p:cNvGrpSpPr/>
          <p:nvPr/>
        </p:nvGrpSpPr>
        <p:grpSpPr>
          <a:xfrm flipV="1">
            <a:off x="5899074" y="3440250"/>
            <a:ext cx="987860" cy="810000"/>
            <a:chOff x="8141840" y="2433180"/>
            <a:chExt cx="987860" cy="810000"/>
          </a:xfrm>
        </p:grpSpPr>
        <p:sp>
          <p:nvSpPr>
            <p:cNvPr id="21" name="Line">
              <a:extLst>
                <a:ext uri="{FF2B5EF4-FFF2-40B4-BE49-F238E27FC236}">
                  <a16:creationId xmlns:a16="http://schemas.microsoft.com/office/drawing/2014/main" id="{FC95DB6A-3614-09A2-E973-3F3B9601039A}"/>
                </a:ext>
              </a:extLst>
            </p:cNvPr>
            <p:cNvSpPr/>
            <p:nvPr/>
          </p:nvSpPr>
          <p:spPr>
            <a:xfrm>
              <a:off x="8337572" y="2523180"/>
              <a:ext cx="792128" cy="720000"/>
            </a:xfrm>
            <a:custGeom>
              <a:avLst/>
              <a:gdLst/>
              <a:ahLst/>
              <a:cxnLst/>
              <a:rect l="0" t="0" r="0" b="0"/>
              <a:pathLst>
                <a:path w="3484448" h="756412">
                  <a:moveTo>
                    <a:pt x="3484448" y="756412"/>
                  </a:moveTo>
                  <a:lnTo>
                    <a:pt x="2304935" y="756412"/>
                  </a:lnTo>
                  <a:lnTo>
                    <a:pt x="1548523" y="0"/>
                  </a:lnTo>
                  <a:lnTo>
                    <a:pt x="0" y="0"/>
                  </a:lnTo>
                </a:path>
              </a:pathLst>
            </a:custGeom>
            <a:noFill/>
            <a:ln w="38100" cap="rnd" cmpd="sng">
              <a:solidFill>
                <a:srgbClr val="484848"/>
              </a:solidFill>
              <a:prstDash val="solid"/>
            </a:ln>
          </p:spPr>
          <p:txBody>
            <a:bodyPr wrap="square" anchor="ctr">
              <a:sp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452BB1E-E2D7-C41E-D3AD-A3B19FD85CFB}"/>
                </a:ext>
              </a:extLst>
            </p:cNvPr>
            <p:cNvGrpSpPr/>
            <p:nvPr/>
          </p:nvGrpSpPr>
          <p:grpSpPr>
            <a:xfrm>
              <a:off x="8141840" y="2433180"/>
              <a:ext cx="180000" cy="180000"/>
              <a:chOff x="4870113" y="3564437"/>
              <a:chExt cx="180000" cy="180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44973A5-8DF3-7421-53AC-5D49311862EA}"/>
                  </a:ext>
                </a:extLst>
              </p:cNvPr>
              <p:cNvSpPr/>
              <p:nvPr/>
            </p:nvSpPr>
            <p:spPr>
              <a:xfrm>
                <a:off x="4870113" y="3564437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5EFF4C7-3002-3D43-02F9-F406920354D1}"/>
                  </a:ext>
                </a:extLst>
              </p:cNvPr>
              <p:cNvSpPr/>
              <p:nvPr/>
            </p:nvSpPr>
            <p:spPr>
              <a:xfrm>
                <a:off x="4906113" y="3600437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326756F-B1E3-995D-A87C-6D5B2C44693B}"/>
              </a:ext>
            </a:extLst>
          </p:cNvPr>
          <p:cNvSpPr txBox="1"/>
          <p:nvPr/>
        </p:nvSpPr>
        <p:spPr>
          <a:xfrm>
            <a:off x="372072" y="1182833"/>
            <a:ext cx="5435763" cy="72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justLow" rtl="1">
              <a:lnSpc>
                <a:spcPct val="115000"/>
              </a:lnSpc>
              <a:spcAft>
                <a:spcPts val="800"/>
              </a:spcAft>
              <a:defRPr sz="2400">
                <a:latin typeface="IRANYekanXFaNum" pitchFamily="2" charset="-78"/>
                <a:cs typeface="IRANYekanXFaNum" pitchFamily="2" charset="-78"/>
              </a:defRPr>
            </a:lvl1pPr>
          </a:lstStyle>
          <a:p>
            <a:r>
              <a:rPr lang="fa-IR" sz="1800" dirty="0"/>
              <a:t>برای حل بعضی از مسئله ها باید همه حالت های ممکن را بنویسید.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4407CD-8E1D-E748-BA37-473BE40D1D1B}"/>
              </a:ext>
            </a:extLst>
          </p:cNvPr>
          <p:cNvSpPr txBox="1"/>
          <p:nvPr/>
        </p:nvSpPr>
        <p:spPr>
          <a:xfrm>
            <a:off x="372072" y="2228396"/>
            <a:ext cx="5448361" cy="72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justLow" rtl="1">
              <a:lnSpc>
                <a:spcPct val="115000"/>
              </a:lnSpc>
              <a:spcAft>
                <a:spcPts val="800"/>
              </a:spcAft>
              <a:defRPr>
                <a:latin typeface="IRANYekanXFaNum" pitchFamily="2" charset="-78"/>
                <a:cs typeface="IRANYekanXFaNum" pitchFamily="2" charset="-78"/>
              </a:defRPr>
            </a:lvl1pPr>
          </a:lstStyle>
          <a:p>
            <a:r>
              <a:rPr lang="fa-IR" dirty="0"/>
              <a:t>برای اینکه هیچ حالتی از قلم نیفتد، لازم است آنها را با </a:t>
            </a:r>
            <a:r>
              <a:rPr lang="fa-IR" b="1" dirty="0">
                <a:highlight>
                  <a:srgbClr val="FFFF00"/>
                </a:highlight>
              </a:rPr>
              <a:t>نظم، الگو و ترتیبی </a:t>
            </a:r>
            <a:r>
              <a:rPr lang="fa-IR" dirty="0"/>
              <a:t>مشخص بنویسید.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DBBBEE-FBA5-1ECA-BE8B-E62600525452}"/>
              </a:ext>
            </a:extLst>
          </p:cNvPr>
          <p:cNvSpPr txBox="1"/>
          <p:nvPr/>
        </p:nvSpPr>
        <p:spPr>
          <a:xfrm>
            <a:off x="322000" y="3386986"/>
            <a:ext cx="5485835" cy="13665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justLow" rtl="1">
              <a:lnSpc>
                <a:spcPct val="115000"/>
              </a:lnSpc>
              <a:spcAft>
                <a:spcPts val="800"/>
              </a:spcAft>
              <a:defRPr>
                <a:latin typeface="IRANYekanXFaNum" pitchFamily="2" charset="-78"/>
                <a:cs typeface="IRANYekanXFaNum" pitchFamily="2" charset="-78"/>
              </a:defRPr>
            </a:lvl1pPr>
          </a:lstStyle>
          <a:p>
            <a:pPr algn="r"/>
            <a:r>
              <a:rPr lang="fa-IR" dirty="0"/>
              <a:t>الگوسازی به شما کمک می کند تا مطمئن شوید همه حالتها را نوشته اید. بنابراین در مسئله هایی که لازم است  همه جواب ها و پاسخهای ممکن را بنویسید، می توانید از این راهبرد استفاده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F8B8E5-6F0E-768D-FE65-556DCF6CA25C}"/>
              </a:ext>
            </a:extLst>
          </p:cNvPr>
          <p:cNvSpPr txBox="1"/>
          <p:nvPr/>
        </p:nvSpPr>
        <p:spPr>
          <a:xfrm>
            <a:off x="322000" y="4951063"/>
            <a:ext cx="5454005" cy="104797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r" rtl="1">
              <a:lnSpc>
                <a:spcPct val="115000"/>
              </a:lnSpc>
              <a:spcAft>
                <a:spcPts val="800"/>
              </a:spcAft>
              <a:defRPr>
                <a:latin typeface="IRANYekanXFaNum" pitchFamily="2" charset="-78"/>
                <a:cs typeface="IRANYekanXFaNum" pitchFamily="2" charset="-78"/>
              </a:defRPr>
            </a:lvl1pPr>
          </a:lstStyle>
          <a:p>
            <a:r>
              <a:rPr lang="fa-IR" dirty="0"/>
              <a:t>باتوجه به نظم و ترتیبی که می سازید، به این راهبرد، </a:t>
            </a:r>
            <a:r>
              <a:rPr lang="fa-IR" b="1" dirty="0">
                <a:highlight>
                  <a:srgbClr val="FFFF00"/>
                </a:highlight>
              </a:rPr>
              <a:t>تفکر نظامدار</a:t>
            </a:r>
            <a:r>
              <a:rPr lang="fa-IR" b="1" dirty="0"/>
              <a:t> </a:t>
            </a:r>
            <a:r>
              <a:rPr lang="fa-IR" dirty="0"/>
              <a:t>نیز میگویند. </a:t>
            </a:r>
            <a:br>
              <a:rPr lang="fa-I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280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/>
      <p:bldP spid="28" grpId="0"/>
      <p:bldP spid="29" grpId="0"/>
    </p:bldLst>
  </p:timing>
</p:sld>
</file>

<file path=ppt/theme/theme1.xml><?xml version="1.0" encoding="utf-8"?>
<a:theme xmlns:a="http://schemas.openxmlformats.org/drawingml/2006/main" name="Office Them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.xml><?xml version="1.0" encoding="utf-8"?>
<a:theme xmlns:a="http://schemas.openxmlformats.org/drawingml/2006/main" name="Office Them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