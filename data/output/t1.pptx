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8" r:id="rId3"/>
    <p:sldId id="277" r:id="rId4"/>
    <p:sldId id="260" r:id="rId5"/>
    <p:sldId id="267" r:id="rId6"/>
    <p:sldId id="268" r:id="rId7"/>
    <p:sldId id="269" r:id="rId8"/>
    <p:sldId id="276" r:id="rId9"/>
    <p:sldId id="279" r:id="rId10"/>
    <p:sldId id="270" r:id="rId11"/>
    <p:sldId id="274" r:id="rId12"/>
    <p:sldId id="271" r:id="rId13"/>
    <p:sldId id="275" r:id="rId14"/>
    <p:sldId id="273" r:id="rId15"/>
    <p:sldId id="28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CAC8"/>
    <a:srgbClr val="FCF1E8"/>
    <a:srgbClr val="6699FF"/>
    <a:srgbClr val="99FFCC"/>
    <a:srgbClr val="FEF3E6"/>
    <a:srgbClr val="FFF9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518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D04536-5B07-485D-A4D6-A167FECC7FC8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25AEDA-1073-4F69-AC45-5AAA940559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784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25AEDA-1073-4F69-AC45-5AAA940559B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0222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25AEDA-1073-4F69-AC45-5AAA940559B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72267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FEF3E6">
            <a:alpha val="54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944030A-B6D5-2096-796D-8628EFD7E9CF}"/>
              </a:ext>
            </a:extLst>
          </p:cNvPr>
          <p:cNvCxnSpPr>
            <a:cxnSpLocks/>
          </p:cNvCxnSpPr>
          <p:nvPr userDrawn="1"/>
        </p:nvCxnSpPr>
        <p:spPr>
          <a:xfrm>
            <a:off x="0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6E7439-8611-5994-D6C3-94F98312B277}"/>
              </a:ext>
            </a:extLst>
          </p:cNvPr>
          <p:cNvCxnSpPr>
            <a:cxnSpLocks/>
          </p:cNvCxnSpPr>
          <p:nvPr userDrawn="1"/>
        </p:nvCxnSpPr>
        <p:spPr>
          <a:xfrm>
            <a:off x="338667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B39CE15-A242-272C-F597-C145852CFC22}"/>
              </a:ext>
            </a:extLst>
          </p:cNvPr>
          <p:cNvCxnSpPr>
            <a:cxnSpLocks/>
          </p:cNvCxnSpPr>
          <p:nvPr userDrawn="1"/>
        </p:nvCxnSpPr>
        <p:spPr>
          <a:xfrm>
            <a:off x="677334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B1D310B-6CE2-7C26-22E9-975F1CD75ACC}"/>
              </a:ext>
            </a:extLst>
          </p:cNvPr>
          <p:cNvCxnSpPr>
            <a:cxnSpLocks/>
          </p:cNvCxnSpPr>
          <p:nvPr userDrawn="1"/>
        </p:nvCxnSpPr>
        <p:spPr>
          <a:xfrm>
            <a:off x="1016001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B697FDB-4A19-867A-49B5-4B4955CAF421}"/>
              </a:ext>
            </a:extLst>
          </p:cNvPr>
          <p:cNvCxnSpPr>
            <a:cxnSpLocks/>
          </p:cNvCxnSpPr>
          <p:nvPr userDrawn="1"/>
        </p:nvCxnSpPr>
        <p:spPr>
          <a:xfrm>
            <a:off x="1354668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6D9179A-5C9B-6452-C2F7-7CF927DF68BD}"/>
              </a:ext>
            </a:extLst>
          </p:cNvPr>
          <p:cNvCxnSpPr>
            <a:cxnSpLocks/>
          </p:cNvCxnSpPr>
          <p:nvPr userDrawn="1"/>
        </p:nvCxnSpPr>
        <p:spPr>
          <a:xfrm>
            <a:off x="1693335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E91A2B5-D57E-503B-FB4E-09299A7B8A62}"/>
              </a:ext>
            </a:extLst>
          </p:cNvPr>
          <p:cNvCxnSpPr>
            <a:cxnSpLocks/>
          </p:cNvCxnSpPr>
          <p:nvPr userDrawn="1"/>
        </p:nvCxnSpPr>
        <p:spPr>
          <a:xfrm>
            <a:off x="2032002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EC3944F-81D9-091B-E961-B9FB18895A0E}"/>
              </a:ext>
            </a:extLst>
          </p:cNvPr>
          <p:cNvCxnSpPr>
            <a:cxnSpLocks/>
          </p:cNvCxnSpPr>
          <p:nvPr userDrawn="1"/>
        </p:nvCxnSpPr>
        <p:spPr>
          <a:xfrm>
            <a:off x="2370669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B4AD058-2395-98FD-BD70-D45D1142F01D}"/>
              </a:ext>
            </a:extLst>
          </p:cNvPr>
          <p:cNvCxnSpPr>
            <a:cxnSpLocks/>
          </p:cNvCxnSpPr>
          <p:nvPr userDrawn="1"/>
        </p:nvCxnSpPr>
        <p:spPr>
          <a:xfrm>
            <a:off x="2709336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EDB6486-1D9D-E5CC-36D4-743D844CFED9}"/>
              </a:ext>
            </a:extLst>
          </p:cNvPr>
          <p:cNvCxnSpPr>
            <a:cxnSpLocks/>
          </p:cNvCxnSpPr>
          <p:nvPr userDrawn="1"/>
        </p:nvCxnSpPr>
        <p:spPr>
          <a:xfrm>
            <a:off x="3048003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DA348FD-13C0-D775-8003-251A7F5B7512}"/>
              </a:ext>
            </a:extLst>
          </p:cNvPr>
          <p:cNvCxnSpPr>
            <a:cxnSpLocks/>
          </p:cNvCxnSpPr>
          <p:nvPr userDrawn="1"/>
        </p:nvCxnSpPr>
        <p:spPr>
          <a:xfrm>
            <a:off x="3386670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EF02E9C-9EF7-3148-61D9-D72E59E4815F}"/>
              </a:ext>
            </a:extLst>
          </p:cNvPr>
          <p:cNvCxnSpPr>
            <a:cxnSpLocks/>
          </p:cNvCxnSpPr>
          <p:nvPr userDrawn="1"/>
        </p:nvCxnSpPr>
        <p:spPr>
          <a:xfrm>
            <a:off x="3725337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0CCDC09-193C-0A41-236B-5105D592F6DA}"/>
              </a:ext>
            </a:extLst>
          </p:cNvPr>
          <p:cNvCxnSpPr>
            <a:cxnSpLocks/>
          </p:cNvCxnSpPr>
          <p:nvPr userDrawn="1"/>
        </p:nvCxnSpPr>
        <p:spPr>
          <a:xfrm>
            <a:off x="4064004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D0F59D5-8A37-0E4B-E307-375AAC4C02A6}"/>
              </a:ext>
            </a:extLst>
          </p:cNvPr>
          <p:cNvCxnSpPr>
            <a:cxnSpLocks/>
          </p:cNvCxnSpPr>
          <p:nvPr userDrawn="1"/>
        </p:nvCxnSpPr>
        <p:spPr>
          <a:xfrm>
            <a:off x="4402671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F4BE79B-C617-12C5-148D-AB540FD9EEDF}"/>
              </a:ext>
            </a:extLst>
          </p:cNvPr>
          <p:cNvCxnSpPr>
            <a:cxnSpLocks/>
          </p:cNvCxnSpPr>
          <p:nvPr userDrawn="1"/>
        </p:nvCxnSpPr>
        <p:spPr>
          <a:xfrm>
            <a:off x="4741338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716BB92-E1F0-1F70-2366-4241B138613D}"/>
              </a:ext>
            </a:extLst>
          </p:cNvPr>
          <p:cNvCxnSpPr>
            <a:cxnSpLocks/>
          </p:cNvCxnSpPr>
          <p:nvPr userDrawn="1"/>
        </p:nvCxnSpPr>
        <p:spPr>
          <a:xfrm>
            <a:off x="5080005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FC19C62-D44A-C304-44F9-49F89F34AFDE}"/>
              </a:ext>
            </a:extLst>
          </p:cNvPr>
          <p:cNvCxnSpPr>
            <a:cxnSpLocks/>
          </p:cNvCxnSpPr>
          <p:nvPr userDrawn="1"/>
        </p:nvCxnSpPr>
        <p:spPr>
          <a:xfrm>
            <a:off x="5418672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DC5F3DB-A250-CCAC-3D3D-8AB31C33388D}"/>
              </a:ext>
            </a:extLst>
          </p:cNvPr>
          <p:cNvCxnSpPr>
            <a:cxnSpLocks/>
          </p:cNvCxnSpPr>
          <p:nvPr userDrawn="1"/>
        </p:nvCxnSpPr>
        <p:spPr>
          <a:xfrm>
            <a:off x="5757339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3D4FF40-3973-CAC5-F77D-DDB3F19BA3A2}"/>
              </a:ext>
            </a:extLst>
          </p:cNvPr>
          <p:cNvCxnSpPr>
            <a:cxnSpLocks/>
          </p:cNvCxnSpPr>
          <p:nvPr userDrawn="1"/>
        </p:nvCxnSpPr>
        <p:spPr>
          <a:xfrm>
            <a:off x="6096006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478ECD8-2D18-BCD6-5353-C87DC366D7F1}"/>
              </a:ext>
            </a:extLst>
          </p:cNvPr>
          <p:cNvCxnSpPr>
            <a:cxnSpLocks/>
          </p:cNvCxnSpPr>
          <p:nvPr userDrawn="1"/>
        </p:nvCxnSpPr>
        <p:spPr>
          <a:xfrm>
            <a:off x="6434673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684C25A-DD61-00AE-3ED1-F0EDB3EC624B}"/>
              </a:ext>
            </a:extLst>
          </p:cNvPr>
          <p:cNvCxnSpPr>
            <a:cxnSpLocks/>
          </p:cNvCxnSpPr>
          <p:nvPr userDrawn="1"/>
        </p:nvCxnSpPr>
        <p:spPr>
          <a:xfrm>
            <a:off x="6773340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6216E74-3E9A-8CCE-A50A-A716F031AF3E}"/>
              </a:ext>
            </a:extLst>
          </p:cNvPr>
          <p:cNvCxnSpPr>
            <a:cxnSpLocks/>
          </p:cNvCxnSpPr>
          <p:nvPr userDrawn="1"/>
        </p:nvCxnSpPr>
        <p:spPr>
          <a:xfrm>
            <a:off x="7112007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D638823-F11D-91F2-4647-CC0979B46178}"/>
              </a:ext>
            </a:extLst>
          </p:cNvPr>
          <p:cNvCxnSpPr>
            <a:cxnSpLocks/>
          </p:cNvCxnSpPr>
          <p:nvPr userDrawn="1"/>
        </p:nvCxnSpPr>
        <p:spPr>
          <a:xfrm>
            <a:off x="7450674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5E96E18-C70E-329D-9A35-95D1542DF9B8}"/>
              </a:ext>
            </a:extLst>
          </p:cNvPr>
          <p:cNvCxnSpPr>
            <a:cxnSpLocks/>
          </p:cNvCxnSpPr>
          <p:nvPr userDrawn="1"/>
        </p:nvCxnSpPr>
        <p:spPr>
          <a:xfrm>
            <a:off x="7789341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D168B8F-A448-FF07-E489-EAC06685E9BC}"/>
              </a:ext>
            </a:extLst>
          </p:cNvPr>
          <p:cNvCxnSpPr>
            <a:cxnSpLocks/>
          </p:cNvCxnSpPr>
          <p:nvPr userDrawn="1"/>
        </p:nvCxnSpPr>
        <p:spPr>
          <a:xfrm>
            <a:off x="8128008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E4BA5F0-6DE0-74B2-DCA6-508FE44E1C63}"/>
              </a:ext>
            </a:extLst>
          </p:cNvPr>
          <p:cNvCxnSpPr>
            <a:cxnSpLocks/>
          </p:cNvCxnSpPr>
          <p:nvPr userDrawn="1"/>
        </p:nvCxnSpPr>
        <p:spPr>
          <a:xfrm>
            <a:off x="8466675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2BF75B8-1079-93F5-DF60-DA64E5E20319}"/>
              </a:ext>
            </a:extLst>
          </p:cNvPr>
          <p:cNvCxnSpPr>
            <a:cxnSpLocks/>
          </p:cNvCxnSpPr>
          <p:nvPr userDrawn="1"/>
        </p:nvCxnSpPr>
        <p:spPr>
          <a:xfrm>
            <a:off x="8805342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76989C2-DB13-294E-71FF-79571698D3A2}"/>
              </a:ext>
            </a:extLst>
          </p:cNvPr>
          <p:cNvCxnSpPr>
            <a:cxnSpLocks/>
          </p:cNvCxnSpPr>
          <p:nvPr userDrawn="1"/>
        </p:nvCxnSpPr>
        <p:spPr>
          <a:xfrm>
            <a:off x="9144009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F53405C-93EE-5150-C6CC-47F77E03E220}"/>
              </a:ext>
            </a:extLst>
          </p:cNvPr>
          <p:cNvCxnSpPr>
            <a:cxnSpLocks/>
          </p:cNvCxnSpPr>
          <p:nvPr userDrawn="1"/>
        </p:nvCxnSpPr>
        <p:spPr>
          <a:xfrm>
            <a:off x="9482676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561443A4-3803-DC13-6DEF-C5E339656CDB}"/>
              </a:ext>
            </a:extLst>
          </p:cNvPr>
          <p:cNvCxnSpPr>
            <a:cxnSpLocks/>
          </p:cNvCxnSpPr>
          <p:nvPr userDrawn="1"/>
        </p:nvCxnSpPr>
        <p:spPr>
          <a:xfrm>
            <a:off x="9821343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C8B5D31-1A58-9358-03DB-B5AEE43F8883}"/>
              </a:ext>
            </a:extLst>
          </p:cNvPr>
          <p:cNvCxnSpPr>
            <a:cxnSpLocks/>
          </p:cNvCxnSpPr>
          <p:nvPr userDrawn="1"/>
        </p:nvCxnSpPr>
        <p:spPr>
          <a:xfrm>
            <a:off x="10160010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58CF1507-2BE9-F326-BD51-D792CC91117D}"/>
              </a:ext>
            </a:extLst>
          </p:cNvPr>
          <p:cNvCxnSpPr>
            <a:cxnSpLocks/>
          </p:cNvCxnSpPr>
          <p:nvPr userDrawn="1"/>
        </p:nvCxnSpPr>
        <p:spPr>
          <a:xfrm>
            <a:off x="10498677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6C3F538-D755-B642-EB7B-66BB09364036}"/>
              </a:ext>
            </a:extLst>
          </p:cNvPr>
          <p:cNvCxnSpPr>
            <a:cxnSpLocks/>
          </p:cNvCxnSpPr>
          <p:nvPr userDrawn="1"/>
        </p:nvCxnSpPr>
        <p:spPr>
          <a:xfrm>
            <a:off x="10837344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D4D61E3F-77AA-D327-AC77-0DC4592528C1}"/>
              </a:ext>
            </a:extLst>
          </p:cNvPr>
          <p:cNvCxnSpPr>
            <a:cxnSpLocks/>
          </p:cNvCxnSpPr>
          <p:nvPr userDrawn="1"/>
        </p:nvCxnSpPr>
        <p:spPr>
          <a:xfrm>
            <a:off x="11176011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8D48EF22-7232-6EC8-F7D7-E430ACB87652}"/>
              </a:ext>
            </a:extLst>
          </p:cNvPr>
          <p:cNvCxnSpPr>
            <a:cxnSpLocks/>
          </p:cNvCxnSpPr>
          <p:nvPr userDrawn="1"/>
        </p:nvCxnSpPr>
        <p:spPr>
          <a:xfrm>
            <a:off x="11514678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B4894F1E-3684-6EDC-DBB9-27C58D0B2A21}"/>
              </a:ext>
            </a:extLst>
          </p:cNvPr>
          <p:cNvCxnSpPr>
            <a:cxnSpLocks/>
          </p:cNvCxnSpPr>
          <p:nvPr userDrawn="1"/>
        </p:nvCxnSpPr>
        <p:spPr>
          <a:xfrm>
            <a:off x="11853345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C3AC927-10E4-636A-FDF1-550314419B53}"/>
              </a:ext>
            </a:extLst>
          </p:cNvPr>
          <p:cNvCxnSpPr>
            <a:cxnSpLocks/>
          </p:cNvCxnSpPr>
          <p:nvPr userDrawn="1"/>
        </p:nvCxnSpPr>
        <p:spPr>
          <a:xfrm>
            <a:off x="12192000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658BD042-CA52-B5CB-BBCD-9895BB492963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0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697A23C1-C115-A3BD-89C0-DF28E7F1E3F0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327363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035DC3CF-B9DD-DC46-ECE2-53B3C7F45976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654726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06BB70D4-9C92-23A9-FDED-D4A356D705FB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982089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5671164A-8C0F-31DE-D898-E037452CB13D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1309452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90932C26-0F0B-BFC5-142F-AEDFB1FB26F4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1636815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6D194D5A-A5D9-171C-4E11-72B80CB2D083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1964178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C94942A2-C1F0-AE1D-3825-7676093E9E7B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2291541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CA517EF1-F4D6-32AB-535A-81D29D2D4B47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2618904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E02BD09A-38A1-66CC-3617-102F6275286B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2946267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1DAA0947-A429-0237-1D85-E8482ADA0135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3273630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60F97400-80F1-B889-28F7-19E33C439684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3600993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57EA7A29-2026-DDC1-522B-578520781762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3928356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8A0D93D3-CC55-BD72-7053-A676E21A6C44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4255719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B0E63BD2-E0B1-A204-0555-FCF9B7780E48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4583082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78353FB6-5C70-0FB1-C4BC-40D0090C2B2C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4910445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9DF24FBE-F736-F717-6E84-D04460923241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5237808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F3B3F32C-71F2-5BA4-277C-28D4CCB2CA65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5565171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BBB14064-DD2F-92F5-84B5-C11AE3A9228F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5892534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E2DEF31A-2293-3A6F-A956-1F764807F580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6219897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CB3C97DE-0716-1D26-0BF6-913587FE16C3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6547260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A86F0F7D-35CF-1EDD-6C6B-E8B03DB0D95C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6874624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614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552345-27E8-F3BC-C876-094524A44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54076-7F9F-450A-BD8A-79FD8DE9A965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0E2832-E03D-890D-A7D2-0F301768C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D10891-DD69-B487-76D1-2D7186D26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0B455-0B17-4F59-9D6C-80552425A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07422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DDEB4-6243-3B7E-3C9B-6EF4B8E9C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8E8D5F-661E-F1EF-9F4A-2193802198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846EC-5FD8-9EA9-515C-1FD27F31D7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F54076-7F9F-450A-BD8A-79FD8DE9A965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67856D-5A1B-65EE-59A6-E4BD4AB115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9D4541-EB0D-DE6A-3EED-5CA1BCA5CD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50B455-0B17-4F59-9D6C-80552425A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379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6" Type="http://schemas.openxmlformats.org/officeDocument/2006/relationships/image" Target="../media/image6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3" Type="http://schemas.openxmlformats.org/officeDocument/2006/relationships/image" Target="../media/image90.png"/><Relationship Id="rId4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A0E8EEE4-A08B-D56A-A12C-1D55FAF66DE1}"/>
              </a:ext>
            </a:extLst>
          </p:cNvPr>
          <p:cNvGrpSpPr/>
          <p:nvPr/>
        </p:nvGrpSpPr>
        <p:grpSpPr>
          <a:xfrm>
            <a:off x="1464220" y="809915"/>
            <a:ext cx="8788808" cy="5609358"/>
            <a:chOff x="4860608" y="2652714"/>
            <a:chExt cx="2945130" cy="1879696"/>
          </a:xfrm>
        </p:grpSpPr>
        <p:sp>
          <p:nvSpPr>
            <p:cNvPr id="5" name="Freeform 72">
              <a:extLst>
                <a:ext uri="{FF2B5EF4-FFF2-40B4-BE49-F238E27FC236}">
                  <a16:creationId xmlns:a16="http://schemas.microsoft.com/office/drawing/2014/main" id="{5DF7F65F-F907-8E01-34BE-3680280F02FF}"/>
                </a:ext>
              </a:extLst>
            </p:cNvPr>
            <p:cNvSpPr>
              <a:spLocks/>
            </p:cNvSpPr>
            <p:nvPr/>
          </p:nvSpPr>
          <p:spPr bwMode="auto">
            <a:xfrm>
              <a:off x="5041900" y="2805113"/>
              <a:ext cx="2763838" cy="1512888"/>
            </a:xfrm>
            <a:custGeom>
              <a:avLst/>
              <a:gdLst>
                <a:gd name="T0" fmla="*/ 1480 w 4374"/>
                <a:gd name="T1" fmla="*/ 2391 h 2391"/>
                <a:gd name="T2" fmla="*/ 4374 w 4374"/>
                <a:gd name="T3" fmla="*/ 2391 h 2391"/>
                <a:gd name="T4" fmla="*/ 4374 w 4374"/>
                <a:gd name="T5" fmla="*/ 1480 h 2391"/>
                <a:gd name="T6" fmla="*/ 2893 w 4374"/>
                <a:gd name="T7" fmla="*/ 0 h 2391"/>
                <a:gd name="T8" fmla="*/ 0 w 4374"/>
                <a:gd name="T9" fmla="*/ 0 h 2391"/>
                <a:gd name="T10" fmla="*/ 0 w 4374"/>
                <a:gd name="T11" fmla="*/ 911 h 2391"/>
                <a:gd name="T12" fmla="*/ 1480 w 4374"/>
                <a:gd name="T13" fmla="*/ 2391 h 23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374" h="2391">
                  <a:moveTo>
                    <a:pt x="1480" y="2391"/>
                  </a:moveTo>
                  <a:cubicBezTo>
                    <a:pt x="4374" y="2391"/>
                    <a:pt x="4374" y="2391"/>
                    <a:pt x="4374" y="2391"/>
                  </a:cubicBezTo>
                  <a:cubicBezTo>
                    <a:pt x="4374" y="1480"/>
                    <a:pt x="4374" y="1480"/>
                    <a:pt x="4374" y="1480"/>
                  </a:cubicBezTo>
                  <a:cubicBezTo>
                    <a:pt x="4374" y="663"/>
                    <a:pt x="3711" y="0"/>
                    <a:pt x="289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11"/>
                    <a:pt x="0" y="911"/>
                    <a:pt x="0" y="911"/>
                  </a:cubicBezTo>
                  <a:cubicBezTo>
                    <a:pt x="0" y="1729"/>
                    <a:pt x="662" y="2391"/>
                    <a:pt x="1480" y="23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74">
              <a:extLst>
                <a:ext uri="{FF2B5EF4-FFF2-40B4-BE49-F238E27FC236}">
                  <a16:creationId xmlns:a16="http://schemas.microsoft.com/office/drawing/2014/main" id="{B2B12A96-662D-5249-981B-D79869059BD6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4763" y="2771775"/>
              <a:ext cx="1611313" cy="1579563"/>
            </a:xfrm>
            <a:custGeom>
              <a:avLst/>
              <a:gdLst>
                <a:gd name="T0" fmla="*/ 0 w 1015"/>
                <a:gd name="T1" fmla="*/ 995 h 995"/>
                <a:gd name="T2" fmla="*/ 734 w 1015"/>
                <a:gd name="T3" fmla="*/ 0 h 995"/>
                <a:gd name="T4" fmla="*/ 1015 w 1015"/>
                <a:gd name="T5" fmla="*/ 0 h 995"/>
                <a:gd name="T6" fmla="*/ 281 w 1015"/>
                <a:gd name="T7" fmla="*/ 995 h 9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15" h="995">
                  <a:moveTo>
                    <a:pt x="0" y="995"/>
                  </a:moveTo>
                  <a:lnTo>
                    <a:pt x="734" y="0"/>
                  </a:lnTo>
                  <a:lnTo>
                    <a:pt x="1015" y="0"/>
                  </a:lnTo>
                  <a:lnTo>
                    <a:pt x="281" y="995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76">
              <a:extLst>
                <a:ext uri="{FF2B5EF4-FFF2-40B4-BE49-F238E27FC236}">
                  <a16:creationId xmlns:a16="http://schemas.microsoft.com/office/drawing/2014/main" id="{2FEB55A0-42DE-142B-3A3A-BA430EC92DE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9763" y="2771775"/>
              <a:ext cx="1611313" cy="1579563"/>
            </a:xfrm>
            <a:custGeom>
              <a:avLst/>
              <a:gdLst>
                <a:gd name="T0" fmla="*/ 0 w 1015"/>
                <a:gd name="T1" fmla="*/ 995 h 995"/>
                <a:gd name="T2" fmla="*/ 734 w 1015"/>
                <a:gd name="T3" fmla="*/ 0 h 995"/>
                <a:gd name="T4" fmla="*/ 1015 w 1015"/>
                <a:gd name="T5" fmla="*/ 0 h 995"/>
                <a:gd name="T6" fmla="*/ 281 w 1015"/>
                <a:gd name="T7" fmla="*/ 995 h 9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15" h="995">
                  <a:moveTo>
                    <a:pt x="0" y="995"/>
                  </a:moveTo>
                  <a:lnTo>
                    <a:pt x="734" y="0"/>
                  </a:lnTo>
                  <a:lnTo>
                    <a:pt x="1015" y="0"/>
                  </a:lnTo>
                  <a:lnTo>
                    <a:pt x="281" y="995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E942CFF5-F7A6-4AAD-11D8-619AFCADC94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4745" y="2801939"/>
              <a:ext cx="1359080" cy="1439042"/>
            </a:xfrm>
            <a:custGeom>
              <a:avLst/>
              <a:gdLst>
                <a:gd name="connsiteX0" fmla="*/ 912993 w 1359080"/>
                <a:gd name="connsiteY0" fmla="*/ 0 h 1439042"/>
                <a:gd name="connsiteX1" fmla="*/ 951790 w 1359080"/>
                <a:gd name="connsiteY1" fmla="*/ 0 h 1439042"/>
                <a:gd name="connsiteX2" fmla="*/ 1233402 w 1359080"/>
                <a:gd name="connsiteY2" fmla="*/ 0 h 1439042"/>
                <a:gd name="connsiteX3" fmla="*/ 1359080 w 1359080"/>
                <a:gd name="connsiteY3" fmla="*/ 0 h 1439042"/>
                <a:gd name="connsiteX4" fmla="*/ 297515 w 1359080"/>
                <a:gd name="connsiteY4" fmla="*/ 1439042 h 1439042"/>
                <a:gd name="connsiteX5" fmla="*/ 216400 w 1359080"/>
                <a:gd name="connsiteY5" fmla="*/ 1399941 h 1439042"/>
                <a:gd name="connsiteX6" fmla="*/ 917 w 1359080"/>
                <a:gd name="connsiteY6" fmla="*/ 1238752 h 1439042"/>
                <a:gd name="connsiteX7" fmla="*/ 0 w 1359080"/>
                <a:gd name="connsiteY7" fmla="*/ 1237639 h 1439042"/>
                <a:gd name="connsiteX8" fmla="*/ 912993 w 1359080"/>
                <a:gd name="connsiteY8" fmla="*/ 0 h 1439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59080" h="1439042">
                  <a:moveTo>
                    <a:pt x="912993" y="0"/>
                  </a:moveTo>
                  <a:lnTo>
                    <a:pt x="951790" y="0"/>
                  </a:lnTo>
                  <a:cubicBezTo>
                    <a:pt x="1039264" y="0"/>
                    <a:pt x="1132986" y="0"/>
                    <a:pt x="1233402" y="0"/>
                  </a:cubicBezTo>
                  <a:lnTo>
                    <a:pt x="1359080" y="0"/>
                  </a:lnTo>
                  <a:lnTo>
                    <a:pt x="297515" y="1439042"/>
                  </a:lnTo>
                  <a:lnTo>
                    <a:pt x="216400" y="1399941"/>
                  </a:lnTo>
                  <a:cubicBezTo>
                    <a:pt x="136892" y="1356717"/>
                    <a:pt x="64361" y="1302284"/>
                    <a:pt x="917" y="1238752"/>
                  </a:cubicBezTo>
                  <a:lnTo>
                    <a:pt x="0" y="1237639"/>
                  </a:lnTo>
                  <a:lnTo>
                    <a:pt x="912993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09159B15-9A98-41BE-6AAA-C45DB35D5B10}"/>
                </a:ext>
              </a:extLst>
            </p:cNvPr>
            <p:cNvSpPr>
              <a:spLocks/>
            </p:cNvSpPr>
            <p:nvPr/>
          </p:nvSpPr>
          <p:spPr bwMode="auto">
            <a:xfrm>
              <a:off x="5764166" y="2803526"/>
              <a:ext cx="1484154" cy="1512888"/>
            </a:xfrm>
            <a:custGeom>
              <a:avLst/>
              <a:gdLst>
                <a:gd name="connsiteX0" fmla="*/ 1097401 w 1484154"/>
                <a:gd name="connsiteY0" fmla="*/ 0 h 1512888"/>
                <a:gd name="connsiteX1" fmla="*/ 1105760 w 1484154"/>
                <a:gd name="connsiteY1" fmla="*/ 0 h 1512888"/>
                <a:gd name="connsiteX2" fmla="*/ 1470038 w 1484154"/>
                <a:gd name="connsiteY2" fmla="*/ 73626 h 1512888"/>
                <a:gd name="connsiteX3" fmla="*/ 1484154 w 1484154"/>
                <a:gd name="connsiteY3" fmla="*/ 80433 h 1512888"/>
                <a:gd name="connsiteX4" fmla="*/ 427448 w 1484154"/>
                <a:gd name="connsiteY4" fmla="*/ 1512888 h 1512888"/>
                <a:gd name="connsiteX5" fmla="*/ 379050 w 1484154"/>
                <a:gd name="connsiteY5" fmla="*/ 1512888 h 1512888"/>
                <a:gd name="connsiteX6" fmla="*/ 212915 w 1484154"/>
                <a:gd name="connsiteY6" fmla="*/ 1512888 h 1512888"/>
                <a:gd name="connsiteX7" fmla="*/ 24331 w 1484154"/>
                <a:gd name="connsiteY7" fmla="*/ 1493879 h 1512888"/>
                <a:gd name="connsiteX8" fmla="*/ 0 w 1484154"/>
                <a:gd name="connsiteY8" fmla="*/ 1487621 h 1512888"/>
                <a:gd name="connsiteX9" fmla="*/ 1097401 w 1484154"/>
                <a:gd name="connsiteY9" fmla="*/ 0 h 15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84154" h="1512888">
                  <a:moveTo>
                    <a:pt x="1097401" y="0"/>
                  </a:moveTo>
                  <a:lnTo>
                    <a:pt x="1105760" y="0"/>
                  </a:lnTo>
                  <a:cubicBezTo>
                    <a:pt x="1234979" y="0"/>
                    <a:pt x="1358077" y="26219"/>
                    <a:pt x="1470038" y="73626"/>
                  </a:cubicBezTo>
                  <a:lnTo>
                    <a:pt x="1484154" y="80433"/>
                  </a:lnTo>
                  <a:lnTo>
                    <a:pt x="427448" y="1512888"/>
                  </a:lnTo>
                  <a:lnTo>
                    <a:pt x="379050" y="1512888"/>
                  </a:lnTo>
                  <a:cubicBezTo>
                    <a:pt x="325421" y="1512888"/>
                    <a:pt x="270061" y="1512888"/>
                    <a:pt x="212915" y="1512888"/>
                  </a:cubicBezTo>
                  <a:cubicBezTo>
                    <a:pt x="148306" y="1512888"/>
                    <a:pt x="85236" y="1506343"/>
                    <a:pt x="24331" y="1493879"/>
                  </a:cubicBezTo>
                  <a:lnTo>
                    <a:pt x="0" y="1487621"/>
                  </a:lnTo>
                  <a:lnTo>
                    <a:pt x="1097401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D2E393C-2EF5-F32F-E428-0D879ACF9CB8}"/>
                </a:ext>
              </a:extLst>
            </p:cNvPr>
            <p:cNvGrpSpPr/>
            <p:nvPr/>
          </p:nvGrpSpPr>
          <p:grpSpPr>
            <a:xfrm>
              <a:off x="4860608" y="2652714"/>
              <a:ext cx="2828510" cy="1879696"/>
              <a:chOff x="4926013" y="7300913"/>
              <a:chExt cx="3005138" cy="1997075"/>
            </a:xfrm>
          </p:grpSpPr>
          <p:sp>
            <p:nvSpPr>
              <p:cNvPr id="11" name="Freeform 95">
                <a:extLst>
                  <a:ext uri="{FF2B5EF4-FFF2-40B4-BE49-F238E27FC236}">
                    <a16:creationId xmlns:a16="http://schemas.microsoft.com/office/drawing/2014/main" id="{ECE2DE97-F940-E9B4-C72A-9E036CAD16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26013" y="7300913"/>
                <a:ext cx="2949575" cy="1927225"/>
              </a:xfrm>
              <a:custGeom>
                <a:avLst/>
                <a:gdLst>
                  <a:gd name="T0" fmla="*/ 4375 w 4375"/>
                  <a:gd name="T1" fmla="*/ 2855 h 2855"/>
                  <a:gd name="T2" fmla="*/ 4375 w 4375"/>
                  <a:gd name="T3" fmla="*/ 1481 h 2855"/>
                  <a:gd name="T4" fmla="*/ 2894 w 4375"/>
                  <a:gd name="T5" fmla="*/ 0 h 2855"/>
                  <a:gd name="T6" fmla="*/ 0 w 4375"/>
                  <a:gd name="T7" fmla="*/ 0 h 2855"/>
                  <a:gd name="T8" fmla="*/ 0 w 4375"/>
                  <a:gd name="T9" fmla="*/ 911 h 2855"/>
                  <a:gd name="T10" fmla="*/ 1481 w 4375"/>
                  <a:gd name="T11" fmla="*/ 2392 h 2855"/>
                  <a:gd name="T12" fmla="*/ 2860 w 4375"/>
                  <a:gd name="T13" fmla="*/ 2392 h 28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375" h="2855">
                    <a:moveTo>
                      <a:pt x="4375" y="2855"/>
                    </a:moveTo>
                    <a:cubicBezTo>
                      <a:pt x="4375" y="1481"/>
                      <a:pt x="4375" y="1481"/>
                      <a:pt x="4375" y="1481"/>
                    </a:cubicBezTo>
                    <a:cubicBezTo>
                      <a:pt x="4375" y="663"/>
                      <a:pt x="3712" y="0"/>
                      <a:pt x="2894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911"/>
                      <a:pt x="0" y="911"/>
                      <a:pt x="0" y="911"/>
                    </a:cubicBezTo>
                    <a:cubicBezTo>
                      <a:pt x="0" y="1729"/>
                      <a:pt x="663" y="2392"/>
                      <a:pt x="1481" y="2392"/>
                    </a:cubicBezTo>
                    <a:cubicBezTo>
                      <a:pt x="2860" y="2392"/>
                      <a:pt x="2860" y="2392"/>
                      <a:pt x="2860" y="2392"/>
                    </a:cubicBezTo>
                  </a:path>
                </a:pathLst>
              </a:custGeom>
              <a:noFill/>
              <a:ln w="11113" cap="flat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96">
                <a:extLst>
                  <a:ext uri="{FF2B5EF4-FFF2-40B4-BE49-F238E27FC236}">
                    <a16:creationId xmlns:a16="http://schemas.microsoft.com/office/drawing/2014/main" id="{0E14CB9A-320D-9ABC-21B5-30B1807D65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20026" y="9197975"/>
                <a:ext cx="111125" cy="100013"/>
              </a:xfrm>
              <a:custGeom>
                <a:avLst/>
                <a:gdLst>
                  <a:gd name="T0" fmla="*/ 83 w 165"/>
                  <a:gd name="T1" fmla="*/ 149 h 149"/>
                  <a:gd name="T2" fmla="*/ 165 w 165"/>
                  <a:gd name="T3" fmla="*/ 0 h 149"/>
                  <a:gd name="T4" fmla="*/ 83 w 165"/>
                  <a:gd name="T5" fmla="*/ 30 h 149"/>
                  <a:gd name="T6" fmla="*/ 0 w 165"/>
                  <a:gd name="T7" fmla="*/ 0 h 149"/>
                  <a:gd name="T8" fmla="*/ 83 w 165"/>
                  <a:gd name="T9" fmla="*/ 149 h 1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5" h="149">
                    <a:moveTo>
                      <a:pt x="83" y="149"/>
                    </a:moveTo>
                    <a:cubicBezTo>
                      <a:pt x="101" y="99"/>
                      <a:pt x="132" y="38"/>
                      <a:pt x="165" y="0"/>
                    </a:cubicBezTo>
                    <a:cubicBezTo>
                      <a:pt x="83" y="30"/>
                      <a:pt x="83" y="30"/>
                      <a:pt x="83" y="3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33" y="38"/>
                      <a:pt x="64" y="99"/>
                      <a:pt x="83" y="14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" name="Oval 97">
                <a:extLst>
                  <a:ext uri="{FF2B5EF4-FFF2-40B4-BE49-F238E27FC236}">
                    <a16:creationId xmlns:a16="http://schemas.microsoft.com/office/drawing/2014/main" id="{01DDC5DE-93AC-B953-6CE5-9B4F85AFE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51651" y="8878888"/>
                <a:ext cx="71438" cy="71438"/>
              </a:xfrm>
              <a:prstGeom prst="ellipse">
                <a:avLst/>
              </a:prstGeom>
              <a:noFill/>
              <a:ln w="11113" cap="flat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1BBAB47A-AA6F-E28E-DC3D-0A5E95DA90EE}"/>
              </a:ext>
            </a:extLst>
          </p:cNvPr>
          <p:cNvSpPr txBox="1"/>
          <p:nvPr/>
        </p:nvSpPr>
        <p:spPr>
          <a:xfrm>
            <a:off x="6116494" y="4646486"/>
            <a:ext cx="369844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sz="6000">
                <a:solidFill>
                  <a:srgbClr val="99FFCC"/>
                </a:solidFill>
                <a:latin typeface="IRANYekanXFaNum Heavy"/>
              </a:rPr>
              <a:t>فصل اول ریاضی هفتم:</a:t>
            </a:r>
            <a:endParaRPr lang="en-US" sz="6000" dirty="0">
              <a:solidFill>
                <a:srgbClr val="99FFCC"/>
              </a:solidFill>
              <a:latin typeface="IRANYekanXFaNum Heavy" pitchFamily="2" charset="-78"/>
              <a:cs typeface="IRANYekanXFaNum Heavy" pitchFamily="2" charset="-78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62658E1-8E72-5B46-9DED-B8789D8FA565}"/>
              </a:ext>
            </a:extLst>
          </p:cNvPr>
          <p:cNvSpPr/>
          <p:nvPr/>
        </p:nvSpPr>
        <p:spPr>
          <a:xfrm>
            <a:off x="2797716" y="1757748"/>
            <a:ext cx="6038833" cy="28007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sz="8800">
                <a:latin typeface="IRANYekanXFaNum Heavy"/>
              </a:rPr>
              <a:t>مـفاهیم و کاربرد</a:t>
            </a:r>
          </a:p>
          <a:p>
            <a:pPr algn="r"/>
            <a:r>
              <a:rPr sz="8800">
                <a:latin typeface="IRANYekanXFaNum Heavy"/>
              </a:rPr>
              <a:t>مـجموعـه‌ها</a:t>
            </a:r>
          </a:p>
        </p:txBody>
      </p:sp>
    </p:spTree>
    <p:extLst>
      <p:ext uri="{BB962C8B-B14F-4D97-AF65-F5344CB8AC3E}">
        <p14:creationId xmlns:p14="http://schemas.microsoft.com/office/powerpoint/2010/main" val="2030655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45623BCC-1AFE-ADA2-72E2-463B78EA521F}"/>
              </a:ext>
            </a:extLst>
          </p:cNvPr>
          <p:cNvGrpSpPr/>
          <p:nvPr/>
        </p:nvGrpSpPr>
        <p:grpSpPr>
          <a:xfrm>
            <a:off x="5003076" y="3377315"/>
            <a:ext cx="1839839" cy="135976"/>
            <a:chOff x="5003076" y="3377315"/>
            <a:chExt cx="1839839" cy="135976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17DE4087-CE94-5B4D-E036-698CA78132CC}"/>
                </a:ext>
              </a:extLst>
            </p:cNvPr>
            <p:cNvCxnSpPr>
              <a:cxnSpLocks/>
            </p:cNvCxnSpPr>
            <p:nvPr/>
          </p:nvCxnSpPr>
          <p:spPr>
            <a:xfrm>
              <a:off x="5003076" y="3444999"/>
              <a:ext cx="1704467" cy="0"/>
            </a:xfrm>
            <a:prstGeom prst="line">
              <a:avLst/>
            </a:prstGeom>
            <a:ln w="28575">
              <a:solidFill>
                <a:srgbClr val="CCCAC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" name="Connector D">
              <a:extLst>
                <a:ext uri="{FF2B5EF4-FFF2-40B4-BE49-F238E27FC236}">
                  <a16:creationId xmlns:a16="http://schemas.microsoft.com/office/drawing/2014/main" id="{50A4972C-BCDA-9B97-054B-21F5B7269D83}"/>
                </a:ext>
              </a:extLst>
            </p:cNvPr>
            <p:cNvGrpSpPr/>
            <p:nvPr/>
          </p:nvGrpSpPr>
          <p:grpSpPr>
            <a:xfrm flipH="1">
              <a:off x="6707544" y="3377315"/>
              <a:ext cx="135371" cy="135976"/>
              <a:chOff x="3908440" y="4075035"/>
              <a:chExt cx="135371" cy="135976"/>
            </a:xfrm>
          </p:grpSpPr>
          <p:sp>
            <p:nvSpPr>
              <p:cNvPr id="4" name="Oval 70">
                <a:extLst>
                  <a:ext uri="{FF2B5EF4-FFF2-40B4-BE49-F238E27FC236}">
                    <a16:creationId xmlns:a16="http://schemas.microsoft.com/office/drawing/2014/main" id="{2DC90730-5952-6C62-89BB-54C15F4764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08440" y="4075035"/>
                <a:ext cx="135371" cy="135976"/>
              </a:xfrm>
              <a:prstGeom prst="ellipse">
                <a:avLst/>
              </a:prstGeom>
              <a:noFill/>
              <a:ln w="25400" cap="flat">
                <a:solidFill>
                  <a:srgbClr val="5E6C8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5" name="Oval 71">
                <a:extLst>
                  <a:ext uri="{FF2B5EF4-FFF2-40B4-BE49-F238E27FC236}">
                    <a16:creationId xmlns:a16="http://schemas.microsoft.com/office/drawing/2014/main" id="{6F3496CC-B20E-EC43-0BE8-38E17A958E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47686" y="4112505"/>
                <a:ext cx="60434" cy="61642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</p:grp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212582C2-DEB2-F720-33A9-385093FFC720}"/>
              </a:ext>
            </a:extLst>
          </p:cNvPr>
          <p:cNvGrpSpPr/>
          <p:nvPr/>
        </p:nvGrpSpPr>
        <p:grpSpPr>
          <a:xfrm flipH="1">
            <a:off x="6952744" y="1783124"/>
            <a:ext cx="3288064" cy="3291752"/>
            <a:chOff x="3708875" y="2192339"/>
            <a:chExt cx="2468966" cy="2471737"/>
          </a:xfrm>
        </p:grpSpPr>
        <p:sp>
          <p:nvSpPr>
            <p:cNvPr id="7" name="Part D">
              <a:extLst>
                <a:ext uri="{FF2B5EF4-FFF2-40B4-BE49-F238E27FC236}">
                  <a16:creationId xmlns:a16="http://schemas.microsoft.com/office/drawing/2014/main" id="{C3941DF0-70B1-88CA-3920-0112C56BB2A8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9916" y="3444876"/>
              <a:ext cx="1177925" cy="585788"/>
            </a:xfrm>
            <a:custGeom>
              <a:avLst/>
              <a:gdLst/>
              <a:ahLst/>
              <a:cxnLst>
                <a:cxn ang="0">
                  <a:pos x="821" y="0"/>
                </a:cxn>
                <a:cxn ang="0">
                  <a:pos x="0" y="0"/>
                </a:cxn>
                <a:cxn ang="0">
                  <a:pos x="711" y="410"/>
                </a:cxn>
                <a:cxn ang="0">
                  <a:pos x="821" y="0"/>
                </a:cxn>
              </a:cxnLst>
              <a:rect l="0" t="0" r="r" b="b"/>
              <a:pathLst>
                <a:path w="821" h="410">
                  <a:moveTo>
                    <a:pt x="82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711" y="410"/>
                    <a:pt x="711" y="410"/>
                    <a:pt x="711" y="410"/>
                  </a:cubicBezTo>
                  <a:cubicBezTo>
                    <a:pt x="779" y="289"/>
                    <a:pt x="819" y="149"/>
                    <a:pt x="821" y="0"/>
                  </a:cubicBezTo>
                </a:path>
              </a:pathLst>
            </a:custGeom>
            <a:solidFill>
              <a:schemeClr val="accent4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>
                <a:latin typeface="Lato" panose="020F0502020204030203" pitchFamily="34" charset="0"/>
              </a:endParaRPr>
            </a:p>
          </p:txBody>
        </p:sp>
        <p:sp>
          <p:nvSpPr>
            <p:cNvPr id="8" name="Part C">
              <a:extLst>
                <a:ext uri="{FF2B5EF4-FFF2-40B4-BE49-F238E27FC236}">
                  <a16:creationId xmlns:a16="http://schemas.microsoft.com/office/drawing/2014/main" id="{1524235F-4BED-D785-D109-F99E42B0186A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9916" y="2824164"/>
              <a:ext cx="1177925" cy="585788"/>
            </a:xfrm>
            <a:custGeom>
              <a:avLst/>
              <a:gdLst/>
              <a:ahLst/>
              <a:cxnLst>
                <a:cxn ang="0">
                  <a:pos x="711" y="0"/>
                </a:cxn>
                <a:cxn ang="0">
                  <a:pos x="0" y="410"/>
                </a:cxn>
                <a:cxn ang="0">
                  <a:pos x="821" y="410"/>
                </a:cxn>
                <a:cxn ang="0">
                  <a:pos x="711" y="0"/>
                </a:cxn>
              </a:cxnLst>
              <a:rect l="0" t="0" r="r" b="b"/>
              <a:pathLst>
                <a:path w="821" h="410">
                  <a:moveTo>
                    <a:pt x="711" y="0"/>
                  </a:moveTo>
                  <a:cubicBezTo>
                    <a:pt x="0" y="410"/>
                    <a:pt x="0" y="410"/>
                    <a:pt x="0" y="410"/>
                  </a:cubicBezTo>
                  <a:cubicBezTo>
                    <a:pt x="821" y="410"/>
                    <a:pt x="821" y="410"/>
                    <a:pt x="821" y="410"/>
                  </a:cubicBezTo>
                  <a:cubicBezTo>
                    <a:pt x="819" y="261"/>
                    <a:pt x="779" y="121"/>
                    <a:pt x="711" y="0"/>
                  </a:cubicBezTo>
                </a:path>
              </a:pathLst>
            </a:custGeom>
            <a:solidFill>
              <a:schemeClr val="accent3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>
                <a:latin typeface="Lato" panose="020F0502020204030203" pitchFamily="34" charset="0"/>
              </a:endParaRPr>
            </a:p>
          </p:txBody>
        </p:sp>
        <p:sp>
          <p:nvSpPr>
            <p:cNvPr id="9" name="Part F">
              <a:extLst>
                <a:ext uri="{FF2B5EF4-FFF2-40B4-BE49-F238E27FC236}">
                  <a16:creationId xmlns:a16="http://schemas.microsoft.com/office/drawing/2014/main" id="{73ACC7C5-446A-0FF6-A07A-932A98FFB4D1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3879" y="3492501"/>
              <a:ext cx="588963" cy="117157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820"/>
                </a:cxn>
                <a:cxn ang="0">
                  <a:pos x="410" y="711"/>
                </a:cxn>
                <a:cxn ang="0">
                  <a:pos x="0" y="0"/>
                </a:cxn>
              </a:cxnLst>
              <a:rect l="0" t="0" r="r" b="b"/>
              <a:pathLst>
                <a:path w="410" h="820">
                  <a:moveTo>
                    <a:pt x="0" y="0"/>
                  </a:moveTo>
                  <a:cubicBezTo>
                    <a:pt x="0" y="820"/>
                    <a:pt x="0" y="820"/>
                    <a:pt x="0" y="820"/>
                  </a:cubicBezTo>
                  <a:cubicBezTo>
                    <a:pt x="148" y="818"/>
                    <a:pt x="288" y="779"/>
                    <a:pt x="410" y="711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chemeClr val="accent5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>
                <a:latin typeface="Lato" panose="020F0502020204030203" pitchFamily="34" charset="0"/>
              </a:endParaRPr>
            </a:p>
          </p:txBody>
        </p:sp>
        <p:sp>
          <p:nvSpPr>
            <p:cNvPr id="10" name="Part A">
              <a:extLst>
                <a:ext uri="{FF2B5EF4-FFF2-40B4-BE49-F238E27FC236}">
                  <a16:creationId xmlns:a16="http://schemas.microsoft.com/office/drawing/2014/main" id="{297B8F81-4939-E0A8-C32B-A81FD463DE3E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3879" y="2192339"/>
              <a:ext cx="588963" cy="117157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820"/>
                </a:cxn>
                <a:cxn ang="0">
                  <a:pos x="410" y="109"/>
                </a:cxn>
                <a:cxn ang="0">
                  <a:pos x="0" y="0"/>
                </a:cxn>
              </a:cxnLst>
              <a:rect l="0" t="0" r="r" b="b"/>
              <a:pathLst>
                <a:path w="410" h="820">
                  <a:moveTo>
                    <a:pt x="0" y="0"/>
                  </a:moveTo>
                  <a:cubicBezTo>
                    <a:pt x="0" y="820"/>
                    <a:pt x="0" y="820"/>
                    <a:pt x="0" y="820"/>
                  </a:cubicBezTo>
                  <a:cubicBezTo>
                    <a:pt x="410" y="109"/>
                    <a:pt x="410" y="109"/>
                    <a:pt x="410" y="109"/>
                  </a:cubicBezTo>
                  <a:cubicBezTo>
                    <a:pt x="288" y="41"/>
                    <a:pt x="148" y="2"/>
                    <a:pt x="0" y="0"/>
                  </a:cubicBezTo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>
                <a:latin typeface="Lato" panose="020F0502020204030203" pitchFamily="34" charset="0"/>
              </a:endParaRPr>
            </a:p>
          </p:txBody>
        </p:sp>
        <p:sp>
          <p:nvSpPr>
            <p:cNvPr id="11" name="Part E">
              <a:extLst>
                <a:ext uri="{FF2B5EF4-FFF2-40B4-BE49-F238E27FC236}">
                  <a16:creationId xmlns:a16="http://schemas.microsoft.com/office/drawing/2014/main" id="{BCF97ACB-5735-5667-543E-0DBD73AFF6B9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2454" y="3475039"/>
              <a:ext cx="1020763" cy="10160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11" y="711"/>
                </a:cxn>
                <a:cxn ang="0">
                  <a:pos x="711" y="410"/>
                </a:cxn>
                <a:cxn ang="0">
                  <a:pos x="0" y="0"/>
                </a:cxn>
              </a:cxnLst>
              <a:rect l="0" t="0" r="r" b="b"/>
              <a:pathLst>
                <a:path w="711" h="711">
                  <a:moveTo>
                    <a:pt x="0" y="0"/>
                  </a:moveTo>
                  <a:cubicBezTo>
                    <a:pt x="411" y="711"/>
                    <a:pt x="411" y="711"/>
                    <a:pt x="411" y="711"/>
                  </a:cubicBezTo>
                  <a:cubicBezTo>
                    <a:pt x="534" y="637"/>
                    <a:pt x="637" y="533"/>
                    <a:pt x="711" y="41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chemeClr val="accent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>
                <a:latin typeface="Lato" panose="020F0502020204030203" pitchFamily="34" charset="0"/>
              </a:endParaRPr>
            </a:p>
          </p:txBody>
        </p:sp>
        <p:sp>
          <p:nvSpPr>
            <p:cNvPr id="12" name="Part B">
              <a:extLst>
                <a:ext uri="{FF2B5EF4-FFF2-40B4-BE49-F238E27FC236}">
                  <a16:creationId xmlns:a16="http://schemas.microsoft.com/office/drawing/2014/main" id="{14B8B2CA-0050-D756-22A8-91DA06EA948F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2454" y="2365376"/>
              <a:ext cx="1020763" cy="1014413"/>
            </a:xfrm>
            <a:custGeom>
              <a:avLst/>
              <a:gdLst/>
              <a:ahLst/>
              <a:cxnLst>
                <a:cxn ang="0">
                  <a:pos x="411" y="0"/>
                </a:cxn>
                <a:cxn ang="0">
                  <a:pos x="0" y="711"/>
                </a:cxn>
                <a:cxn ang="0">
                  <a:pos x="711" y="301"/>
                </a:cxn>
                <a:cxn ang="0">
                  <a:pos x="411" y="0"/>
                </a:cxn>
              </a:cxnLst>
              <a:rect l="0" t="0" r="r" b="b"/>
              <a:pathLst>
                <a:path w="711" h="711">
                  <a:moveTo>
                    <a:pt x="411" y="0"/>
                  </a:moveTo>
                  <a:cubicBezTo>
                    <a:pt x="0" y="711"/>
                    <a:pt x="0" y="711"/>
                    <a:pt x="0" y="711"/>
                  </a:cubicBezTo>
                  <a:cubicBezTo>
                    <a:pt x="711" y="301"/>
                    <a:pt x="711" y="301"/>
                    <a:pt x="711" y="301"/>
                  </a:cubicBezTo>
                  <a:cubicBezTo>
                    <a:pt x="637" y="178"/>
                    <a:pt x="534" y="74"/>
                    <a:pt x="411" y="0"/>
                  </a:cubicBezTo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>
                <a:latin typeface="Lato" panose="020F0502020204030203" pitchFamily="34" charset="0"/>
              </a:endParaRPr>
            </a:p>
          </p:txBody>
        </p:sp>
        <p:sp>
          <p:nvSpPr>
            <p:cNvPr id="13" name="Big shape">
              <a:extLst>
                <a:ext uri="{FF2B5EF4-FFF2-40B4-BE49-F238E27FC236}">
                  <a16:creationId xmlns:a16="http://schemas.microsoft.com/office/drawing/2014/main" id="{0B0C5C22-014D-0D2B-7285-F140E728F6D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8875" y="2192530"/>
              <a:ext cx="1220153" cy="2471128"/>
            </a:xfrm>
            <a:custGeom>
              <a:avLst/>
              <a:gdLst>
                <a:gd name="T0" fmla="*/ 854 w 854"/>
                <a:gd name="T1" fmla="*/ 865 h 1730"/>
                <a:gd name="T2" fmla="*/ 854 w 854"/>
                <a:gd name="T3" fmla="*/ 0 h 1730"/>
                <a:gd name="T4" fmla="*/ 0 w 854"/>
                <a:gd name="T5" fmla="*/ 865 h 1730"/>
                <a:gd name="T6" fmla="*/ 854 w 854"/>
                <a:gd name="T7" fmla="*/ 1730 h 1730"/>
                <a:gd name="T8" fmla="*/ 854 w 854"/>
                <a:gd name="T9" fmla="*/ 865 h 17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4" h="1730">
                  <a:moveTo>
                    <a:pt x="854" y="865"/>
                  </a:moveTo>
                  <a:cubicBezTo>
                    <a:pt x="854" y="0"/>
                    <a:pt x="854" y="0"/>
                    <a:pt x="854" y="0"/>
                  </a:cubicBezTo>
                  <a:cubicBezTo>
                    <a:pt x="381" y="6"/>
                    <a:pt x="0" y="391"/>
                    <a:pt x="0" y="865"/>
                  </a:cubicBezTo>
                  <a:cubicBezTo>
                    <a:pt x="0" y="1339"/>
                    <a:pt x="381" y="1724"/>
                    <a:pt x="854" y="1730"/>
                  </a:cubicBezTo>
                  <a:lnTo>
                    <a:pt x="854" y="865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91A1B7">
                    <a:shade val="30000"/>
                    <a:satMod val="115000"/>
                  </a:srgbClr>
                </a:gs>
                <a:gs pos="50000">
                  <a:srgbClr val="91A1B7">
                    <a:shade val="67500"/>
                    <a:satMod val="115000"/>
                  </a:srgbClr>
                </a:gs>
                <a:gs pos="100000">
                  <a:srgbClr val="91A1B7">
                    <a:shade val="100000"/>
                    <a:satMod val="115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>
                <a:latin typeface="Lato" panose="020F0502020204030203" pitchFamily="34" charset="0"/>
              </a:endParaRPr>
            </a:p>
          </p:txBody>
        </p:sp>
      </p:grpSp>
      <p:sp>
        <p:nvSpPr>
          <p:cNvPr id="14" name="Main circle">
            <a:extLst>
              <a:ext uri="{FF2B5EF4-FFF2-40B4-BE49-F238E27FC236}">
                <a16:creationId xmlns:a16="http://schemas.microsoft.com/office/drawing/2014/main" id="{E10127BC-DA01-DF9E-A8AF-B5CD1D099817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7066371" y="1895287"/>
            <a:ext cx="3064784" cy="3067200"/>
          </a:xfrm>
          <a:prstGeom prst="ellipse">
            <a:avLst/>
          </a:prstGeom>
          <a:gradFill flip="none" rotWithShape="1">
            <a:gsLst>
              <a:gs pos="0">
                <a:srgbClr val="FEFFFF"/>
              </a:gs>
              <a:gs pos="100000">
                <a:srgbClr val="D8D9D9"/>
              </a:gs>
            </a:gsLst>
            <a:lin ang="2700000" scaled="1"/>
            <a:tileRect/>
          </a:gradFill>
          <a:ln>
            <a:noFill/>
          </a:ln>
          <a:effectLst>
            <a:outerShdw blurRad="381000" dist="177800" dir="2700000" algn="tl" rotWithShape="0">
              <a:prstClr val="black">
                <a:alpha val="7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dirty="0">
              <a:latin typeface="Lato" panose="020F0502020204030203" pitchFamily="34" charset="0"/>
              <a:cs typeface="IRANYekanX ExtraBlack" pitchFamily="2" charset="-78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E870C84-3B63-EB97-5BD2-0F5A2E490077}"/>
              </a:ext>
            </a:extLst>
          </p:cNvPr>
          <p:cNvSpPr txBox="1"/>
          <p:nvPr/>
        </p:nvSpPr>
        <p:spPr>
          <a:xfrm>
            <a:off x="7347049" y="2472338"/>
            <a:ext cx="244329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sz="4000">
                <a:latin typeface="IRANYekanX ExtraBlack"/>
              </a:rPr>
              <a:t>فصل اول:</a:t>
            </a:r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IRANYekanX ExtraBlack" pitchFamily="2" charset="-78"/>
              <a:cs typeface="IRANYekanX ExtraBlack" pitchFamily="2" charset="-78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2FBB858-5743-A46F-3D08-C75DDAF5AA4F}"/>
              </a:ext>
            </a:extLst>
          </p:cNvPr>
          <p:cNvSpPr/>
          <p:nvPr/>
        </p:nvSpPr>
        <p:spPr>
          <a:xfrm>
            <a:off x="7258716" y="3207377"/>
            <a:ext cx="2651687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sz="4000">
                <a:latin typeface="IRANYekanX ExtraBlack"/>
              </a:rPr>
              <a:t>آشنایی با</a:t>
            </a:r>
          </a:p>
          <a:p>
            <a:pPr algn="r"/>
            <a:r>
              <a:rPr sz="4000">
                <a:latin typeface="IRANYekanX ExtraBlack"/>
              </a:rPr>
              <a:t>مفهوم مجموعه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AB317C9-941F-5191-D21D-D228F0DF7297}"/>
              </a:ext>
            </a:extLst>
          </p:cNvPr>
          <p:cNvGrpSpPr/>
          <p:nvPr/>
        </p:nvGrpSpPr>
        <p:grpSpPr>
          <a:xfrm>
            <a:off x="2779289" y="2753152"/>
            <a:ext cx="2000331" cy="1446550"/>
            <a:chOff x="7803739" y="878197"/>
            <a:chExt cx="1469629" cy="1216215"/>
          </a:xfrm>
        </p:grpSpPr>
        <p:sp>
          <p:nvSpPr>
            <p:cNvPr id="19" name="Freeform 83">
              <a:extLst>
                <a:ext uri="{FF2B5EF4-FFF2-40B4-BE49-F238E27FC236}">
                  <a16:creationId xmlns:a16="http://schemas.microsoft.com/office/drawing/2014/main" id="{5C623BF9-3EDD-B80C-B898-CB0BF6B6A4B3}"/>
                </a:ext>
              </a:extLst>
            </p:cNvPr>
            <p:cNvSpPr>
              <a:spLocks/>
            </p:cNvSpPr>
            <p:nvPr/>
          </p:nvSpPr>
          <p:spPr bwMode="auto">
            <a:xfrm>
              <a:off x="7803739" y="1148135"/>
              <a:ext cx="1319802" cy="623844"/>
            </a:xfrm>
            <a:prstGeom prst="roundRect">
              <a:avLst/>
            </a:prstGeom>
            <a:gradFill flip="none" rotWithShape="1">
              <a:gsLst>
                <a:gs pos="0">
                  <a:schemeClr val="accent1">
                    <a:lumMod val="7500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  <a:ln>
              <a:noFill/>
            </a:ln>
            <a:effectLst>
              <a:innerShdw blurRad="152400" dist="50800" dir="13500000">
                <a:srgbClr val="21262B">
                  <a:alpha val="69804"/>
                </a:srgb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fa-IR" sz="2800" dirty="0">
                  <a:solidFill>
                    <a:schemeClr val="bg1"/>
                  </a:solidFill>
                  <a:latin typeface="IRANYekanXVFaNum DemiBold" pitchFamily="2" charset="-78"/>
                  <a:cs typeface="IRANYekanXVFaNum DemiBold" pitchFamily="2" charset="-78"/>
                </a:rPr>
                <a:t>رسم شکل</a:t>
              </a:r>
              <a:endParaRPr lang="ru-RU" sz="2800" dirty="0">
                <a:solidFill>
                  <a:schemeClr val="bg1"/>
                </a:solidFill>
                <a:cs typeface="IRANYekanXVFaNum DemiBold" pitchFamily="2" charset="-78"/>
              </a:endParaRPr>
            </a:p>
          </p:txBody>
        </p:sp>
        <p:sp>
          <p:nvSpPr>
            <p:cNvPr id="20" name="A">
              <a:extLst>
                <a:ext uri="{FF2B5EF4-FFF2-40B4-BE49-F238E27FC236}">
                  <a16:creationId xmlns:a16="http://schemas.microsoft.com/office/drawing/2014/main" id="{49E90CE2-392B-95A0-51FF-8405B829CBD3}"/>
                </a:ext>
              </a:extLst>
            </p:cNvPr>
            <p:cNvSpPr txBox="1"/>
            <p:nvPr/>
          </p:nvSpPr>
          <p:spPr>
            <a:xfrm>
              <a:off x="9077306" y="878197"/>
              <a:ext cx="196062" cy="12162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a-IR" sz="88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IRANYekanXFaNum Heavy" pitchFamily="2" charset="-78"/>
                  <a:ea typeface="Roboto Condensed" panose="02000000000000000000" pitchFamily="2" charset="0"/>
                  <a:cs typeface="IRANYekanXFaNum Heavy" pitchFamily="2" charset="-78"/>
                </a:rPr>
                <a:t>1</a:t>
              </a:r>
              <a:endParaRPr lang="ru-RU" sz="8800" b="1" dirty="0">
                <a:ln w="13462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  <a:cs typeface="IRANYekanXFaNum Heavy" pitchFamily="2" charset="-7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6241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600"/>
                            </p:stCondLst>
                            <p:childTnLst>
                              <p:par>
                                <p:cTn id="18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400"/>
                            </p:stCondLst>
                            <p:childTnLst>
                              <p:par>
                                <p:cTn id="23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650"/>
                            </p:stCondLst>
                            <p:childTnLst>
                              <p:par>
                                <p:cTn id="2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150"/>
                            </p:stCondLst>
                            <p:childTnLst>
                              <p:par>
                                <p:cTn id="3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  <p:bldP spid="1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CB278-EB1E-8BF2-98DC-BC777A804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69675AEF-5FCE-AFBB-3057-52F0A42B7FC7}"/>
              </a:ext>
            </a:extLst>
          </p:cNvPr>
          <p:cNvGrpSpPr/>
          <p:nvPr/>
        </p:nvGrpSpPr>
        <p:grpSpPr>
          <a:xfrm>
            <a:off x="9874750" y="102100"/>
            <a:ext cx="2000331" cy="1446550"/>
            <a:chOff x="7803739" y="878197"/>
            <a:chExt cx="1469629" cy="1216215"/>
          </a:xfrm>
        </p:grpSpPr>
        <p:sp>
          <p:nvSpPr>
            <p:cNvPr id="19" name="Freeform 83">
              <a:extLst>
                <a:ext uri="{FF2B5EF4-FFF2-40B4-BE49-F238E27FC236}">
                  <a16:creationId xmlns:a16="http://schemas.microsoft.com/office/drawing/2014/main" id="{979B6C1D-EB08-62AB-6BEA-4DCE3C382729}"/>
                </a:ext>
              </a:extLst>
            </p:cNvPr>
            <p:cNvSpPr>
              <a:spLocks/>
            </p:cNvSpPr>
            <p:nvPr/>
          </p:nvSpPr>
          <p:spPr bwMode="auto">
            <a:xfrm>
              <a:off x="7803739" y="1148135"/>
              <a:ext cx="1319802" cy="623844"/>
            </a:xfrm>
            <a:prstGeom prst="roundRect">
              <a:avLst/>
            </a:prstGeom>
            <a:gradFill flip="none" rotWithShape="1">
              <a:gsLst>
                <a:gs pos="0">
                  <a:schemeClr val="accent1">
                    <a:lumMod val="7500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  <a:ln>
              <a:noFill/>
            </a:ln>
            <a:effectLst>
              <a:innerShdw blurRad="152400" dist="50800" dir="13500000">
                <a:srgbClr val="21262B">
                  <a:alpha val="69804"/>
                </a:srgb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fa-IR" sz="2800" dirty="0">
                  <a:solidFill>
                    <a:schemeClr val="bg1"/>
                  </a:solidFill>
                  <a:latin typeface="IRANYekanXVFaNum DemiBold" pitchFamily="2" charset="-78"/>
                  <a:cs typeface="IRANYekanXVFaNum DemiBold" pitchFamily="2" charset="-78"/>
                </a:rPr>
                <a:t>رسم شکل</a:t>
              </a:r>
              <a:endParaRPr lang="ru-RU" sz="2800" dirty="0">
                <a:solidFill>
                  <a:schemeClr val="bg1"/>
                </a:solidFill>
                <a:cs typeface="IRANYekanXVFaNum DemiBold" pitchFamily="2" charset="-78"/>
              </a:endParaRPr>
            </a:p>
          </p:txBody>
        </p:sp>
        <p:sp>
          <p:nvSpPr>
            <p:cNvPr id="20" name="A">
              <a:extLst>
                <a:ext uri="{FF2B5EF4-FFF2-40B4-BE49-F238E27FC236}">
                  <a16:creationId xmlns:a16="http://schemas.microsoft.com/office/drawing/2014/main" id="{10FAB33D-5B76-3A5F-B465-68AD3691A0C2}"/>
                </a:ext>
              </a:extLst>
            </p:cNvPr>
            <p:cNvSpPr txBox="1"/>
            <p:nvPr/>
          </p:nvSpPr>
          <p:spPr>
            <a:xfrm>
              <a:off x="9077306" y="878197"/>
              <a:ext cx="196062" cy="12162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a-IR" sz="88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IRANYekanXFaNum Heavy" pitchFamily="2" charset="-78"/>
                  <a:ea typeface="Roboto Condensed" panose="02000000000000000000" pitchFamily="2" charset="0"/>
                  <a:cs typeface="IRANYekanXFaNum Heavy" pitchFamily="2" charset="-78"/>
                </a:rPr>
                <a:t>1</a:t>
              </a:r>
              <a:endParaRPr lang="ru-RU" sz="8800" b="1" dirty="0">
                <a:ln w="13462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  <a:cs typeface="IRANYekanXFaNum Heavy" pitchFamily="2" charset="-78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FD70768F-E247-3D17-176D-70D24677E181}"/>
              </a:ext>
            </a:extLst>
          </p:cNvPr>
          <p:cNvSpPr txBox="1"/>
          <p:nvPr/>
        </p:nvSpPr>
        <p:spPr>
          <a:xfrm>
            <a:off x="642258" y="423161"/>
            <a:ext cx="8862601" cy="379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just" rtl="1">
              <a:lnSpc>
                <a:spcPct val="170000"/>
              </a:lnSpc>
              <a:defRPr sz="2400">
                <a:latin typeface="IRANYekanXFaNum" pitchFamily="2" charset="-78"/>
                <a:cs typeface="IRANYekanXFaNum" pitchFamily="2" charset="-78"/>
              </a:defRPr>
            </a:lvl1pPr>
          </a:lstStyle>
          <a:p>
            <a:pPr marL="342900" indent="-342900" algn="r">
              <a:buFont typeface="Arial" panose="020B0604020202020204" pitchFamily="34" charset="0"/>
              <a:buChar char="•"/>
            </a:pPr>
            <a:r>
              <a:t>مجموعه به دسته‌ای از اشیاء یا اعداد کاملاً مشخص و متمایز گفته می‌شود که ویژگی مشترکی دارند.</a:t>
            </a:r>
            <a:endParaRPr lang="en-US" dirty="0"/>
          </a:p>
          <a:p>
            <a:pPr algn="r"/>
            <a:r>
              <a:t>اعضای یک مجموعه داخل علامت آکولاد { } قرار می‌گیرند و ترتیب یا تکرار اعضا تأثیری در مجموعه ندارد.</a:t>
            </a:r>
          </a:p>
          <a:p>
            <a:pPr algn="r"/>
            <a:r>
              <a:t>برای نشان دادن عضویت از نماد «∈» و برای عدم عضویت از نماد «∉» استفاده می‌شود.</a:t>
            </a:r>
          </a:p>
        </p:txBody>
      </p:sp>
    </p:spTree>
    <p:extLst>
      <p:ext uri="{BB962C8B-B14F-4D97-AF65-F5344CB8AC3E}">
        <p14:creationId xmlns:p14="http://schemas.microsoft.com/office/powerpoint/2010/main" val="16882379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A9E26-0F65-82EF-A082-0FBBB2855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6183F55-E0BD-488C-FB1C-6E6D9D66B86E}"/>
              </a:ext>
            </a:extLst>
          </p:cNvPr>
          <p:cNvSpPr/>
          <p:nvPr/>
        </p:nvSpPr>
        <p:spPr>
          <a:xfrm>
            <a:off x="182712" y="675481"/>
            <a:ext cx="8632177" cy="1356108"/>
          </a:xfrm>
          <a:prstGeom prst="roundRect">
            <a:avLst>
              <a:gd name="adj" fmla="val 34686"/>
            </a:avLst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DZ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0F95FD8-6E91-63C4-9349-E591C4F4DB3A}"/>
              </a:ext>
            </a:extLst>
          </p:cNvPr>
          <p:cNvGrpSpPr/>
          <p:nvPr/>
        </p:nvGrpSpPr>
        <p:grpSpPr>
          <a:xfrm rot="5400000">
            <a:off x="9079518" y="755454"/>
            <a:ext cx="1666266" cy="993876"/>
            <a:chOff x="5263043" y="3924314"/>
            <a:chExt cx="1666266" cy="993876"/>
          </a:xfrm>
        </p:grpSpPr>
        <p:sp>
          <p:nvSpPr>
            <p:cNvPr id="22" name="Arc 111">
              <a:extLst>
                <a:ext uri="{FF2B5EF4-FFF2-40B4-BE49-F238E27FC236}">
                  <a16:creationId xmlns:a16="http://schemas.microsoft.com/office/drawing/2014/main" id="{1E0742D7-E548-F6D6-E1B7-10F3D71CFE2B}"/>
                </a:ext>
              </a:extLst>
            </p:cNvPr>
            <p:cNvSpPr>
              <a:spLocks/>
            </p:cNvSpPr>
            <p:nvPr/>
          </p:nvSpPr>
          <p:spPr>
            <a:xfrm rot="7125828">
              <a:off x="5634265" y="3553092"/>
              <a:ext cx="923822" cy="1666266"/>
            </a:xfrm>
            <a:custGeom>
              <a:avLst/>
              <a:gdLst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2" fmla="*/ 1568256 w 3136511"/>
                <a:gd name="connsiteY2" fmla="*/ 1874520 h 3749040"/>
                <a:gd name="connsiteX3" fmla="*/ 2026459 w 3136511"/>
                <a:gd name="connsiteY3" fmla="*/ 81794 h 3749040"/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8203 w 1568259"/>
                <a:gd name="connsiteY0" fmla="*/ 0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026135"/>
                <a:gd name="connsiteY0" fmla="*/ 0 h 1776354"/>
                <a:gd name="connsiteX1" fmla="*/ 1026135 w 1026135"/>
                <a:gd name="connsiteY1" fmla="*/ 1776354 h 1776354"/>
                <a:gd name="connsiteX2" fmla="*/ 0 w 1026135"/>
                <a:gd name="connsiteY2" fmla="*/ 1191335 h 1776354"/>
                <a:gd name="connsiteX3" fmla="*/ 27726 w 1026135"/>
                <a:gd name="connsiteY3" fmla="*/ 0 h 1776354"/>
                <a:gd name="connsiteX0" fmla="*/ 20520 w 1026135"/>
                <a:gd name="connsiteY0" fmla="*/ 34379 h 1776354"/>
                <a:gd name="connsiteX1" fmla="*/ 884205 w 1026135"/>
                <a:gd name="connsiteY1" fmla="*/ 1632603 h 1776354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23822" h="1666266" stroke="0" extrusionOk="0">
                  <a:moveTo>
                    <a:pt x="27726" y="0"/>
                  </a:moveTo>
                  <a:cubicBezTo>
                    <a:pt x="1059256" y="699389"/>
                    <a:pt x="841732" y="475354"/>
                    <a:pt x="917895" y="1666266"/>
                  </a:cubicBezTo>
                  <a:lnTo>
                    <a:pt x="0" y="1191335"/>
                  </a:lnTo>
                  <a:lnTo>
                    <a:pt x="27726" y="0"/>
                  </a:lnTo>
                  <a:close/>
                </a:path>
                <a:path w="923822" h="1666266" fill="none">
                  <a:moveTo>
                    <a:pt x="20520" y="34379"/>
                  </a:moveTo>
                  <a:cubicBezTo>
                    <a:pt x="787091" y="294637"/>
                    <a:pt x="1028502" y="898728"/>
                    <a:pt x="884205" y="1632603"/>
                  </a:cubicBezTo>
                </a:path>
              </a:pathLst>
            </a:custGeom>
            <a:ln w="28575" cap="rnd">
              <a:solidFill>
                <a:srgbClr val="767B7B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CC1A339-39F2-1A16-C781-791557D0FF6A}"/>
                </a:ext>
              </a:extLst>
            </p:cNvPr>
            <p:cNvSpPr/>
            <p:nvPr/>
          </p:nvSpPr>
          <p:spPr>
            <a:xfrm>
              <a:off x="6020181" y="4749058"/>
              <a:ext cx="200440" cy="169132"/>
            </a:xfrm>
            <a:custGeom>
              <a:avLst/>
              <a:gdLst>
                <a:gd name="connsiteX0" fmla="*/ 28037 w 200440"/>
                <a:gd name="connsiteY0" fmla="*/ 0 h 169132"/>
                <a:gd name="connsiteX1" fmla="*/ 44586 w 200440"/>
                <a:gd name="connsiteY1" fmla="*/ 1769 h 169132"/>
                <a:gd name="connsiteX2" fmla="*/ 166182 w 200440"/>
                <a:gd name="connsiteY2" fmla="*/ 789 h 169132"/>
                <a:gd name="connsiteX3" fmla="*/ 172411 w 200440"/>
                <a:gd name="connsiteY3" fmla="*/ 11 h 169132"/>
                <a:gd name="connsiteX4" fmla="*/ 192564 w 200440"/>
                <a:gd name="connsiteY4" fmla="*/ 29902 h 169132"/>
                <a:gd name="connsiteX5" fmla="*/ 200440 w 200440"/>
                <a:gd name="connsiteY5" fmla="*/ 68912 h 169132"/>
                <a:gd name="connsiteX6" fmla="*/ 100220 w 200440"/>
                <a:gd name="connsiteY6" fmla="*/ 169132 h 169132"/>
                <a:gd name="connsiteX7" fmla="*/ 0 w 200440"/>
                <a:gd name="connsiteY7" fmla="*/ 68912 h 169132"/>
                <a:gd name="connsiteX8" fmla="*/ 7876 w 200440"/>
                <a:gd name="connsiteY8" fmla="*/ 29902 h 169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0440" h="169132">
                  <a:moveTo>
                    <a:pt x="28037" y="0"/>
                  </a:moveTo>
                  <a:lnTo>
                    <a:pt x="44586" y="1769"/>
                  </a:lnTo>
                  <a:cubicBezTo>
                    <a:pt x="84217" y="3762"/>
                    <a:pt x="124733" y="3518"/>
                    <a:pt x="166182" y="789"/>
                  </a:cubicBezTo>
                  <a:lnTo>
                    <a:pt x="172411" y="11"/>
                  </a:lnTo>
                  <a:lnTo>
                    <a:pt x="192564" y="29902"/>
                  </a:lnTo>
                  <a:cubicBezTo>
                    <a:pt x="197636" y="41892"/>
                    <a:pt x="200440" y="55075"/>
                    <a:pt x="200440" y="68912"/>
                  </a:cubicBezTo>
                  <a:cubicBezTo>
                    <a:pt x="200440" y="124262"/>
                    <a:pt x="155570" y="169132"/>
                    <a:pt x="100220" y="169132"/>
                  </a:cubicBezTo>
                  <a:cubicBezTo>
                    <a:pt x="44870" y="169132"/>
                    <a:pt x="0" y="124262"/>
                    <a:pt x="0" y="68912"/>
                  </a:cubicBezTo>
                  <a:cubicBezTo>
                    <a:pt x="0" y="55075"/>
                    <a:pt x="2805" y="41892"/>
                    <a:pt x="7876" y="29902"/>
                  </a:cubicBezTo>
                  <a:close/>
                </a:path>
              </a:pathLst>
            </a:custGeom>
            <a:solidFill>
              <a:srgbClr val="767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F7D7BE4-0E5D-6791-5D3E-453797A467E5}"/>
              </a:ext>
            </a:extLst>
          </p:cNvPr>
          <p:cNvSpPr/>
          <p:nvPr/>
        </p:nvSpPr>
        <p:spPr>
          <a:xfrm>
            <a:off x="11529568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A6A23778-BEF4-7CC6-A67F-E6F4663F3268}"/>
              </a:ext>
            </a:extLst>
          </p:cNvPr>
          <p:cNvSpPr/>
          <p:nvPr/>
        </p:nvSpPr>
        <p:spPr>
          <a:xfrm flipH="1">
            <a:off x="9683316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121A48D9-B432-2CD4-9E47-51A671DBD17F}"/>
              </a:ext>
            </a:extLst>
          </p:cNvPr>
          <p:cNvSpPr>
            <a:spLocks noChangeAspect="1"/>
          </p:cNvSpPr>
          <p:nvPr/>
        </p:nvSpPr>
        <p:spPr>
          <a:xfrm>
            <a:off x="9802197" y="163553"/>
            <a:ext cx="1966302" cy="2199640"/>
          </a:xfrm>
          <a:custGeom>
            <a:avLst/>
            <a:gdLst>
              <a:gd name="connsiteX0" fmla="*/ 983151 w 1966302"/>
              <a:gd name="connsiteY0" fmla="*/ 0 h 2199640"/>
              <a:gd name="connsiteX1" fmla="*/ 1893033 w 1966302"/>
              <a:gd name="connsiteY1" fmla="*/ 484900 h 2199640"/>
              <a:gd name="connsiteX2" fmla="*/ 1966302 w 1966302"/>
              <a:gd name="connsiteY2" fmla="*/ 620201 h 2199640"/>
              <a:gd name="connsiteX3" fmla="*/ 1944102 w 1966302"/>
              <a:gd name="connsiteY3" fmla="*/ 631189 h 2199640"/>
              <a:gd name="connsiteX4" fmla="*/ 1670855 w 1966302"/>
              <a:gd name="connsiteY4" fmla="*/ 1099820 h 2199640"/>
              <a:gd name="connsiteX5" fmla="*/ 1944102 w 1966302"/>
              <a:gd name="connsiteY5" fmla="*/ 1568451 h 2199640"/>
              <a:gd name="connsiteX6" fmla="*/ 1966302 w 1966302"/>
              <a:gd name="connsiteY6" fmla="*/ 1579440 h 2199640"/>
              <a:gd name="connsiteX7" fmla="*/ 1893033 w 1966302"/>
              <a:gd name="connsiteY7" fmla="*/ 1714740 h 2199640"/>
              <a:gd name="connsiteX8" fmla="*/ 983151 w 1966302"/>
              <a:gd name="connsiteY8" fmla="*/ 2199640 h 2199640"/>
              <a:gd name="connsiteX9" fmla="*/ 73269 w 1966302"/>
              <a:gd name="connsiteY9" fmla="*/ 1714740 h 2199640"/>
              <a:gd name="connsiteX10" fmla="*/ 0 w 1966302"/>
              <a:gd name="connsiteY10" fmla="*/ 1579439 h 2199640"/>
              <a:gd name="connsiteX11" fmla="*/ 22200 w 1966302"/>
              <a:gd name="connsiteY11" fmla="*/ 1568451 h 2199640"/>
              <a:gd name="connsiteX12" fmla="*/ 295446 w 1966302"/>
              <a:gd name="connsiteY12" fmla="*/ 1099820 h 2199640"/>
              <a:gd name="connsiteX13" fmla="*/ 22200 w 1966302"/>
              <a:gd name="connsiteY13" fmla="*/ 631189 h 2199640"/>
              <a:gd name="connsiteX14" fmla="*/ 0 w 1966302"/>
              <a:gd name="connsiteY14" fmla="*/ 620201 h 2199640"/>
              <a:gd name="connsiteX15" fmla="*/ 73269 w 1966302"/>
              <a:gd name="connsiteY15" fmla="*/ 484900 h 2199640"/>
              <a:gd name="connsiteX16" fmla="*/ 983151 w 1966302"/>
              <a:gd name="connsiteY16" fmla="*/ 0 h 2199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966302" h="2199640">
                <a:moveTo>
                  <a:pt x="983151" y="0"/>
                </a:moveTo>
                <a:cubicBezTo>
                  <a:pt x="1361908" y="0"/>
                  <a:pt x="1695844" y="192346"/>
                  <a:pt x="1893033" y="484900"/>
                </a:cubicBezTo>
                <a:lnTo>
                  <a:pt x="1966302" y="620201"/>
                </a:lnTo>
                <a:lnTo>
                  <a:pt x="1944102" y="631189"/>
                </a:lnTo>
                <a:cubicBezTo>
                  <a:pt x="1779244" y="732750"/>
                  <a:pt x="1670855" y="904743"/>
                  <a:pt x="1670855" y="1099820"/>
                </a:cubicBezTo>
                <a:cubicBezTo>
                  <a:pt x="1670855" y="1294898"/>
                  <a:pt x="1779244" y="1466890"/>
                  <a:pt x="1944102" y="1568451"/>
                </a:cubicBezTo>
                <a:lnTo>
                  <a:pt x="1966302" y="1579440"/>
                </a:lnTo>
                <a:lnTo>
                  <a:pt x="1893033" y="1714740"/>
                </a:lnTo>
                <a:cubicBezTo>
                  <a:pt x="1695844" y="2007294"/>
                  <a:pt x="1361908" y="2199640"/>
                  <a:pt x="983151" y="2199640"/>
                </a:cubicBezTo>
                <a:cubicBezTo>
                  <a:pt x="604394" y="2199640"/>
                  <a:pt x="270459" y="2007294"/>
                  <a:pt x="73269" y="1714740"/>
                </a:cubicBezTo>
                <a:lnTo>
                  <a:pt x="0" y="1579439"/>
                </a:lnTo>
                <a:lnTo>
                  <a:pt x="22200" y="1568451"/>
                </a:lnTo>
                <a:cubicBezTo>
                  <a:pt x="187057" y="1466890"/>
                  <a:pt x="295446" y="1294898"/>
                  <a:pt x="295446" y="1099820"/>
                </a:cubicBezTo>
                <a:cubicBezTo>
                  <a:pt x="295446" y="904743"/>
                  <a:pt x="187057" y="732750"/>
                  <a:pt x="22200" y="631189"/>
                </a:cubicBezTo>
                <a:lnTo>
                  <a:pt x="0" y="620201"/>
                </a:lnTo>
                <a:lnTo>
                  <a:pt x="73269" y="484900"/>
                </a:lnTo>
                <a:cubicBezTo>
                  <a:pt x="270459" y="192346"/>
                  <a:pt x="604394" y="0"/>
                  <a:pt x="983151" y="0"/>
                </a:cubicBezTo>
                <a:close/>
              </a:path>
            </a:pathLst>
          </a:cu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443CB55-4AB9-41C5-071D-6A26686B92CF}"/>
              </a:ext>
            </a:extLst>
          </p:cNvPr>
          <p:cNvGrpSpPr/>
          <p:nvPr/>
        </p:nvGrpSpPr>
        <p:grpSpPr>
          <a:xfrm>
            <a:off x="10153750" y="634175"/>
            <a:ext cx="1287780" cy="1291590"/>
            <a:chOff x="7688342" y="576301"/>
            <a:chExt cx="1287780" cy="1291590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B9EA3567-15F5-3C6F-3DDE-153CF0F6C17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88342" y="576301"/>
              <a:ext cx="1287780" cy="129159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38100" dir="2700000" sx="105000" sy="105000" algn="tl" rotWithShape="0">
                <a:prstClr val="black">
                  <a:alpha val="4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grpSp>
          <p:nvGrpSpPr>
            <p:cNvPr id="29" name="Target">
              <a:extLst>
                <a:ext uri="{FF2B5EF4-FFF2-40B4-BE49-F238E27FC236}">
                  <a16:creationId xmlns:a16="http://schemas.microsoft.com/office/drawing/2014/main" id="{A13DF461-8056-E0D5-13BE-6D2DCFC8EA52}"/>
                </a:ext>
              </a:extLst>
            </p:cNvPr>
            <p:cNvGrpSpPr/>
            <p:nvPr/>
          </p:nvGrpSpPr>
          <p:grpSpPr>
            <a:xfrm>
              <a:off x="7956103" y="770172"/>
              <a:ext cx="839566" cy="848693"/>
              <a:chOff x="7021543" y="3230227"/>
              <a:chExt cx="439248" cy="444023"/>
            </a:xfrm>
            <a:effectLst>
              <a:reflection blurRad="6350" stA="20000" endPos="35000" dir="5400000" sy="-100000" algn="bl" rotWithShape="0"/>
            </a:effectLst>
          </p:grpSpPr>
          <p:sp>
            <p:nvSpPr>
              <p:cNvPr id="30" name="Freeform 56">
                <a:extLst>
                  <a:ext uri="{FF2B5EF4-FFF2-40B4-BE49-F238E27FC236}">
                    <a16:creationId xmlns:a16="http://schemas.microsoft.com/office/drawing/2014/main" id="{6592CDE0-FBF5-309C-152B-A96DDBFCCF4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75017" y="3340994"/>
                <a:ext cx="274053" cy="273098"/>
              </a:xfrm>
              <a:custGeom>
                <a:avLst/>
                <a:gdLst>
                  <a:gd name="T0" fmla="*/ 146 w 159"/>
                  <a:gd name="T1" fmla="*/ 36 h 159"/>
                  <a:gd name="T2" fmla="*/ 136 w 159"/>
                  <a:gd name="T3" fmla="*/ 46 h 159"/>
                  <a:gd name="T4" fmla="*/ 145 w 159"/>
                  <a:gd name="T5" fmla="*/ 80 h 159"/>
                  <a:gd name="T6" fmla="*/ 80 w 159"/>
                  <a:gd name="T7" fmla="*/ 145 h 159"/>
                  <a:gd name="T8" fmla="*/ 14 w 159"/>
                  <a:gd name="T9" fmla="*/ 80 h 159"/>
                  <a:gd name="T10" fmla="*/ 80 w 159"/>
                  <a:gd name="T11" fmla="*/ 14 h 159"/>
                  <a:gd name="T12" fmla="*/ 113 w 159"/>
                  <a:gd name="T13" fmla="*/ 23 h 159"/>
                  <a:gd name="T14" fmla="*/ 123 w 159"/>
                  <a:gd name="T15" fmla="*/ 13 h 159"/>
                  <a:gd name="T16" fmla="*/ 80 w 159"/>
                  <a:gd name="T17" fmla="*/ 0 h 159"/>
                  <a:gd name="T18" fmla="*/ 0 w 159"/>
                  <a:gd name="T19" fmla="*/ 80 h 159"/>
                  <a:gd name="T20" fmla="*/ 80 w 159"/>
                  <a:gd name="T21" fmla="*/ 159 h 159"/>
                  <a:gd name="T22" fmla="*/ 159 w 159"/>
                  <a:gd name="T23" fmla="*/ 80 h 159"/>
                  <a:gd name="T24" fmla="*/ 146 w 159"/>
                  <a:gd name="T25" fmla="*/ 36 h 159"/>
                  <a:gd name="T26" fmla="*/ 80 w 159"/>
                  <a:gd name="T27" fmla="*/ 47 h 159"/>
                  <a:gd name="T28" fmla="*/ 88 w 159"/>
                  <a:gd name="T29" fmla="*/ 48 h 159"/>
                  <a:gd name="T30" fmla="*/ 99 w 159"/>
                  <a:gd name="T31" fmla="*/ 37 h 159"/>
                  <a:gd name="T32" fmla="*/ 80 w 159"/>
                  <a:gd name="T33" fmla="*/ 33 h 159"/>
                  <a:gd name="T34" fmla="*/ 33 w 159"/>
                  <a:gd name="T35" fmla="*/ 80 h 159"/>
                  <a:gd name="T36" fmla="*/ 80 w 159"/>
                  <a:gd name="T37" fmla="*/ 126 h 159"/>
                  <a:gd name="T38" fmla="*/ 126 w 159"/>
                  <a:gd name="T39" fmla="*/ 80 h 159"/>
                  <a:gd name="T40" fmla="*/ 122 w 159"/>
                  <a:gd name="T41" fmla="*/ 60 h 159"/>
                  <a:gd name="T42" fmla="*/ 111 w 159"/>
                  <a:gd name="T43" fmla="*/ 71 h 159"/>
                  <a:gd name="T44" fmla="*/ 112 w 159"/>
                  <a:gd name="T45" fmla="*/ 80 h 159"/>
                  <a:gd name="T46" fmla="*/ 80 w 159"/>
                  <a:gd name="T47" fmla="*/ 112 h 159"/>
                  <a:gd name="T48" fmla="*/ 47 w 159"/>
                  <a:gd name="T49" fmla="*/ 80 h 159"/>
                  <a:gd name="T50" fmla="*/ 80 w 159"/>
                  <a:gd name="T51" fmla="*/ 47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59" h="159">
                    <a:moveTo>
                      <a:pt x="146" y="36"/>
                    </a:moveTo>
                    <a:cubicBezTo>
                      <a:pt x="143" y="39"/>
                      <a:pt x="139" y="43"/>
                      <a:pt x="136" y="46"/>
                    </a:cubicBezTo>
                    <a:cubicBezTo>
                      <a:pt x="141" y="56"/>
                      <a:pt x="145" y="67"/>
                      <a:pt x="145" y="80"/>
                    </a:cubicBezTo>
                    <a:cubicBezTo>
                      <a:pt x="145" y="116"/>
                      <a:pt x="116" y="145"/>
                      <a:pt x="80" y="145"/>
                    </a:cubicBezTo>
                    <a:cubicBezTo>
                      <a:pt x="43" y="145"/>
                      <a:pt x="14" y="116"/>
                      <a:pt x="14" y="80"/>
                    </a:cubicBezTo>
                    <a:cubicBezTo>
                      <a:pt x="14" y="43"/>
                      <a:pt x="43" y="14"/>
                      <a:pt x="80" y="14"/>
                    </a:cubicBezTo>
                    <a:cubicBezTo>
                      <a:pt x="92" y="14"/>
                      <a:pt x="103" y="18"/>
                      <a:pt x="113" y="23"/>
                    </a:cubicBezTo>
                    <a:cubicBezTo>
                      <a:pt x="116" y="20"/>
                      <a:pt x="120" y="17"/>
                      <a:pt x="123" y="13"/>
                    </a:cubicBezTo>
                    <a:cubicBezTo>
                      <a:pt x="111" y="5"/>
                      <a:pt x="96" y="0"/>
                      <a:pt x="80" y="0"/>
                    </a:cubicBezTo>
                    <a:cubicBezTo>
                      <a:pt x="36" y="0"/>
                      <a:pt x="0" y="36"/>
                      <a:pt x="0" y="80"/>
                    </a:cubicBezTo>
                    <a:cubicBezTo>
                      <a:pt x="0" y="124"/>
                      <a:pt x="36" y="159"/>
                      <a:pt x="80" y="159"/>
                    </a:cubicBezTo>
                    <a:cubicBezTo>
                      <a:pt x="123" y="159"/>
                      <a:pt x="159" y="124"/>
                      <a:pt x="159" y="80"/>
                    </a:cubicBezTo>
                    <a:cubicBezTo>
                      <a:pt x="159" y="63"/>
                      <a:pt x="154" y="48"/>
                      <a:pt x="146" y="36"/>
                    </a:cubicBezTo>
                    <a:close/>
                    <a:moveTo>
                      <a:pt x="80" y="47"/>
                    </a:moveTo>
                    <a:cubicBezTo>
                      <a:pt x="83" y="47"/>
                      <a:pt x="85" y="48"/>
                      <a:pt x="88" y="48"/>
                    </a:cubicBezTo>
                    <a:cubicBezTo>
                      <a:pt x="92" y="45"/>
                      <a:pt x="95" y="41"/>
                      <a:pt x="99" y="37"/>
                    </a:cubicBezTo>
                    <a:cubicBezTo>
                      <a:pt x="93" y="35"/>
                      <a:pt x="87" y="33"/>
                      <a:pt x="80" y="33"/>
                    </a:cubicBezTo>
                    <a:cubicBezTo>
                      <a:pt x="54" y="33"/>
                      <a:pt x="33" y="54"/>
                      <a:pt x="33" y="80"/>
                    </a:cubicBezTo>
                    <a:cubicBezTo>
                      <a:pt x="33" y="105"/>
                      <a:pt x="54" y="126"/>
                      <a:pt x="80" y="126"/>
                    </a:cubicBezTo>
                    <a:cubicBezTo>
                      <a:pt x="105" y="126"/>
                      <a:pt x="126" y="105"/>
                      <a:pt x="126" y="80"/>
                    </a:cubicBezTo>
                    <a:cubicBezTo>
                      <a:pt x="126" y="73"/>
                      <a:pt x="125" y="66"/>
                      <a:pt x="122" y="60"/>
                    </a:cubicBezTo>
                    <a:cubicBezTo>
                      <a:pt x="118" y="64"/>
                      <a:pt x="114" y="68"/>
                      <a:pt x="111" y="71"/>
                    </a:cubicBezTo>
                    <a:cubicBezTo>
                      <a:pt x="112" y="74"/>
                      <a:pt x="112" y="77"/>
                      <a:pt x="112" y="80"/>
                    </a:cubicBezTo>
                    <a:cubicBezTo>
                      <a:pt x="112" y="98"/>
                      <a:pt x="97" y="112"/>
                      <a:pt x="80" y="112"/>
                    </a:cubicBezTo>
                    <a:cubicBezTo>
                      <a:pt x="62" y="112"/>
                      <a:pt x="47" y="98"/>
                      <a:pt x="47" y="80"/>
                    </a:cubicBezTo>
                    <a:cubicBezTo>
                      <a:pt x="47" y="62"/>
                      <a:pt x="62" y="47"/>
                      <a:pt x="80" y="4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31" name="Freeform 57">
                <a:extLst>
                  <a:ext uri="{FF2B5EF4-FFF2-40B4-BE49-F238E27FC236}">
                    <a16:creationId xmlns:a16="http://schemas.microsoft.com/office/drawing/2014/main" id="{520097D5-322A-608D-E8C7-317C4147A56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21543" y="3230227"/>
                <a:ext cx="439248" cy="444023"/>
              </a:xfrm>
              <a:custGeom>
                <a:avLst/>
                <a:gdLst>
                  <a:gd name="T0" fmla="*/ 189 w 255"/>
                  <a:gd name="T1" fmla="*/ 89 h 259"/>
                  <a:gd name="T2" fmla="*/ 207 w 255"/>
                  <a:gd name="T3" fmla="*/ 145 h 259"/>
                  <a:gd name="T4" fmla="*/ 111 w 255"/>
                  <a:gd name="T5" fmla="*/ 241 h 259"/>
                  <a:gd name="T6" fmla="*/ 14 w 255"/>
                  <a:gd name="T7" fmla="*/ 145 h 259"/>
                  <a:gd name="T8" fmla="*/ 111 w 255"/>
                  <a:gd name="T9" fmla="*/ 48 h 259"/>
                  <a:gd name="T10" fmla="*/ 166 w 255"/>
                  <a:gd name="T11" fmla="*/ 66 h 259"/>
                  <a:gd name="T12" fmla="*/ 176 w 255"/>
                  <a:gd name="T13" fmla="*/ 56 h 259"/>
                  <a:gd name="T14" fmla="*/ 111 w 255"/>
                  <a:gd name="T15" fmla="*/ 34 h 259"/>
                  <a:gd name="T16" fmla="*/ 0 w 255"/>
                  <a:gd name="T17" fmla="*/ 145 h 259"/>
                  <a:gd name="T18" fmla="*/ 30 w 255"/>
                  <a:gd name="T19" fmla="*/ 220 h 259"/>
                  <a:gd name="T20" fmla="*/ 30 w 255"/>
                  <a:gd name="T21" fmla="*/ 220 h 259"/>
                  <a:gd name="T22" fmla="*/ 30 w 255"/>
                  <a:gd name="T23" fmla="*/ 259 h 259"/>
                  <a:gd name="T24" fmla="*/ 45 w 255"/>
                  <a:gd name="T25" fmla="*/ 259 h 259"/>
                  <a:gd name="T26" fmla="*/ 45 w 255"/>
                  <a:gd name="T27" fmla="*/ 233 h 259"/>
                  <a:gd name="T28" fmla="*/ 111 w 255"/>
                  <a:gd name="T29" fmla="*/ 255 h 259"/>
                  <a:gd name="T30" fmla="*/ 176 w 255"/>
                  <a:gd name="T31" fmla="*/ 233 h 259"/>
                  <a:gd name="T32" fmla="*/ 176 w 255"/>
                  <a:gd name="T33" fmla="*/ 259 h 259"/>
                  <a:gd name="T34" fmla="*/ 191 w 255"/>
                  <a:gd name="T35" fmla="*/ 259 h 259"/>
                  <a:gd name="T36" fmla="*/ 191 w 255"/>
                  <a:gd name="T37" fmla="*/ 220 h 259"/>
                  <a:gd name="T38" fmla="*/ 221 w 255"/>
                  <a:gd name="T39" fmla="*/ 145 h 259"/>
                  <a:gd name="T40" fmla="*/ 199 w 255"/>
                  <a:gd name="T41" fmla="*/ 79 h 259"/>
                  <a:gd name="T42" fmla="*/ 189 w 255"/>
                  <a:gd name="T43" fmla="*/ 89 h 259"/>
                  <a:gd name="T44" fmla="*/ 224 w 255"/>
                  <a:gd name="T45" fmla="*/ 31 h 259"/>
                  <a:gd name="T46" fmla="*/ 224 w 255"/>
                  <a:gd name="T47" fmla="*/ 0 h 259"/>
                  <a:gd name="T48" fmla="*/ 191 w 255"/>
                  <a:gd name="T49" fmla="*/ 34 h 259"/>
                  <a:gd name="T50" fmla="*/ 191 w 255"/>
                  <a:gd name="T51" fmla="*/ 56 h 259"/>
                  <a:gd name="T52" fmla="*/ 109 w 255"/>
                  <a:gd name="T53" fmla="*/ 139 h 259"/>
                  <a:gd name="T54" fmla="*/ 109 w 255"/>
                  <a:gd name="T55" fmla="*/ 147 h 259"/>
                  <a:gd name="T56" fmla="*/ 116 w 255"/>
                  <a:gd name="T57" fmla="*/ 147 h 259"/>
                  <a:gd name="T58" fmla="*/ 199 w 255"/>
                  <a:gd name="T59" fmla="*/ 64 h 259"/>
                  <a:gd name="T60" fmla="*/ 222 w 255"/>
                  <a:gd name="T61" fmla="*/ 64 h 259"/>
                  <a:gd name="T62" fmla="*/ 255 w 255"/>
                  <a:gd name="T63" fmla="*/ 31 h 259"/>
                  <a:gd name="T64" fmla="*/ 224 w 255"/>
                  <a:gd name="T65" fmla="*/ 31 h 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55" h="259">
                    <a:moveTo>
                      <a:pt x="189" y="89"/>
                    </a:moveTo>
                    <a:cubicBezTo>
                      <a:pt x="200" y="105"/>
                      <a:pt x="207" y="124"/>
                      <a:pt x="207" y="145"/>
                    </a:cubicBezTo>
                    <a:cubicBezTo>
                      <a:pt x="207" y="198"/>
                      <a:pt x="164" y="241"/>
                      <a:pt x="111" y="241"/>
                    </a:cubicBezTo>
                    <a:cubicBezTo>
                      <a:pt x="57" y="241"/>
                      <a:pt x="14" y="198"/>
                      <a:pt x="14" y="145"/>
                    </a:cubicBezTo>
                    <a:cubicBezTo>
                      <a:pt x="14" y="91"/>
                      <a:pt x="57" y="48"/>
                      <a:pt x="111" y="48"/>
                    </a:cubicBezTo>
                    <a:cubicBezTo>
                      <a:pt x="131" y="48"/>
                      <a:pt x="150" y="55"/>
                      <a:pt x="166" y="66"/>
                    </a:cubicBezTo>
                    <a:cubicBezTo>
                      <a:pt x="170" y="63"/>
                      <a:pt x="173" y="59"/>
                      <a:pt x="176" y="56"/>
                    </a:cubicBezTo>
                    <a:cubicBezTo>
                      <a:pt x="158" y="43"/>
                      <a:pt x="135" y="34"/>
                      <a:pt x="111" y="34"/>
                    </a:cubicBezTo>
                    <a:cubicBezTo>
                      <a:pt x="50" y="34"/>
                      <a:pt x="0" y="84"/>
                      <a:pt x="0" y="145"/>
                    </a:cubicBezTo>
                    <a:cubicBezTo>
                      <a:pt x="0" y="174"/>
                      <a:pt x="12" y="200"/>
                      <a:pt x="30" y="220"/>
                    </a:cubicBezTo>
                    <a:cubicBezTo>
                      <a:pt x="30" y="220"/>
                      <a:pt x="30" y="220"/>
                      <a:pt x="30" y="220"/>
                    </a:cubicBezTo>
                    <a:cubicBezTo>
                      <a:pt x="30" y="259"/>
                      <a:pt x="30" y="259"/>
                      <a:pt x="30" y="259"/>
                    </a:cubicBezTo>
                    <a:cubicBezTo>
                      <a:pt x="45" y="259"/>
                      <a:pt x="45" y="259"/>
                      <a:pt x="45" y="259"/>
                    </a:cubicBezTo>
                    <a:cubicBezTo>
                      <a:pt x="45" y="233"/>
                      <a:pt x="45" y="233"/>
                      <a:pt x="45" y="233"/>
                    </a:cubicBezTo>
                    <a:cubicBezTo>
                      <a:pt x="63" y="247"/>
                      <a:pt x="86" y="255"/>
                      <a:pt x="111" y="255"/>
                    </a:cubicBezTo>
                    <a:cubicBezTo>
                      <a:pt x="135" y="255"/>
                      <a:pt x="158" y="247"/>
                      <a:pt x="176" y="233"/>
                    </a:cubicBezTo>
                    <a:cubicBezTo>
                      <a:pt x="176" y="259"/>
                      <a:pt x="176" y="259"/>
                      <a:pt x="176" y="259"/>
                    </a:cubicBezTo>
                    <a:cubicBezTo>
                      <a:pt x="191" y="259"/>
                      <a:pt x="191" y="259"/>
                      <a:pt x="191" y="259"/>
                    </a:cubicBezTo>
                    <a:cubicBezTo>
                      <a:pt x="191" y="220"/>
                      <a:pt x="191" y="220"/>
                      <a:pt x="191" y="220"/>
                    </a:cubicBezTo>
                    <a:cubicBezTo>
                      <a:pt x="209" y="200"/>
                      <a:pt x="221" y="174"/>
                      <a:pt x="221" y="145"/>
                    </a:cubicBezTo>
                    <a:cubicBezTo>
                      <a:pt x="221" y="120"/>
                      <a:pt x="213" y="97"/>
                      <a:pt x="199" y="79"/>
                    </a:cubicBezTo>
                    <a:cubicBezTo>
                      <a:pt x="196" y="82"/>
                      <a:pt x="193" y="85"/>
                      <a:pt x="189" y="89"/>
                    </a:cubicBezTo>
                    <a:close/>
                    <a:moveTo>
                      <a:pt x="224" y="31"/>
                    </a:moveTo>
                    <a:cubicBezTo>
                      <a:pt x="224" y="0"/>
                      <a:pt x="224" y="0"/>
                      <a:pt x="224" y="0"/>
                    </a:cubicBezTo>
                    <a:cubicBezTo>
                      <a:pt x="191" y="34"/>
                      <a:pt x="191" y="34"/>
                      <a:pt x="191" y="34"/>
                    </a:cubicBezTo>
                    <a:cubicBezTo>
                      <a:pt x="191" y="56"/>
                      <a:pt x="191" y="56"/>
                      <a:pt x="191" y="56"/>
                    </a:cubicBezTo>
                    <a:cubicBezTo>
                      <a:pt x="109" y="139"/>
                      <a:pt x="109" y="139"/>
                      <a:pt x="109" y="139"/>
                    </a:cubicBezTo>
                    <a:cubicBezTo>
                      <a:pt x="106" y="141"/>
                      <a:pt x="106" y="144"/>
                      <a:pt x="109" y="147"/>
                    </a:cubicBezTo>
                    <a:cubicBezTo>
                      <a:pt x="111" y="149"/>
                      <a:pt x="114" y="149"/>
                      <a:pt x="116" y="147"/>
                    </a:cubicBezTo>
                    <a:cubicBezTo>
                      <a:pt x="199" y="64"/>
                      <a:pt x="199" y="64"/>
                      <a:pt x="199" y="64"/>
                    </a:cubicBezTo>
                    <a:cubicBezTo>
                      <a:pt x="222" y="64"/>
                      <a:pt x="222" y="64"/>
                      <a:pt x="222" y="64"/>
                    </a:cubicBezTo>
                    <a:cubicBezTo>
                      <a:pt x="255" y="31"/>
                      <a:pt x="255" y="31"/>
                      <a:pt x="255" y="31"/>
                    </a:cubicBezTo>
                    <a:lnTo>
                      <a:pt x="224" y="31"/>
                    </a:lnTo>
                    <a:close/>
                  </a:path>
                </a:pathLst>
              </a:custGeom>
              <a:ln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</p:grp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CFACA3C5-ACE5-A1ED-779B-75E326AAD663}"/>
              </a:ext>
            </a:extLst>
          </p:cNvPr>
          <p:cNvSpPr/>
          <p:nvPr/>
        </p:nvSpPr>
        <p:spPr>
          <a:xfrm>
            <a:off x="351016" y="642337"/>
            <a:ext cx="7661072" cy="128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70000"/>
              </a:lnSpc>
            </a:pPr>
            <a:r>
              <a:rPr sz="2400">
                <a:latin typeface="IRANYekanXFaNum"/>
              </a:rPr>
              <a:t>مفهوم زیرمجموعه چیست و رابطه B ⊆ A چه زمانی برقرار می‌شود؟</a:t>
            </a:r>
            <a:endParaRPr lang="en-US" sz="2400" dirty="0"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01D05FF-BFDF-4394-0BB3-E49F8C74AAFB}"/>
              </a:ext>
            </a:extLst>
          </p:cNvPr>
          <p:cNvSpPr/>
          <p:nvPr/>
        </p:nvSpPr>
        <p:spPr>
          <a:xfrm>
            <a:off x="1346791" y="2947119"/>
            <a:ext cx="2729024" cy="2729024"/>
          </a:xfrm>
          <a:custGeom>
            <a:avLst/>
            <a:gdLst>
              <a:gd name="csX0" fmla="*/ 0 w 2729024"/>
              <a:gd name="csY0" fmla="*/ 0 h 2729024"/>
              <a:gd name="csX1" fmla="*/ 600385 w 2729024"/>
              <a:gd name="csY1" fmla="*/ 0 h 2729024"/>
              <a:gd name="csX2" fmla="*/ 1309932 w 2729024"/>
              <a:gd name="csY2" fmla="*/ 0 h 2729024"/>
              <a:gd name="csX3" fmla="*/ 2019478 w 2729024"/>
              <a:gd name="csY3" fmla="*/ 0 h 2729024"/>
              <a:gd name="csX4" fmla="*/ 2729024 w 2729024"/>
              <a:gd name="csY4" fmla="*/ 0 h 2729024"/>
              <a:gd name="csX5" fmla="*/ 2729024 w 2729024"/>
              <a:gd name="csY5" fmla="*/ 654966 h 2729024"/>
              <a:gd name="csX6" fmla="*/ 2729024 w 2729024"/>
              <a:gd name="csY6" fmla="*/ 1282641 h 2729024"/>
              <a:gd name="csX7" fmla="*/ 2729024 w 2729024"/>
              <a:gd name="csY7" fmla="*/ 1937607 h 2729024"/>
              <a:gd name="csX8" fmla="*/ 2729024 w 2729024"/>
              <a:gd name="csY8" fmla="*/ 2729024 h 2729024"/>
              <a:gd name="csX9" fmla="*/ 1992188 w 2729024"/>
              <a:gd name="csY9" fmla="*/ 2729024 h 2729024"/>
              <a:gd name="csX10" fmla="*/ 1391802 w 2729024"/>
              <a:gd name="csY10" fmla="*/ 2729024 h 2729024"/>
              <a:gd name="csX11" fmla="*/ 736836 w 2729024"/>
              <a:gd name="csY11" fmla="*/ 2729024 h 2729024"/>
              <a:gd name="csX12" fmla="*/ 0 w 2729024"/>
              <a:gd name="csY12" fmla="*/ 2729024 h 2729024"/>
              <a:gd name="csX13" fmla="*/ 0 w 2729024"/>
              <a:gd name="csY13" fmla="*/ 2019478 h 2729024"/>
              <a:gd name="csX14" fmla="*/ 0 w 2729024"/>
              <a:gd name="csY14" fmla="*/ 1337222 h 2729024"/>
              <a:gd name="csX15" fmla="*/ 0 w 2729024"/>
              <a:gd name="csY15" fmla="*/ 627676 h 2729024"/>
              <a:gd name="csX16" fmla="*/ 0 w 2729024"/>
              <a:gd name="csY16" fmla="*/ 0 h 27290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2729024" h="2729024" extrusionOk="0">
                <a:moveTo>
                  <a:pt x="0" y="0"/>
                </a:moveTo>
                <a:cubicBezTo>
                  <a:pt x="252301" y="23250"/>
                  <a:pt x="339787" y="6455"/>
                  <a:pt x="600385" y="0"/>
                </a:cubicBezTo>
                <a:cubicBezTo>
                  <a:pt x="860983" y="-6455"/>
                  <a:pt x="1041574" y="-6812"/>
                  <a:pt x="1309932" y="0"/>
                </a:cubicBezTo>
                <a:cubicBezTo>
                  <a:pt x="1578290" y="6812"/>
                  <a:pt x="1808525" y="11632"/>
                  <a:pt x="2019478" y="0"/>
                </a:cubicBezTo>
                <a:cubicBezTo>
                  <a:pt x="2230431" y="-11632"/>
                  <a:pt x="2558256" y="-34876"/>
                  <a:pt x="2729024" y="0"/>
                </a:cubicBezTo>
                <a:cubicBezTo>
                  <a:pt x="2715939" y="191452"/>
                  <a:pt x="2747960" y="374437"/>
                  <a:pt x="2729024" y="654966"/>
                </a:cubicBezTo>
                <a:cubicBezTo>
                  <a:pt x="2710088" y="935495"/>
                  <a:pt x="2759955" y="1154342"/>
                  <a:pt x="2729024" y="1282641"/>
                </a:cubicBezTo>
                <a:cubicBezTo>
                  <a:pt x="2698093" y="1410941"/>
                  <a:pt x="2740914" y="1639314"/>
                  <a:pt x="2729024" y="1937607"/>
                </a:cubicBezTo>
                <a:cubicBezTo>
                  <a:pt x="2717134" y="2235900"/>
                  <a:pt x="2742193" y="2468989"/>
                  <a:pt x="2729024" y="2729024"/>
                </a:cubicBezTo>
                <a:cubicBezTo>
                  <a:pt x="2414713" y="2733355"/>
                  <a:pt x="2294947" y="2754724"/>
                  <a:pt x="1992188" y="2729024"/>
                </a:cubicBezTo>
                <a:cubicBezTo>
                  <a:pt x="1689429" y="2703324"/>
                  <a:pt x="1671511" y="2708319"/>
                  <a:pt x="1391802" y="2729024"/>
                </a:cubicBezTo>
                <a:cubicBezTo>
                  <a:pt x="1112093" y="2749729"/>
                  <a:pt x="1041438" y="2759833"/>
                  <a:pt x="736836" y="2729024"/>
                </a:cubicBezTo>
                <a:cubicBezTo>
                  <a:pt x="432234" y="2698215"/>
                  <a:pt x="340047" y="2749858"/>
                  <a:pt x="0" y="2729024"/>
                </a:cubicBezTo>
                <a:cubicBezTo>
                  <a:pt x="-33608" y="2408449"/>
                  <a:pt x="-732" y="2226247"/>
                  <a:pt x="0" y="2019478"/>
                </a:cubicBezTo>
                <a:cubicBezTo>
                  <a:pt x="732" y="1812709"/>
                  <a:pt x="19661" y="1562186"/>
                  <a:pt x="0" y="1337222"/>
                </a:cubicBezTo>
                <a:cubicBezTo>
                  <a:pt x="-19661" y="1112258"/>
                  <a:pt x="-2050" y="863482"/>
                  <a:pt x="0" y="627676"/>
                </a:cubicBezTo>
                <a:cubicBezTo>
                  <a:pt x="2050" y="391870"/>
                  <a:pt x="1901" y="167880"/>
                  <a:pt x="0" y="0"/>
                </a:cubicBezTo>
                <a:close/>
              </a:path>
            </a:pathLst>
          </a:custGeom>
          <a:noFill/>
          <a:ln w="57150">
            <a:solidFill>
              <a:schemeClr val="accent6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4723510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4DE4AE1-78CD-A7B1-4F91-9EE021CE28E8}"/>
              </a:ext>
            </a:extLst>
          </p:cNvPr>
          <p:cNvSpPr/>
          <p:nvPr/>
        </p:nvSpPr>
        <p:spPr>
          <a:xfrm>
            <a:off x="5336986" y="3575087"/>
            <a:ext cx="3208137" cy="1473088"/>
          </a:xfrm>
          <a:custGeom>
            <a:avLst/>
            <a:gdLst>
              <a:gd name="csX0" fmla="*/ 0 w 3208137"/>
              <a:gd name="csY0" fmla="*/ 0 h 1473088"/>
              <a:gd name="csX1" fmla="*/ 609546 w 3208137"/>
              <a:gd name="csY1" fmla="*/ 0 h 1473088"/>
              <a:gd name="csX2" fmla="*/ 1187011 w 3208137"/>
              <a:gd name="csY2" fmla="*/ 0 h 1473088"/>
              <a:gd name="csX3" fmla="*/ 1828638 w 3208137"/>
              <a:gd name="csY3" fmla="*/ 0 h 1473088"/>
              <a:gd name="csX4" fmla="*/ 2438184 w 3208137"/>
              <a:gd name="csY4" fmla="*/ 0 h 1473088"/>
              <a:gd name="csX5" fmla="*/ 3208137 w 3208137"/>
              <a:gd name="csY5" fmla="*/ 0 h 1473088"/>
              <a:gd name="csX6" fmla="*/ 3208137 w 3208137"/>
              <a:gd name="csY6" fmla="*/ 461568 h 1473088"/>
              <a:gd name="csX7" fmla="*/ 3208137 w 3208137"/>
              <a:gd name="csY7" fmla="*/ 967328 h 1473088"/>
              <a:gd name="csX8" fmla="*/ 3208137 w 3208137"/>
              <a:gd name="csY8" fmla="*/ 1473088 h 1473088"/>
              <a:gd name="csX9" fmla="*/ 2566510 w 3208137"/>
              <a:gd name="csY9" fmla="*/ 1473088 h 1473088"/>
              <a:gd name="csX10" fmla="*/ 1860719 w 3208137"/>
              <a:gd name="csY10" fmla="*/ 1473088 h 1473088"/>
              <a:gd name="csX11" fmla="*/ 1187011 w 3208137"/>
              <a:gd name="csY11" fmla="*/ 1473088 h 1473088"/>
              <a:gd name="csX12" fmla="*/ 0 w 3208137"/>
              <a:gd name="csY12" fmla="*/ 1473088 h 1473088"/>
              <a:gd name="csX13" fmla="*/ 0 w 3208137"/>
              <a:gd name="csY13" fmla="*/ 967328 h 1473088"/>
              <a:gd name="csX14" fmla="*/ 0 w 3208137"/>
              <a:gd name="csY14" fmla="*/ 520491 h 1473088"/>
              <a:gd name="csX15" fmla="*/ 0 w 3208137"/>
              <a:gd name="csY15" fmla="*/ 0 h 14730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3208137" h="1473088" extrusionOk="0">
                <a:moveTo>
                  <a:pt x="0" y="0"/>
                </a:moveTo>
                <a:cubicBezTo>
                  <a:pt x="211432" y="-13955"/>
                  <a:pt x="366966" y="-25463"/>
                  <a:pt x="609546" y="0"/>
                </a:cubicBezTo>
                <a:cubicBezTo>
                  <a:pt x="852126" y="25463"/>
                  <a:pt x="923512" y="-16690"/>
                  <a:pt x="1187011" y="0"/>
                </a:cubicBezTo>
                <a:cubicBezTo>
                  <a:pt x="1450511" y="16690"/>
                  <a:pt x="1531157" y="3621"/>
                  <a:pt x="1828638" y="0"/>
                </a:cubicBezTo>
                <a:cubicBezTo>
                  <a:pt x="2126119" y="-3621"/>
                  <a:pt x="2150094" y="27174"/>
                  <a:pt x="2438184" y="0"/>
                </a:cubicBezTo>
                <a:cubicBezTo>
                  <a:pt x="2726274" y="-27174"/>
                  <a:pt x="2893556" y="-30000"/>
                  <a:pt x="3208137" y="0"/>
                </a:cubicBezTo>
                <a:cubicBezTo>
                  <a:pt x="3222393" y="129608"/>
                  <a:pt x="3207235" y="237215"/>
                  <a:pt x="3208137" y="461568"/>
                </a:cubicBezTo>
                <a:cubicBezTo>
                  <a:pt x="3209039" y="685921"/>
                  <a:pt x="3194675" y="735585"/>
                  <a:pt x="3208137" y="967328"/>
                </a:cubicBezTo>
                <a:cubicBezTo>
                  <a:pt x="3221599" y="1199071"/>
                  <a:pt x="3221743" y="1306526"/>
                  <a:pt x="3208137" y="1473088"/>
                </a:cubicBezTo>
                <a:cubicBezTo>
                  <a:pt x="3068243" y="1485725"/>
                  <a:pt x="2706897" y="1463106"/>
                  <a:pt x="2566510" y="1473088"/>
                </a:cubicBezTo>
                <a:cubicBezTo>
                  <a:pt x="2426123" y="1483070"/>
                  <a:pt x="2055084" y="1462422"/>
                  <a:pt x="1860719" y="1473088"/>
                </a:cubicBezTo>
                <a:cubicBezTo>
                  <a:pt x="1666354" y="1483754"/>
                  <a:pt x="1373964" y="1446691"/>
                  <a:pt x="1187011" y="1473088"/>
                </a:cubicBezTo>
                <a:cubicBezTo>
                  <a:pt x="1000058" y="1499485"/>
                  <a:pt x="415012" y="1422003"/>
                  <a:pt x="0" y="1473088"/>
                </a:cubicBezTo>
                <a:cubicBezTo>
                  <a:pt x="18015" y="1233542"/>
                  <a:pt x="19371" y="1204267"/>
                  <a:pt x="0" y="967328"/>
                </a:cubicBezTo>
                <a:cubicBezTo>
                  <a:pt x="-19371" y="730389"/>
                  <a:pt x="-10632" y="696867"/>
                  <a:pt x="0" y="520491"/>
                </a:cubicBezTo>
                <a:cubicBezTo>
                  <a:pt x="10632" y="344115"/>
                  <a:pt x="10621" y="110620"/>
                  <a:pt x="0" y="0"/>
                </a:cubicBezTo>
                <a:close/>
              </a:path>
            </a:pathLst>
          </a:custGeom>
          <a:noFill/>
          <a:ln w="57150">
            <a:solidFill>
              <a:schemeClr val="accent6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2318340581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CE09B0A-0D74-76B2-C7B5-D9562120C172}"/>
              </a:ext>
            </a:extLst>
          </p:cNvPr>
          <p:cNvGrpSpPr/>
          <p:nvPr/>
        </p:nvGrpSpPr>
        <p:grpSpPr>
          <a:xfrm>
            <a:off x="8023798" y="466019"/>
            <a:ext cx="1281578" cy="1392162"/>
            <a:chOff x="8023798" y="466019"/>
            <a:chExt cx="1281578" cy="1392162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B783A927-3CDC-5387-41CA-B7E8964175B7}"/>
                </a:ext>
              </a:extLst>
            </p:cNvPr>
            <p:cNvGrpSpPr/>
            <p:nvPr/>
          </p:nvGrpSpPr>
          <p:grpSpPr>
            <a:xfrm>
              <a:off x="8023798" y="634175"/>
              <a:ext cx="1281578" cy="1224006"/>
              <a:chOff x="2026995" y="1759447"/>
              <a:chExt cx="1281578" cy="1224006"/>
            </a:xfrm>
          </p:grpSpPr>
          <p:grpSp>
            <p:nvGrpSpPr>
              <p:cNvPr id="34" name="Circle B">
                <a:extLst>
                  <a:ext uri="{FF2B5EF4-FFF2-40B4-BE49-F238E27FC236}">
                    <a16:creationId xmlns:a16="http://schemas.microsoft.com/office/drawing/2014/main" id="{0B688CAE-D46F-390F-52BC-ACEBDCEA653F}"/>
                  </a:ext>
                </a:extLst>
              </p:cNvPr>
              <p:cNvGrpSpPr/>
              <p:nvPr/>
            </p:nvGrpSpPr>
            <p:grpSpPr>
              <a:xfrm>
                <a:off x="2050416" y="1759447"/>
                <a:ext cx="1229054" cy="1224006"/>
                <a:chOff x="3731763" y="2289353"/>
                <a:chExt cx="1341438" cy="1335925"/>
              </a:xfrm>
            </p:grpSpPr>
            <p:sp>
              <p:nvSpPr>
                <p:cNvPr id="36" name="Oval 73">
                  <a:extLst>
                    <a:ext uri="{FF2B5EF4-FFF2-40B4-BE49-F238E27FC236}">
                      <a16:creationId xmlns:a16="http://schemas.microsoft.com/office/drawing/2014/main" id="{85842C43-B3D6-EB4E-1AEC-28AFBDDA2C7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31763" y="2289353"/>
                  <a:ext cx="1341438" cy="1335925"/>
                </a:xfrm>
                <a:prstGeom prst="ellipse">
                  <a:avLst/>
                </a:prstGeom>
                <a:gradFill flip="none" rotWithShape="1">
                  <a:gsLst>
                    <a:gs pos="20000">
                      <a:srgbClr val="FFFFFF"/>
                    </a:gs>
                    <a:gs pos="100000">
                      <a:srgbClr val="DAD9D9"/>
                    </a:gs>
                  </a:gsLst>
                  <a:lin ang="2700000" scaled="1"/>
                  <a:tileRect/>
                </a:gradFill>
                <a:ln>
                  <a:noFill/>
                </a:ln>
                <a:effectLst>
                  <a:outerShdw blurRad="381000" dist="177800" dir="2700000" algn="tl" rotWithShape="0">
                    <a:prstClr val="black">
                      <a:alpha val="70000"/>
                    </a:prstClr>
                  </a:outer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350" dirty="0">
                    <a:latin typeface="Lato" panose="020F0502020204030203" pitchFamily="34" charset="0"/>
                  </a:endParaRPr>
                </a:p>
              </p:txBody>
            </p:sp>
            <p:pic>
              <p:nvPicPr>
                <p:cNvPr id="37" name="Texture">
                  <a:extLst>
                    <a:ext uri="{FF2B5EF4-FFF2-40B4-BE49-F238E27FC236}">
                      <a16:creationId xmlns:a16="http://schemas.microsoft.com/office/drawing/2014/main" id="{571C15F1-855E-C968-CC9F-53042C68806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840103" y="2392141"/>
                  <a:ext cx="1187212" cy="1187213"/>
                </a:xfrm>
                <a:prstGeom prst="rect">
                  <a:avLst/>
                </a:prstGeom>
              </p:spPr>
            </p:pic>
          </p:grpSp>
          <p:sp>
            <p:nvSpPr>
              <p:cNvPr id="35" name="B">
                <a:extLst>
                  <a:ext uri="{FF2B5EF4-FFF2-40B4-BE49-F238E27FC236}">
                    <a16:creationId xmlns:a16="http://schemas.microsoft.com/office/drawing/2014/main" id="{73CE2628-09E0-653B-1495-B7626921A685}"/>
                  </a:ext>
                </a:extLst>
              </p:cNvPr>
              <p:cNvSpPr txBox="1"/>
              <p:nvPr/>
            </p:nvSpPr>
            <p:spPr>
              <a:xfrm>
                <a:off x="2026995" y="2103813"/>
                <a:ext cx="128157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3600">
                    <a:solidFill>
                      <a:srgbClr val="FF0000"/>
                    </a:solidFill>
                    <a:latin typeface="IRANYekanXFaNum Heavy" pitchFamily="2" charset="-78"/>
                    <a:ea typeface="Roboto Condensed" panose="02000000000000000000" pitchFamily="2" charset="0"/>
                    <a:cs typeface="IRANYekanXFaNum Heavy" pitchFamily="2" charset="-78"/>
                  </a:defRPr>
                </a:lvl1pPr>
              </a:lstStyle>
              <a:p>
                <a:r>
                  <a:rPr lang="fa-I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مثال</a:t>
                </a:r>
                <a:endParaRPr lang="ru-RU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  <p:sp>
          <p:nvSpPr>
            <p:cNvPr id="2" name="A">
              <a:extLst>
                <a:ext uri="{FF2B5EF4-FFF2-40B4-BE49-F238E27FC236}">
                  <a16:creationId xmlns:a16="http://schemas.microsoft.com/office/drawing/2014/main" id="{CA4FC4E1-25B4-1CB0-C8C5-B58C47572D89}"/>
                </a:ext>
              </a:extLst>
            </p:cNvPr>
            <p:cNvSpPr txBox="1"/>
            <p:nvPr/>
          </p:nvSpPr>
          <p:spPr>
            <a:xfrm>
              <a:off x="8046960" y="466019"/>
              <a:ext cx="266863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a-IR" sz="60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IRANYekanXFaNum Heavy" pitchFamily="2" charset="-78"/>
                  <a:ea typeface="Roboto Condensed" panose="02000000000000000000" pitchFamily="2" charset="0"/>
                  <a:cs typeface="IRANYekanXFaNum Heavy" pitchFamily="2" charset="-78"/>
                </a:rPr>
                <a:t>1</a:t>
              </a:r>
              <a:endParaRPr lang="ru-RU" sz="6000" b="1" dirty="0">
                <a:ln w="13462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  <a:cs typeface="IRANYekanXFaNum Heavy" pitchFamily="2" charset="-7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854669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p14:presetBounceEnd="68182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8182">
                                          <p:cBhvr additive="base">
                                            <p:cTn id="7" dur="11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8182">
                                          <p:cBhvr additive="base">
                                            <p:cTn id="8" dur="11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2" presetClass="entr" presetSubtype="8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2" dur="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2" presetClass="entr" presetSubtype="2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16" dur="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2" fill="hold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nodeType="withEffect" p14:presetBounceEnd="68182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8182">
                                          <p:cBhvr additive="base">
                                            <p:cTn id="23" dur="11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8182">
                                          <p:cBhvr additive="base">
                                            <p:cTn id="24" dur="11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900"/>
                                </p:stCondLst>
                                <p:childTnLst>
                                  <p:par>
                                    <p:cTn id="26" presetID="1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500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9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2400"/>
                                </p:stCondLst>
                                <p:childTnLst>
                                  <p:par>
                                    <p:cTn id="31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3" dur="5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2900"/>
                                </p:stCondLst>
                                <p:childTnLst>
                                  <p:par>
                                    <p:cTn id="35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9" fill="hold">
                          <p:stCondLst>
                            <p:cond delay="indefinite"/>
                          </p:stCondLst>
                          <p:childTnLst>
                            <p:par>
                              <p:cTn id="4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1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3" dur="5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4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45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7" dur="5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0" grpId="0" animBg="1"/>
          <p:bldP spid="24" grpId="0" animBg="1"/>
          <p:bldP spid="25" grpId="0" animBg="1"/>
          <p:bldP spid="26" grpId="0" animBg="1"/>
          <p:bldP spid="32" grpId="0"/>
          <p:bldP spid="38" grpId="0" animBg="1"/>
          <p:bldP spid="39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1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1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2" presetClass="entr" presetSubtype="8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2" dur="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2" presetClass="entr" presetSubtype="2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16" dur="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2" fill="hold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11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11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900"/>
                                </p:stCondLst>
                                <p:childTnLst>
                                  <p:par>
                                    <p:cTn id="26" presetID="1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500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9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2400"/>
                                </p:stCondLst>
                                <p:childTnLst>
                                  <p:par>
                                    <p:cTn id="31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3" dur="5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2900"/>
                                </p:stCondLst>
                                <p:childTnLst>
                                  <p:par>
                                    <p:cTn id="35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9" fill="hold">
                          <p:stCondLst>
                            <p:cond delay="indefinite"/>
                          </p:stCondLst>
                          <p:childTnLst>
                            <p:par>
                              <p:cTn id="4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1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3" dur="5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4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45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7" dur="5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0" grpId="0" animBg="1"/>
          <p:bldP spid="24" grpId="0" animBg="1"/>
          <p:bldP spid="25" grpId="0" animBg="1"/>
          <p:bldP spid="26" grpId="0" animBg="1"/>
          <p:bldP spid="32" grpId="0"/>
          <p:bldP spid="38" grpId="0" animBg="1"/>
          <p:bldP spid="39" grpId="0" animBg="1"/>
        </p:bldLst>
      </p:timing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43795-B5E4-D4E7-041C-5E7CA741B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F990FDDB-F1BE-C8C1-2B0B-EB30D2B148AF}"/>
              </a:ext>
            </a:extLst>
          </p:cNvPr>
          <p:cNvSpPr/>
          <p:nvPr/>
        </p:nvSpPr>
        <p:spPr>
          <a:xfrm>
            <a:off x="1346791" y="2947119"/>
            <a:ext cx="2729024" cy="2729024"/>
          </a:xfrm>
          <a:custGeom>
            <a:avLst/>
            <a:gdLst>
              <a:gd name="csX0" fmla="*/ 0 w 2729024"/>
              <a:gd name="csY0" fmla="*/ 0 h 2729024"/>
              <a:gd name="csX1" fmla="*/ 600385 w 2729024"/>
              <a:gd name="csY1" fmla="*/ 0 h 2729024"/>
              <a:gd name="csX2" fmla="*/ 1309932 w 2729024"/>
              <a:gd name="csY2" fmla="*/ 0 h 2729024"/>
              <a:gd name="csX3" fmla="*/ 2019478 w 2729024"/>
              <a:gd name="csY3" fmla="*/ 0 h 2729024"/>
              <a:gd name="csX4" fmla="*/ 2729024 w 2729024"/>
              <a:gd name="csY4" fmla="*/ 0 h 2729024"/>
              <a:gd name="csX5" fmla="*/ 2729024 w 2729024"/>
              <a:gd name="csY5" fmla="*/ 654966 h 2729024"/>
              <a:gd name="csX6" fmla="*/ 2729024 w 2729024"/>
              <a:gd name="csY6" fmla="*/ 1282641 h 2729024"/>
              <a:gd name="csX7" fmla="*/ 2729024 w 2729024"/>
              <a:gd name="csY7" fmla="*/ 1937607 h 2729024"/>
              <a:gd name="csX8" fmla="*/ 2729024 w 2729024"/>
              <a:gd name="csY8" fmla="*/ 2729024 h 2729024"/>
              <a:gd name="csX9" fmla="*/ 1992188 w 2729024"/>
              <a:gd name="csY9" fmla="*/ 2729024 h 2729024"/>
              <a:gd name="csX10" fmla="*/ 1391802 w 2729024"/>
              <a:gd name="csY10" fmla="*/ 2729024 h 2729024"/>
              <a:gd name="csX11" fmla="*/ 736836 w 2729024"/>
              <a:gd name="csY11" fmla="*/ 2729024 h 2729024"/>
              <a:gd name="csX12" fmla="*/ 0 w 2729024"/>
              <a:gd name="csY12" fmla="*/ 2729024 h 2729024"/>
              <a:gd name="csX13" fmla="*/ 0 w 2729024"/>
              <a:gd name="csY13" fmla="*/ 2019478 h 2729024"/>
              <a:gd name="csX14" fmla="*/ 0 w 2729024"/>
              <a:gd name="csY14" fmla="*/ 1337222 h 2729024"/>
              <a:gd name="csX15" fmla="*/ 0 w 2729024"/>
              <a:gd name="csY15" fmla="*/ 627676 h 2729024"/>
              <a:gd name="csX16" fmla="*/ 0 w 2729024"/>
              <a:gd name="csY16" fmla="*/ 0 h 27290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2729024" h="2729024" extrusionOk="0">
                <a:moveTo>
                  <a:pt x="0" y="0"/>
                </a:moveTo>
                <a:cubicBezTo>
                  <a:pt x="252301" y="23250"/>
                  <a:pt x="339787" y="6455"/>
                  <a:pt x="600385" y="0"/>
                </a:cubicBezTo>
                <a:cubicBezTo>
                  <a:pt x="860983" y="-6455"/>
                  <a:pt x="1041574" y="-6812"/>
                  <a:pt x="1309932" y="0"/>
                </a:cubicBezTo>
                <a:cubicBezTo>
                  <a:pt x="1578290" y="6812"/>
                  <a:pt x="1808525" y="11632"/>
                  <a:pt x="2019478" y="0"/>
                </a:cubicBezTo>
                <a:cubicBezTo>
                  <a:pt x="2230431" y="-11632"/>
                  <a:pt x="2558256" y="-34876"/>
                  <a:pt x="2729024" y="0"/>
                </a:cubicBezTo>
                <a:cubicBezTo>
                  <a:pt x="2715939" y="191452"/>
                  <a:pt x="2747960" y="374437"/>
                  <a:pt x="2729024" y="654966"/>
                </a:cubicBezTo>
                <a:cubicBezTo>
                  <a:pt x="2710088" y="935495"/>
                  <a:pt x="2759955" y="1154342"/>
                  <a:pt x="2729024" y="1282641"/>
                </a:cubicBezTo>
                <a:cubicBezTo>
                  <a:pt x="2698093" y="1410941"/>
                  <a:pt x="2740914" y="1639314"/>
                  <a:pt x="2729024" y="1937607"/>
                </a:cubicBezTo>
                <a:cubicBezTo>
                  <a:pt x="2717134" y="2235900"/>
                  <a:pt x="2742193" y="2468989"/>
                  <a:pt x="2729024" y="2729024"/>
                </a:cubicBezTo>
                <a:cubicBezTo>
                  <a:pt x="2414713" y="2733355"/>
                  <a:pt x="2294947" y="2754724"/>
                  <a:pt x="1992188" y="2729024"/>
                </a:cubicBezTo>
                <a:cubicBezTo>
                  <a:pt x="1689429" y="2703324"/>
                  <a:pt x="1671511" y="2708319"/>
                  <a:pt x="1391802" y="2729024"/>
                </a:cubicBezTo>
                <a:cubicBezTo>
                  <a:pt x="1112093" y="2749729"/>
                  <a:pt x="1041438" y="2759833"/>
                  <a:pt x="736836" y="2729024"/>
                </a:cubicBezTo>
                <a:cubicBezTo>
                  <a:pt x="432234" y="2698215"/>
                  <a:pt x="340047" y="2749858"/>
                  <a:pt x="0" y="2729024"/>
                </a:cubicBezTo>
                <a:cubicBezTo>
                  <a:pt x="-33608" y="2408449"/>
                  <a:pt x="-732" y="2226247"/>
                  <a:pt x="0" y="2019478"/>
                </a:cubicBezTo>
                <a:cubicBezTo>
                  <a:pt x="732" y="1812709"/>
                  <a:pt x="19661" y="1562186"/>
                  <a:pt x="0" y="1337222"/>
                </a:cubicBezTo>
                <a:cubicBezTo>
                  <a:pt x="-19661" y="1112258"/>
                  <a:pt x="-2050" y="863482"/>
                  <a:pt x="0" y="627676"/>
                </a:cubicBezTo>
                <a:cubicBezTo>
                  <a:pt x="2050" y="391870"/>
                  <a:pt x="1901" y="167880"/>
                  <a:pt x="0" y="0"/>
                </a:cubicBezTo>
                <a:close/>
              </a:path>
            </a:pathLst>
          </a:custGeom>
          <a:noFill/>
          <a:ln w="57150">
            <a:solidFill>
              <a:schemeClr val="accent6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4723510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62C3296-9CBF-A7FF-E530-09F64930F6A5}"/>
              </a:ext>
            </a:extLst>
          </p:cNvPr>
          <p:cNvSpPr/>
          <p:nvPr/>
        </p:nvSpPr>
        <p:spPr>
          <a:xfrm rot="18884390">
            <a:off x="1107235" y="3675076"/>
            <a:ext cx="3208137" cy="1473088"/>
          </a:xfrm>
          <a:custGeom>
            <a:avLst/>
            <a:gdLst>
              <a:gd name="csX0" fmla="*/ 0 w 3208137"/>
              <a:gd name="csY0" fmla="*/ 0 h 1473088"/>
              <a:gd name="csX1" fmla="*/ 609546 w 3208137"/>
              <a:gd name="csY1" fmla="*/ 0 h 1473088"/>
              <a:gd name="csX2" fmla="*/ 1187011 w 3208137"/>
              <a:gd name="csY2" fmla="*/ 0 h 1473088"/>
              <a:gd name="csX3" fmla="*/ 1828638 w 3208137"/>
              <a:gd name="csY3" fmla="*/ 0 h 1473088"/>
              <a:gd name="csX4" fmla="*/ 2438184 w 3208137"/>
              <a:gd name="csY4" fmla="*/ 0 h 1473088"/>
              <a:gd name="csX5" fmla="*/ 3208137 w 3208137"/>
              <a:gd name="csY5" fmla="*/ 0 h 1473088"/>
              <a:gd name="csX6" fmla="*/ 3208137 w 3208137"/>
              <a:gd name="csY6" fmla="*/ 461568 h 1473088"/>
              <a:gd name="csX7" fmla="*/ 3208137 w 3208137"/>
              <a:gd name="csY7" fmla="*/ 967328 h 1473088"/>
              <a:gd name="csX8" fmla="*/ 3208137 w 3208137"/>
              <a:gd name="csY8" fmla="*/ 1473088 h 1473088"/>
              <a:gd name="csX9" fmla="*/ 2566510 w 3208137"/>
              <a:gd name="csY9" fmla="*/ 1473088 h 1473088"/>
              <a:gd name="csX10" fmla="*/ 1860719 w 3208137"/>
              <a:gd name="csY10" fmla="*/ 1473088 h 1473088"/>
              <a:gd name="csX11" fmla="*/ 1187011 w 3208137"/>
              <a:gd name="csY11" fmla="*/ 1473088 h 1473088"/>
              <a:gd name="csX12" fmla="*/ 0 w 3208137"/>
              <a:gd name="csY12" fmla="*/ 1473088 h 1473088"/>
              <a:gd name="csX13" fmla="*/ 0 w 3208137"/>
              <a:gd name="csY13" fmla="*/ 967328 h 1473088"/>
              <a:gd name="csX14" fmla="*/ 0 w 3208137"/>
              <a:gd name="csY14" fmla="*/ 520491 h 1473088"/>
              <a:gd name="csX15" fmla="*/ 0 w 3208137"/>
              <a:gd name="csY15" fmla="*/ 0 h 14730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3208137" h="1473088" extrusionOk="0">
                <a:moveTo>
                  <a:pt x="0" y="0"/>
                </a:moveTo>
                <a:cubicBezTo>
                  <a:pt x="211432" y="-13955"/>
                  <a:pt x="366966" y="-25463"/>
                  <a:pt x="609546" y="0"/>
                </a:cubicBezTo>
                <a:cubicBezTo>
                  <a:pt x="852126" y="25463"/>
                  <a:pt x="923512" y="-16690"/>
                  <a:pt x="1187011" y="0"/>
                </a:cubicBezTo>
                <a:cubicBezTo>
                  <a:pt x="1450511" y="16690"/>
                  <a:pt x="1531157" y="3621"/>
                  <a:pt x="1828638" y="0"/>
                </a:cubicBezTo>
                <a:cubicBezTo>
                  <a:pt x="2126119" y="-3621"/>
                  <a:pt x="2150094" y="27174"/>
                  <a:pt x="2438184" y="0"/>
                </a:cubicBezTo>
                <a:cubicBezTo>
                  <a:pt x="2726274" y="-27174"/>
                  <a:pt x="2893556" y="-30000"/>
                  <a:pt x="3208137" y="0"/>
                </a:cubicBezTo>
                <a:cubicBezTo>
                  <a:pt x="3222393" y="129608"/>
                  <a:pt x="3207235" y="237215"/>
                  <a:pt x="3208137" y="461568"/>
                </a:cubicBezTo>
                <a:cubicBezTo>
                  <a:pt x="3209039" y="685921"/>
                  <a:pt x="3194675" y="735585"/>
                  <a:pt x="3208137" y="967328"/>
                </a:cubicBezTo>
                <a:cubicBezTo>
                  <a:pt x="3221599" y="1199071"/>
                  <a:pt x="3221743" y="1306526"/>
                  <a:pt x="3208137" y="1473088"/>
                </a:cubicBezTo>
                <a:cubicBezTo>
                  <a:pt x="3068243" y="1485725"/>
                  <a:pt x="2706897" y="1463106"/>
                  <a:pt x="2566510" y="1473088"/>
                </a:cubicBezTo>
                <a:cubicBezTo>
                  <a:pt x="2426123" y="1483070"/>
                  <a:pt x="2055084" y="1462422"/>
                  <a:pt x="1860719" y="1473088"/>
                </a:cubicBezTo>
                <a:cubicBezTo>
                  <a:pt x="1666354" y="1483754"/>
                  <a:pt x="1373964" y="1446691"/>
                  <a:pt x="1187011" y="1473088"/>
                </a:cubicBezTo>
                <a:cubicBezTo>
                  <a:pt x="1000058" y="1499485"/>
                  <a:pt x="415012" y="1422003"/>
                  <a:pt x="0" y="1473088"/>
                </a:cubicBezTo>
                <a:cubicBezTo>
                  <a:pt x="18015" y="1233542"/>
                  <a:pt x="19371" y="1204267"/>
                  <a:pt x="0" y="967328"/>
                </a:cubicBezTo>
                <a:cubicBezTo>
                  <a:pt x="-19371" y="730389"/>
                  <a:pt x="-10632" y="696867"/>
                  <a:pt x="0" y="520491"/>
                </a:cubicBezTo>
                <a:cubicBezTo>
                  <a:pt x="10632" y="344115"/>
                  <a:pt x="10621" y="110620"/>
                  <a:pt x="0" y="0"/>
                </a:cubicBezTo>
                <a:close/>
              </a:path>
            </a:pathLst>
          </a:custGeom>
          <a:noFill/>
          <a:ln w="57150">
            <a:solidFill>
              <a:schemeClr val="accent6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2318340581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4A42D92-65B5-8C65-FD39-806D11D7B7FF}"/>
              </a:ext>
            </a:extLst>
          </p:cNvPr>
          <p:cNvSpPr/>
          <p:nvPr/>
        </p:nvSpPr>
        <p:spPr>
          <a:xfrm>
            <a:off x="2991853" y="2850866"/>
            <a:ext cx="192505" cy="192505"/>
          </a:xfrm>
          <a:prstGeom prst="ellipse">
            <a:avLst/>
          </a:prstGeom>
          <a:solidFill>
            <a:srgbClr val="6699FF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3876C4E-FD32-6FD3-1949-FED5A5F26122}"/>
              </a:ext>
            </a:extLst>
          </p:cNvPr>
          <p:cNvSpPr/>
          <p:nvPr/>
        </p:nvSpPr>
        <p:spPr>
          <a:xfrm>
            <a:off x="3419117" y="2850865"/>
            <a:ext cx="192505" cy="192505"/>
          </a:xfrm>
          <a:prstGeom prst="ellipse">
            <a:avLst/>
          </a:prstGeom>
          <a:solidFill>
            <a:srgbClr val="6699FF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47801E3-538C-8CB1-8867-6B08B807F7FE}"/>
              </a:ext>
            </a:extLst>
          </p:cNvPr>
          <p:cNvSpPr/>
          <p:nvPr/>
        </p:nvSpPr>
        <p:spPr>
          <a:xfrm>
            <a:off x="3979562" y="3407946"/>
            <a:ext cx="192505" cy="192505"/>
          </a:xfrm>
          <a:prstGeom prst="ellipse">
            <a:avLst/>
          </a:prstGeom>
          <a:solidFill>
            <a:srgbClr val="6699FF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FD87521-5EB9-97C4-96AE-B68CE1CAD853}"/>
              </a:ext>
            </a:extLst>
          </p:cNvPr>
          <p:cNvSpPr/>
          <p:nvPr/>
        </p:nvSpPr>
        <p:spPr>
          <a:xfrm>
            <a:off x="3979562" y="3965025"/>
            <a:ext cx="192505" cy="192505"/>
          </a:xfrm>
          <a:prstGeom prst="ellipse">
            <a:avLst/>
          </a:prstGeom>
          <a:solidFill>
            <a:srgbClr val="6699FF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54A835D-6BD5-D8D9-E8B0-7554550AB203}"/>
              </a:ext>
            </a:extLst>
          </p:cNvPr>
          <p:cNvSpPr/>
          <p:nvPr/>
        </p:nvSpPr>
        <p:spPr>
          <a:xfrm>
            <a:off x="2372105" y="5579891"/>
            <a:ext cx="192505" cy="192505"/>
          </a:xfrm>
          <a:prstGeom prst="ellipse">
            <a:avLst/>
          </a:prstGeom>
          <a:solidFill>
            <a:srgbClr val="6699FF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49CBE0C-B646-4552-60F5-BE49130B6AFE}"/>
              </a:ext>
            </a:extLst>
          </p:cNvPr>
          <p:cNvSpPr/>
          <p:nvPr/>
        </p:nvSpPr>
        <p:spPr>
          <a:xfrm>
            <a:off x="1586134" y="5579890"/>
            <a:ext cx="192505" cy="192505"/>
          </a:xfrm>
          <a:prstGeom prst="ellipse">
            <a:avLst/>
          </a:prstGeom>
          <a:solidFill>
            <a:srgbClr val="6699FF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D5F335B-B51B-3FDA-A84C-4D6315933DC1}"/>
              </a:ext>
            </a:extLst>
          </p:cNvPr>
          <p:cNvSpPr/>
          <p:nvPr/>
        </p:nvSpPr>
        <p:spPr>
          <a:xfrm>
            <a:off x="1250538" y="5184376"/>
            <a:ext cx="192505" cy="192505"/>
          </a:xfrm>
          <a:prstGeom prst="ellipse">
            <a:avLst/>
          </a:prstGeom>
          <a:solidFill>
            <a:srgbClr val="6699FF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44A8A92-9A29-46A6-E2F5-6884C5F8E2F4}"/>
              </a:ext>
            </a:extLst>
          </p:cNvPr>
          <p:cNvSpPr/>
          <p:nvPr/>
        </p:nvSpPr>
        <p:spPr>
          <a:xfrm>
            <a:off x="1258385" y="4630771"/>
            <a:ext cx="192505" cy="192505"/>
          </a:xfrm>
          <a:prstGeom prst="ellipse">
            <a:avLst/>
          </a:prstGeom>
          <a:solidFill>
            <a:srgbClr val="6699FF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3D1E547-370E-1247-2994-0DCD71457E0A}"/>
              </a:ext>
            </a:extLst>
          </p:cNvPr>
          <p:cNvSpPr/>
          <p:nvPr/>
        </p:nvSpPr>
        <p:spPr>
          <a:xfrm>
            <a:off x="4407848" y="3012864"/>
            <a:ext cx="5451999" cy="1481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70000"/>
              </a:lnSpc>
            </a:pPr>
            <a:r>
              <a:rPr sz="2800">
                <a:solidFill>
                  <a:srgbClr val="6699FF"/>
                </a:solidFill>
                <a:latin typeface="IRANYekanXFaNum"/>
              </a:rPr>
              <a:t>اگر تمام اعضای مجموعه B در A باشند،</a:t>
            </a:r>
          </a:p>
          <a:p>
            <a:pPr algn="r"/>
            <a:r>
              <a:rPr sz="2800">
                <a:solidFill>
                  <a:srgbClr val="6699FF"/>
                </a:solidFill>
                <a:latin typeface="IRANYekanXFaNum"/>
              </a:rPr>
              <a:t> B زیرمجموعه A است (B ⊆ A).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8854557-8636-4B8A-C981-1D4CBD738CE8}"/>
              </a:ext>
            </a:extLst>
          </p:cNvPr>
          <p:cNvSpPr/>
          <p:nvPr/>
        </p:nvSpPr>
        <p:spPr>
          <a:xfrm>
            <a:off x="182712" y="675481"/>
            <a:ext cx="8632177" cy="1356108"/>
          </a:xfrm>
          <a:prstGeom prst="roundRect">
            <a:avLst>
              <a:gd name="adj" fmla="val 34686"/>
            </a:avLst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DZ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7C85A25-6672-62DC-4DEB-B9AD2E1C3AD7}"/>
              </a:ext>
            </a:extLst>
          </p:cNvPr>
          <p:cNvGrpSpPr/>
          <p:nvPr/>
        </p:nvGrpSpPr>
        <p:grpSpPr>
          <a:xfrm rot="5400000">
            <a:off x="9079518" y="755454"/>
            <a:ext cx="1666266" cy="993876"/>
            <a:chOff x="5263043" y="3924314"/>
            <a:chExt cx="1666266" cy="993876"/>
          </a:xfrm>
        </p:grpSpPr>
        <p:sp>
          <p:nvSpPr>
            <p:cNvPr id="14" name="Arc 111">
              <a:extLst>
                <a:ext uri="{FF2B5EF4-FFF2-40B4-BE49-F238E27FC236}">
                  <a16:creationId xmlns:a16="http://schemas.microsoft.com/office/drawing/2014/main" id="{89F2BFF0-9122-AD45-54ED-80821F97F196}"/>
                </a:ext>
              </a:extLst>
            </p:cNvPr>
            <p:cNvSpPr>
              <a:spLocks/>
            </p:cNvSpPr>
            <p:nvPr/>
          </p:nvSpPr>
          <p:spPr>
            <a:xfrm rot="7125828">
              <a:off x="5634265" y="3553092"/>
              <a:ext cx="923822" cy="1666266"/>
            </a:xfrm>
            <a:custGeom>
              <a:avLst/>
              <a:gdLst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2" fmla="*/ 1568256 w 3136511"/>
                <a:gd name="connsiteY2" fmla="*/ 1874520 h 3749040"/>
                <a:gd name="connsiteX3" fmla="*/ 2026459 w 3136511"/>
                <a:gd name="connsiteY3" fmla="*/ 81794 h 3749040"/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8203 w 1568259"/>
                <a:gd name="connsiteY0" fmla="*/ 0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026135"/>
                <a:gd name="connsiteY0" fmla="*/ 0 h 1776354"/>
                <a:gd name="connsiteX1" fmla="*/ 1026135 w 1026135"/>
                <a:gd name="connsiteY1" fmla="*/ 1776354 h 1776354"/>
                <a:gd name="connsiteX2" fmla="*/ 0 w 1026135"/>
                <a:gd name="connsiteY2" fmla="*/ 1191335 h 1776354"/>
                <a:gd name="connsiteX3" fmla="*/ 27726 w 1026135"/>
                <a:gd name="connsiteY3" fmla="*/ 0 h 1776354"/>
                <a:gd name="connsiteX0" fmla="*/ 20520 w 1026135"/>
                <a:gd name="connsiteY0" fmla="*/ 34379 h 1776354"/>
                <a:gd name="connsiteX1" fmla="*/ 884205 w 1026135"/>
                <a:gd name="connsiteY1" fmla="*/ 1632603 h 1776354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23822" h="1666266" stroke="0" extrusionOk="0">
                  <a:moveTo>
                    <a:pt x="27726" y="0"/>
                  </a:moveTo>
                  <a:cubicBezTo>
                    <a:pt x="1059256" y="699389"/>
                    <a:pt x="841732" y="475354"/>
                    <a:pt x="917895" y="1666266"/>
                  </a:cubicBezTo>
                  <a:lnTo>
                    <a:pt x="0" y="1191335"/>
                  </a:lnTo>
                  <a:lnTo>
                    <a:pt x="27726" y="0"/>
                  </a:lnTo>
                  <a:close/>
                </a:path>
                <a:path w="923822" h="1666266" fill="none">
                  <a:moveTo>
                    <a:pt x="20520" y="34379"/>
                  </a:moveTo>
                  <a:cubicBezTo>
                    <a:pt x="787091" y="294637"/>
                    <a:pt x="1028502" y="898728"/>
                    <a:pt x="884205" y="1632603"/>
                  </a:cubicBezTo>
                </a:path>
              </a:pathLst>
            </a:custGeom>
            <a:ln w="28575" cap="rnd">
              <a:solidFill>
                <a:srgbClr val="767B7B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C9F5F10-03B7-82EC-D40F-C059D6D07FBE}"/>
                </a:ext>
              </a:extLst>
            </p:cNvPr>
            <p:cNvSpPr/>
            <p:nvPr/>
          </p:nvSpPr>
          <p:spPr>
            <a:xfrm>
              <a:off x="6020181" y="4749058"/>
              <a:ext cx="200440" cy="169132"/>
            </a:xfrm>
            <a:custGeom>
              <a:avLst/>
              <a:gdLst>
                <a:gd name="connsiteX0" fmla="*/ 28037 w 200440"/>
                <a:gd name="connsiteY0" fmla="*/ 0 h 169132"/>
                <a:gd name="connsiteX1" fmla="*/ 44586 w 200440"/>
                <a:gd name="connsiteY1" fmla="*/ 1769 h 169132"/>
                <a:gd name="connsiteX2" fmla="*/ 166182 w 200440"/>
                <a:gd name="connsiteY2" fmla="*/ 789 h 169132"/>
                <a:gd name="connsiteX3" fmla="*/ 172411 w 200440"/>
                <a:gd name="connsiteY3" fmla="*/ 11 h 169132"/>
                <a:gd name="connsiteX4" fmla="*/ 192564 w 200440"/>
                <a:gd name="connsiteY4" fmla="*/ 29902 h 169132"/>
                <a:gd name="connsiteX5" fmla="*/ 200440 w 200440"/>
                <a:gd name="connsiteY5" fmla="*/ 68912 h 169132"/>
                <a:gd name="connsiteX6" fmla="*/ 100220 w 200440"/>
                <a:gd name="connsiteY6" fmla="*/ 169132 h 169132"/>
                <a:gd name="connsiteX7" fmla="*/ 0 w 200440"/>
                <a:gd name="connsiteY7" fmla="*/ 68912 h 169132"/>
                <a:gd name="connsiteX8" fmla="*/ 7876 w 200440"/>
                <a:gd name="connsiteY8" fmla="*/ 29902 h 169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0440" h="169132">
                  <a:moveTo>
                    <a:pt x="28037" y="0"/>
                  </a:moveTo>
                  <a:lnTo>
                    <a:pt x="44586" y="1769"/>
                  </a:lnTo>
                  <a:cubicBezTo>
                    <a:pt x="84217" y="3762"/>
                    <a:pt x="124733" y="3518"/>
                    <a:pt x="166182" y="789"/>
                  </a:cubicBezTo>
                  <a:lnTo>
                    <a:pt x="172411" y="11"/>
                  </a:lnTo>
                  <a:lnTo>
                    <a:pt x="192564" y="29902"/>
                  </a:lnTo>
                  <a:cubicBezTo>
                    <a:pt x="197636" y="41892"/>
                    <a:pt x="200440" y="55075"/>
                    <a:pt x="200440" y="68912"/>
                  </a:cubicBezTo>
                  <a:cubicBezTo>
                    <a:pt x="200440" y="124262"/>
                    <a:pt x="155570" y="169132"/>
                    <a:pt x="100220" y="169132"/>
                  </a:cubicBezTo>
                  <a:cubicBezTo>
                    <a:pt x="44870" y="169132"/>
                    <a:pt x="0" y="124262"/>
                    <a:pt x="0" y="68912"/>
                  </a:cubicBezTo>
                  <a:cubicBezTo>
                    <a:pt x="0" y="55075"/>
                    <a:pt x="2805" y="41892"/>
                    <a:pt x="7876" y="29902"/>
                  </a:cubicBezTo>
                  <a:close/>
                </a:path>
              </a:pathLst>
            </a:custGeom>
            <a:solidFill>
              <a:srgbClr val="767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</p:grp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4B3110BD-8E52-6322-6FCF-D3DCA3CFF015}"/>
              </a:ext>
            </a:extLst>
          </p:cNvPr>
          <p:cNvSpPr/>
          <p:nvPr/>
        </p:nvSpPr>
        <p:spPr>
          <a:xfrm>
            <a:off x="11529568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AD962C5-6394-E61B-8104-4BBEE5737DA0}"/>
              </a:ext>
            </a:extLst>
          </p:cNvPr>
          <p:cNvSpPr/>
          <p:nvPr/>
        </p:nvSpPr>
        <p:spPr>
          <a:xfrm flipH="1">
            <a:off x="9683316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DF7367A-8947-38BC-9E13-FF61388F0877}"/>
              </a:ext>
            </a:extLst>
          </p:cNvPr>
          <p:cNvSpPr>
            <a:spLocks noChangeAspect="1"/>
          </p:cNvSpPr>
          <p:nvPr/>
        </p:nvSpPr>
        <p:spPr>
          <a:xfrm>
            <a:off x="9802197" y="163553"/>
            <a:ext cx="1966302" cy="2199640"/>
          </a:xfrm>
          <a:custGeom>
            <a:avLst/>
            <a:gdLst>
              <a:gd name="connsiteX0" fmla="*/ 983151 w 1966302"/>
              <a:gd name="connsiteY0" fmla="*/ 0 h 2199640"/>
              <a:gd name="connsiteX1" fmla="*/ 1893033 w 1966302"/>
              <a:gd name="connsiteY1" fmla="*/ 484900 h 2199640"/>
              <a:gd name="connsiteX2" fmla="*/ 1966302 w 1966302"/>
              <a:gd name="connsiteY2" fmla="*/ 620201 h 2199640"/>
              <a:gd name="connsiteX3" fmla="*/ 1944102 w 1966302"/>
              <a:gd name="connsiteY3" fmla="*/ 631189 h 2199640"/>
              <a:gd name="connsiteX4" fmla="*/ 1670855 w 1966302"/>
              <a:gd name="connsiteY4" fmla="*/ 1099820 h 2199640"/>
              <a:gd name="connsiteX5" fmla="*/ 1944102 w 1966302"/>
              <a:gd name="connsiteY5" fmla="*/ 1568451 h 2199640"/>
              <a:gd name="connsiteX6" fmla="*/ 1966302 w 1966302"/>
              <a:gd name="connsiteY6" fmla="*/ 1579440 h 2199640"/>
              <a:gd name="connsiteX7" fmla="*/ 1893033 w 1966302"/>
              <a:gd name="connsiteY7" fmla="*/ 1714740 h 2199640"/>
              <a:gd name="connsiteX8" fmla="*/ 983151 w 1966302"/>
              <a:gd name="connsiteY8" fmla="*/ 2199640 h 2199640"/>
              <a:gd name="connsiteX9" fmla="*/ 73269 w 1966302"/>
              <a:gd name="connsiteY9" fmla="*/ 1714740 h 2199640"/>
              <a:gd name="connsiteX10" fmla="*/ 0 w 1966302"/>
              <a:gd name="connsiteY10" fmla="*/ 1579439 h 2199640"/>
              <a:gd name="connsiteX11" fmla="*/ 22200 w 1966302"/>
              <a:gd name="connsiteY11" fmla="*/ 1568451 h 2199640"/>
              <a:gd name="connsiteX12" fmla="*/ 295446 w 1966302"/>
              <a:gd name="connsiteY12" fmla="*/ 1099820 h 2199640"/>
              <a:gd name="connsiteX13" fmla="*/ 22200 w 1966302"/>
              <a:gd name="connsiteY13" fmla="*/ 631189 h 2199640"/>
              <a:gd name="connsiteX14" fmla="*/ 0 w 1966302"/>
              <a:gd name="connsiteY14" fmla="*/ 620201 h 2199640"/>
              <a:gd name="connsiteX15" fmla="*/ 73269 w 1966302"/>
              <a:gd name="connsiteY15" fmla="*/ 484900 h 2199640"/>
              <a:gd name="connsiteX16" fmla="*/ 983151 w 1966302"/>
              <a:gd name="connsiteY16" fmla="*/ 0 h 2199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966302" h="2199640">
                <a:moveTo>
                  <a:pt x="983151" y="0"/>
                </a:moveTo>
                <a:cubicBezTo>
                  <a:pt x="1361908" y="0"/>
                  <a:pt x="1695844" y="192346"/>
                  <a:pt x="1893033" y="484900"/>
                </a:cubicBezTo>
                <a:lnTo>
                  <a:pt x="1966302" y="620201"/>
                </a:lnTo>
                <a:lnTo>
                  <a:pt x="1944102" y="631189"/>
                </a:lnTo>
                <a:cubicBezTo>
                  <a:pt x="1779244" y="732750"/>
                  <a:pt x="1670855" y="904743"/>
                  <a:pt x="1670855" y="1099820"/>
                </a:cubicBezTo>
                <a:cubicBezTo>
                  <a:pt x="1670855" y="1294898"/>
                  <a:pt x="1779244" y="1466890"/>
                  <a:pt x="1944102" y="1568451"/>
                </a:cubicBezTo>
                <a:lnTo>
                  <a:pt x="1966302" y="1579440"/>
                </a:lnTo>
                <a:lnTo>
                  <a:pt x="1893033" y="1714740"/>
                </a:lnTo>
                <a:cubicBezTo>
                  <a:pt x="1695844" y="2007294"/>
                  <a:pt x="1361908" y="2199640"/>
                  <a:pt x="983151" y="2199640"/>
                </a:cubicBezTo>
                <a:cubicBezTo>
                  <a:pt x="604394" y="2199640"/>
                  <a:pt x="270459" y="2007294"/>
                  <a:pt x="73269" y="1714740"/>
                </a:cubicBezTo>
                <a:lnTo>
                  <a:pt x="0" y="1579439"/>
                </a:lnTo>
                <a:lnTo>
                  <a:pt x="22200" y="1568451"/>
                </a:lnTo>
                <a:cubicBezTo>
                  <a:pt x="187057" y="1466890"/>
                  <a:pt x="295446" y="1294898"/>
                  <a:pt x="295446" y="1099820"/>
                </a:cubicBezTo>
                <a:cubicBezTo>
                  <a:pt x="295446" y="904743"/>
                  <a:pt x="187057" y="732750"/>
                  <a:pt x="22200" y="631189"/>
                </a:cubicBezTo>
                <a:lnTo>
                  <a:pt x="0" y="620201"/>
                </a:lnTo>
                <a:lnTo>
                  <a:pt x="73269" y="484900"/>
                </a:lnTo>
                <a:cubicBezTo>
                  <a:pt x="270459" y="192346"/>
                  <a:pt x="604394" y="0"/>
                  <a:pt x="983151" y="0"/>
                </a:cubicBezTo>
                <a:close/>
              </a:path>
            </a:pathLst>
          </a:cu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7A39E91-E4FE-7886-173D-996090D74DEE}"/>
              </a:ext>
            </a:extLst>
          </p:cNvPr>
          <p:cNvGrpSpPr/>
          <p:nvPr/>
        </p:nvGrpSpPr>
        <p:grpSpPr>
          <a:xfrm>
            <a:off x="10153750" y="634175"/>
            <a:ext cx="1287780" cy="1291590"/>
            <a:chOff x="7688342" y="576301"/>
            <a:chExt cx="1287780" cy="1291590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D00EEF2D-AF4B-3FA8-E2F8-55997EB26DE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88342" y="576301"/>
              <a:ext cx="1287780" cy="129159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38100" dir="2700000" sx="105000" sy="105000" algn="tl" rotWithShape="0">
                <a:prstClr val="black">
                  <a:alpha val="4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grpSp>
          <p:nvGrpSpPr>
            <p:cNvPr id="41" name="Target">
              <a:extLst>
                <a:ext uri="{FF2B5EF4-FFF2-40B4-BE49-F238E27FC236}">
                  <a16:creationId xmlns:a16="http://schemas.microsoft.com/office/drawing/2014/main" id="{AA3723C3-E4A2-AD8A-163E-12A186E7EFBF}"/>
                </a:ext>
              </a:extLst>
            </p:cNvPr>
            <p:cNvGrpSpPr/>
            <p:nvPr/>
          </p:nvGrpSpPr>
          <p:grpSpPr>
            <a:xfrm>
              <a:off x="7956103" y="770172"/>
              <a:ext cx="839566" cy="848693"/>
              <a:chOff x="7021543" y="3230227"/>
              <a:chExt cx="439248" cy="444023"/>
            </a:xfrm>
            <a:effectLst>
              <a:reflection blurRad="6350" stA="20000" endPos="35000" dir="5400000" sy="-100000" algn="bl" rotWithShape="0"/>
            </a:effectLst>
          </p:grpSpPr>
          <p:sp>
            <p:nvSpPr>
              <p:cNvPr id="42" name="Freeform 56">
                <a:extLst>
                  <a:ext uri="{FF2B5EF4-FFF2-40B4-BE49-F238E27FC236}">
                    <a16:creationId xmlns:a16="http://schemas.microsoft.com/office/drawing/2014/main" id="{56BB2DD1-3053-5F6B-6241-21BF8189899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75017" y="3340994"/>
                <a:ext cx="274053" cy="273098"/>
              </a:xfrm>
              <a:custGeom>
                <a:avLst/>
                <a:gdLst>
                  <a:gd name="T0" fmla="*/ 146 w 159"/>
                  <a:gd name="T1" fmla="*/ 36 h 159"/>
                  <a:gd name="T2" fmla="*/ 136 w 159"/>
                  <a:gd name="T3" fmla="*/ 46 h 159"/>
                  <a:gd name="T4" fmla="*/ 145 w 159"/>
                  <a:gd name="T5" fmla="*/ 80 h 159"/>
                  <a:gd name="T6" fmla="*/ 80 w 159"/>
                  <a:gd name="T7" fmla="*/ 145 h 159"/>
                  <a:gd name="T8" fmla="*/ 14 w 159"/>
                  <a:gd name="T9" fmla="*/ 80 h 159"/>
                  <a:gd name="T10" fmla="*/ 80 w 159"/>
                  <a:gd name="T11" fmla="*/ 14 h 159"/>
                  <a:gd name="T12" fmla="*/ 113 w 159"/>
                  <a:gd name="T13" fmla="*/ 23 h 159"/>
                  <a:gd name="T14" fmla="*/ 123 w 159"/>
                  <a:gd name="T15" fmla="*/ 13 h 159"/>
                  <a:gd name="T16" fmla="*/ 80 w 159"/>
                  <a:gd name="T17" fmla="*/ 0 h 159"/>
                  <a:gd name="T18" fmla="*/ 0 w 159"/>
                  <a:gd name="T19" fmla="*/ 80 h 159"/>
                  <a:gd name="T20" fmla="*/ 80 w 159"/>
                  <a:gd name="T21" fmla="*/ 159 h 159"/>
                  <a:gd name="T22" fmla="*/ 159 w 159"/>
                  <a:gd name="T23" fmla="*/ 80 h 159"/>
                  <a:gd name="T24" fmla="*/ 146 w 159"/>
                  <a:gd name="T25" fmla="*/ 36 h 159"/>
                  <a:gd name="T26" fmla="*/ 80 w 159"/>
                  <a:gd name="T27" fmla="*/ 47 h 159"/>
                  <a:gd name="T28" fmla="*/ 88 w 159"/>
                  <a:gd name="T29" fmla="*/ 48 h 159"/>
                  <a:gd name="T30" fmla="*/ 99 w 159"/>
                  <a:gd name="T31" fmla="*/ 37 h 159"/>
                  <a:gd name="T32" fmla="*/ 80 w 159"/>
                  <a:gd name="T33" fmla="*/ 33 h 159"/>
                  <a:gd name="T34" fmla="*/ 33 w 159"/>
                  <a:gd name="T35" fmla="*/ 80 h 159"/>
                  <a:gd name="T36" fmla="*/ 80 w 159"/>
                  <a:gd name="T37" fmla="*/ 126 h 159"/>
                  <a:gd name="T38" fmla="*/ 126 w 159"/>
                  <a:gd name="T39" fmla="*/ 80 h 159"/>
                  <a:gd name="T40" fmla="*/ 122 w 159"/>
                  <a:gd name="T41" fmla="*/ 60 h 159"/>
                  <a:gd name="T42" fmla="*/ 111 w 159"/>
                  <a:gd name="T43" fmla="*/ 71 h 159"/>
                  <a:gd name="T44" fmla="*/ 112 w 159"/>
                  <a:gd name="T45" fmla="*/ 80 h 159"/>
                  <a:gd name="T46" fmla="*/ 80 w 159"/>
                  <a:gd name="T47" fmla="*/ 112 h 159"/>
                  <a:gd name="T48" fmla="*/ 47 w 159"/>
                  <a:gd name="T49" fmla="*/ 80 h 159"/>
                  <a:gd name="T50" fmla="*/ 80 w 159"/>
                  <a:gd name="T51" fmla="*/ 47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59" h="159">
                    <a:moveTo>
                      <a:pt x="146" y="36"/>
                    </a:moveTo>
                    <a:cubicBezTo>
                      <a:pt x="143" y="39"/>
                      <a:pt x="139" y="43"/>
                      <a:pt x="136" y="46"/>
                    </a:cubicBezTo>
                    <a:cubicBezTo>
                      <a:pt x="141" y="56"/>
                      <a:pt x="145" y="67"/>
                      <a:pt x="145" y="80"/>
                    </a:cubicBezTo>
                    <a:cubicBezTo>
                      <a:pt x="145" y="116"/>
                      <a:pt x="116" y="145"/>
                      <a:pt x="80" y="145"/>
                    </a:cubicBezTo>
                    <a:cubicBezTo>
                      <a:pt x="43" y="145"/>
                      <a:pt x="14" y="116"/>
                      <a:pt x="14" y="80"/>
                    </a:cubicBezTo>
                    <a:cubicBezTo>
                      <a:pt x="14" y="43"/>
                      <a:pt x="43" y="14"/>
                      <a:pt x="80" y="14"/>
                    </a:cubicBezTo>
                    <a:cubicBezTo>
                      <a:pt x="92" y="14"/>
                      <a:pt x="103" y="18"/>
                      <a:pt x="113" y="23"/>
                    </a:cubicBezTo>
                    <a:cubicBezTo>
                      <a:pt x="116" y="20"/>
                      <a:pt x="120" y="17"/>
                      <a:pt x="123" y="13"/>
                    </a:cubicBezTo>
                    <a:cubicBezTo>
                      <a:pt x="111" y="5"/>
                      <a:pt x="96" y="0"/>
                      <a:pt x="80" y="0"/>
                    </a:cubicBezTo>
                    <a:cubicBezTo>
                      <a:pt x="36" y="0"/>
                      <a:pt x="0" y="36"/>
                      <a:pt x="0" y="80"/>
                    </a:cubicBezTo>
                    <a:cubicBezTo>
                      <a:pt x="0" y="124"/>
                      <a:pt x="36" y="159"/>
                      <a:pt x="80" y="159"/>
                    </a:cubicBezTo>
                    <a:cubicBezTo>
                      <a:pt x="123" y="159"/>
                      <a:pt x="159" y="124"/>
                      <a:pt x="159" y="80"/>
                    </a:cubicBezTo>
                    <a:cubicBezTo>
                      <a:pt x="159" y="63"/>
                      <a:pt x="154" y="48"/>
                      <a:pt x="146" y="36"/>
                    </a:cubicBezTo>
                    <a:close/>
                    <a:moveTo>
                      <a:pt x="80" y="47"/>
                    </a:moveTo>
                    <a:cubicBezTo>
                      <a:pt x="83" y="47"/>
                      <a:pt x="85" y="48"/>
                      <a:pt x="88" y="48"/>
                    </a:cubicBezTo>
                    <a:cubicBezTo>
                      <a:pt x="92" y="45"/>
                      <a:pt x="95" y="41"/>
                      <a:pt x="99" y="37"/>
                    </a:cubicBezTo>
                    <a:cubicBezTo>
                      <a:pt x="93" y="35"/>
                      <a:pt x="87" y="33"/>
                      <a:pt x="80" y="33"/>
                    </a:cubicBezTo>
                    <a:cubicBezTo>
                      <a:pt x="54" y="33"/>
                      <a:pt x="33" y="54"/>
                      <a:pt x="33" y="80"/>
                    </a:cubicBezTo>
                    <a:cubicBezTo>
                      <a:pt x="33" y="105"/>
                      <a:pt x="54" y="126"/>
                      <a:pt x="80" y="126"/>
                    </a:cubicBezTo>
                    <a:cubicBezTo>
                      <a:pt x="105" y="126"/>
                      <a:pt x="126" y="105"/>
                      <a:pt x="126" y="80"/>
                    </a:cubicBezTo>
                    <a:cubicBezTo>
                      <a:pt x="126" y="73"/>
                      <a:pt x="125" y="66"/>
                      <a:pt x="122" y="60"/>
                    </a:cubicBezTo>
                    <a:cubicBezTo>
                      <a:pt x="118" y="64"/>
                      <a:pt x="114" y="68"/>
                      <a:pt x="111" y="71"/>
                    </a:cubicBezTo>
                    <a:cubicBezTo>
                      <a:pt x="112" y="74"/>
                      <a:pt x="112" y="77"/>
                      <a:pt x="112" y="80"/>
                    </a:cubicBezTo>
                    <a:cubicBezTo>
                      <a:pt x="112" y="98"/>
                      <a:pt x="97" y="112"/>
                      <a:pt x="80" y="112"/>
                    </a:cubicBezTo>
                    <a:cubicBezTo>
                      <a:pt x="62" y="112"/>
                      <a:pt x="47" y="98"/>
                      <a:pt x="47" y="80"/>
                    </a:cubicBezTo>
                    <a:cubicBezTo>
                      <a:pt x="47" y="62"/>
                      <a:pt x="62" y="47"/>
                      <a:pt x="80" y="4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43" name="Freeform 57">
                <a:extLst>
                  <a:ext uri="{FF2B5EF4-FFF2-40B4-BE49-F238E27FC236}">
                    <a16:creationId xmlns:a16="http://schemas.microsoft.com/office/drawing/2014/main" id="{4313FFB8-014D-EC31-3F0B-036A3EA32AE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21543" y="3230227"/>
                <a:ext cx="439248" cy="444023"/>
              </a:xfrm>
              <a:custGeom>
                <a:avLst/>
                <a:gdLst>
                  <a:gd name="T0" fmla="*/ 189 w 255"/>
                  <a:gd name="T1" fmla="*/ 89 h 259"/>
                  <a:gd name="T2" fmla="*/ 207 w 255"/>
                  <a:gd name="T3" fmla="*/ 145 h 259"/>
                  <a:gd name="T4" fmla="*/ 111 w 255"/>
                  <a:gd name="T5" fmla="*/ 241 h 259"/>
                  <a:gd name="T6" fmla="*/ 14 w 255"/>
                  <a:gd name="T7" fmla="*/ 145 h 259"/>
                  <a:gd name="T8" fmla="*/ 111 w 255"/>
                  <a:gd name="T9" fmla="*/ 48 h 259"/>
                  <a:gd name="T10" fmla="*/ 166 w 255"/>
                  <a:gd name="T11" fmla="*/ 66 h 259"/>
                  <a:gd name="T12" fmla="*/ 176 w 255"/>
                  <a:gd name="T13" fmla="*/ 56 h 259"/>
                  <a:gd name="T14" fmla="*/ 111 w 255"/>
                  <a:gd name="T15" fmla="*/ 34 h 259"/>
                  <a:gd name="T16" fmla="*/ 0 w 255"/>
                  <a:gd name="T17" fmla="*/ 145 h 259"/>
                  <a:gd name="T18" fmla="*/ 30 w 255"/>
                  <a:gd name="T19" fmla="*/ 220 h 259"/>
                  <a:gd name="T20" fmla="*/ 30 w 255"/>
                  <a:gd name="T21" fmla="*/ 220 h 259"/>
                  <a:gd name="T22" fmla="*/ 30 w 255"/>
                  <a:gd name="T23" fmla="*/ 259 h 259"/>
                  <a:gd name="T24" fmla="*/ 45 w 255"/>
                  <a:gd name="T25" fmla="*/ 259 h 259"/>
                  <a:gd name="T26" fmla="*/ 45 w 255"/>
                  <a:gd name="T27" fmla="*/ 233 h 259"/>
                  <a:gd name="T28" fmla="*/ 111 w 255"/>
                  <a:gd name="T29" fmla="*/ 255 h 259"/>
                  <a:gd name="T30" fmla="*/ 176 w 255"/>
                  <a:gd name="T31" fmla="*/ 233 h 259"/>
                  <a:gd name="T32" fmla="*/ 176 w 255"/>
                  <a:gd name="T33" fmla="*/ 259 h 259"/>
                  <a:gd name="T34" fmla="*/ 191 w 255"/>
                  <a:gd name="T35" fmla="*/ 259 h 259"/>
                  <a:gd name="T36" fmla="*/ 191 w 255"/>
                  <a:gd name="T37" fmla="*/ 220 h 259"/>
                  <a:gd name="T38" fmla="*/ 221 w 255"/>
                  <a:gd name="T39" fmla="*/ 145 h 259"/>
                  <a:gd name="T40" fmla="*/ 199 w 255"/>
                  <a:gd name="T41" fmla="*/ 79 h 259"/>
                  <a:gd name="T42" fmla="*/ 189 w 255"/>
                  <a:gd name="T43" fmla="*/ 89 h 259"/>
                  <a:gd name="T44" fmla="*/ 224 w 255"/>
                  <a:gd name="T45" fmla="*/ 31 h 259"/>
                  <a:gd name="T46" fmla="*/ 224 w 255"/>
                  <a:gd name="T47" fmla="*/ 0 h 259"/>
                  <a:gd name="T48" fmla="*/ 191 w 255"/>
                  <a:gd name="T49" fmla="*/ 34 h 259"/>
                  <a:gd name="T50" fmla="*/ 191 w 255"/>
                  <a:gd name="T51" fmla="*/ 56 h 259"/>
                  <a:gd name="T52" fmla="*/ 109 w 255"/>
                  <a:gd name="T53" fmla="*/ 139 h 259"/>
                  <a:gd name="T54" fmla="*/ 109 w 255"/>
                  <a:gd name="T55" fmla="*/ 147 h 259"/>
                  <a:gd name="T56" fmla="*/ 116 w 255"/>
                  <a:gd name="T57" fmla="*/ 147 h 259"/>
                  <a:gd name="T58" fmla="*/ 199 w 255"/>
                  <a:gd name="T59" fmla="*/ 64 h 259"/>
                  <a:gd name="T60" fmla="*/ 222 w 255"/>
                  <a:gd name="T61" fmla="*/ 64 h 259"/>
                  <a:gd name="T62" fmla="*/ 255 w 255"/>
                  <a:gd name="T63" fmla="*/ 31 h 259"/>
                  <a:gd name="T64" fmla="*/ 224 w 255"/>
                  <a:gd name="T65" fmla="*/ 31 h 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55" h="259">
                    <a:moveTo>
                      <a:pt x="189" y="89"/>
                    </a:moveTo>
                    <a:cubicBezTo>
                      <a:pt x="200" y="105"/>
                      <a:pt x="207" y="124"/>
                      <a:pt x="207" y="145"/>
                    </a:cubicBezTo>
                    <a:cubicBezTo>
                      <a:pt x="207" y="198"/>
                      <a:pt x="164" y="241"/>
                      <a:pt x="111" y="241"/>
                    </a:cubicBezTo>
                    <a:cubicBezTo>
                      <a:pt x="57" y="241"/>
                      <a:pt x="14" y="198"/>
                      <a:pt x="14" y="145"/>
                    </a:cubicBezTo>
                    <a:cubicBezTo>
                      <a:pt x="14" y="91"/>
                      <a:pt x="57" y="48"/>
                      <a:pt x="111" y="48"/>
                    </a:cubicBezTo>
                    <a:cubicBezTo>
                      <a:pt x="131" y="48"/>
                      <a:pt x="150" y="55"/>
                      <a:pt x="166" y="66"/>
                    </a:cubicBezTo>
                    <a:cubicBezTo>
                      <a:pt x="170" y="63"/>
                      <a:pt x="173" y="59"/>
                      <a:pt x="176" y="56"/>
                    </a:cubicBezTo>
                    <a:cubicBezTo>
                      <a:pt x="158" y="43"/>
                      <a:pt x="135" y="34"/>
                      <a:pt x="111" y="34"/>
                    </a:cubicBezTo>
                    <a:cubicBezTo>
                      <a:pt x="50" y="34"/>
                      <a:pt x="0" y="84"/>
                      <a:pt x="0" y="145"/>
                    </a:cubicBezTo>
                    <a:cubicBezTo>
                      <a:pt x="0" y="174"/>
                      <a:pt x="12" y="200"/>
                      <a:pt x="30" y="220"/>
                    </a:cubicBezTo>
                    <a:cubicBezTo>
                      <a:pt x="30" y="220"/>
                      <a:pt x="30" y="220"/>
                      <a:pt x="30" y="220"/>
                    </a:cubicBezTo>
                    <a:cubicBezTo>
                      <a:pt x="30" y="259"/>
                      <a:pt x="30" y="259"/>
                      <a:pt x="30" y="259"/>
                    </a:cubicBezTo>
                    <a:cubicBezTo>
                      <a:pt x="45" y="259"/>
                      <a:pt x="45" y="259"/>
                      <a:pt x="45" y="259"/>
                    </a:cubicBezTo>
                    <a:cubicBezTo>
                      <a:pt x="45" y="233"/>
                      <a:pt x="45" y="233"/>
                      <a:pt x="45" y="233"/>
                    </a:cubicBezTo>
                    <a:cubicBezTo>
                      <a:pt x="63" y="247"/>
                      <a:pt x="86" y="255"/>
                      <a:pt x="111" y="255"/>
                    </a:cubicBezTo>
                    <a:cubicBezTo>
                      <a:pt x="135" y="255"/>
                      <a:pt x="158" y="247"/>
                      <a:pt x="176" y="233"/>
                    </a:cubicBezTo>
                    <a:cubicBezTo>
                      <a:pt x="176" y="259"/>
                      <a:pt x="176" y="259"/>
                      <a:pt x="176" y="259"/>
                    </a:cubicBezTo>
                    <a:cubicBezTo>
                      <a:pt x="191" y="259"/>
                      <a:pt x="191" y="259"/>
                      <a:pt x="191" y="259"/>
                    </a:cubicBezTo>
                    <a:cubicBezTo>
                      <a:pt x="191" y="220"/>
                      <a:pt x="191" y="220"/>
                      <a:pt x="191" y="220"/>
                    </a:cubicBezTo>
                    <a:cubicBezTo>
                      <a:pt x="209" y="200"/>
                      <a:pt x="221" y="174"/>
                      <a:pt x="221" y="145"/>
                    </a:cubicBezTo>
                    <a:cubicBezTo>
                      <a:pt x="221" y="120"/>
                      <a:pt x="213" y="97"/>
                      <a:pt x="199" y="79"/>
                    </a:cubicBezTo>
                    <a:cubicBezTo>
                      <a:pt x="196" y="82"/>
                      <a:pt x="193" y="85"/>
                      <a:pt x="189" y="89"/>
                    </a:cubicBezTo>
                    <a:close/>
                    <a:moveTo>
                      <a:pt x="224" y="31"/>
                    </a:moveTo>
                    <a:cubicBezTo>
                      <a:pt x="224" y="0"/>
                      <a:pt x="224" y="0"/>
                      <a:pt x="224" y="0"/>
                    </a:cubicBezTo>
                    <a:cubicBezTo>
                      <a:pt x="191" y="34"/>
                      <a:pt x="191" y="34"/>
                      <a:pt x="191" y="34"/>
                    </a:cubicBezTo>
                    <a:cubicBezTo>
                      <a:pt x="191" y="56"/>
                      <a:pt x="191" y="56"/>
                      <a:pt x="191" y="56"/>
                    </a:cubicBezTo>
                    <a:cubicBezTo>
                      <a:pt x="109" y="139"/>
                      <a:pt x="109" y="139"/>
                      <a:pt x="109" y="139"/>
                    </a:cubicBezTo>
                    <a:cubicBezTo>
                      <a:pt x="106" y="141"/>
                      <a:pt x="106" y="144"/>
                      <a:pt x="109" y="147"/>
                    </a:cubicBezTo>
                    <a:cubicBezTo>
                      <a:pt x="111" y="149"/>
                      <a:pt x="114" y="149"/>
                      <a:pt x="116" y="147"/>
                    </a:cubicBezTo>
                    <a:cubicBezTo>
                      <a:pt x="199" y="64"/>
                      <a:pt x="199" y="64"/>
                      <a:pt x="199" y="64"/>
                    </a:cubicBezTo>
                    <a:cubicBezTo>
                      <a:pt x="222" y="64"/>
                      <a:pt x="222" y="64"/>
                      <a:pt x="222" y="64"/>
                    </a:cubicBezTo>
                    <a:cubicBezTo>
                      <a:pt x="255" y="31"/>
                      <a:pt x="255" y="31"/>
                      <a:pt x="255" y="31"/>
                    </a:cubicBezTo>
                    <a:lnTo>
                      <a:pt x="224" y="31"/>
                    </a:lnTo>
                    <a:close/>
                  </a:path>
                </a:pathLst>
              </a:custGeom>
              <a:ln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</p:grpSp>
      </p:grpSp>
      <p:sp>
        <p:nvSpPr>
          <p:cNvPr id="44" name="Rectangle 43">
            <a:extLst>
              <a:ext uri="{FF2B5EF4-FFF2-40B4-BE49-F238E27FC236}">
                <a16:creationId xmlns:a16="http://schemas.microsoft.com/office/drawing/2014/main" id="{D114B82D-F220-F7C2-48AE-51B8C1005E7C}"/>
              </a:ext>
            </a:extLst>
          </p:cNvPr>
          <p:cNvSpPr/>
          <p:nvPr/>
        </p:nvSpPr>
        <p:spPr>
          <a:xfrm>
            <a:off x="351016" y="642337"/>
            <a:ext cx="7661072" cy="128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70000"/>
              </a:lnSpc>
            </a:pPr>
            <a:r>
              <a:rPr sz="2400">
                <a:latin typeface="IRANYekanXFaNum"/>
              </a:rPr>
              <a:t>مفهوم زیرمجموعه چیست و رابطه B ⊆ A چه زمانی برقرار می‌شود؟</a:t>
            </a:r>
            <a:endParaRPr lang="en-US" sz="2400" dirty="0">
              <a:latin typeface="IRANYekanXFaNum" pitchFamily="2" charset="-78"/>
              <a:cs typeface="IRANYekanXFaNum" pitchFamily="2" charset="-78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FD31017-41EB-B514-E280-E4D6CC94F70A}"/>
              </a:ext>
            </a:extLst>
          </p:cNvPr>
          <p:cNvGrpSpPr/>
          <p:nvPr/>
        </p:nvGrpSpPr>
        <p:grpSpPr>
          <a:xfrm>
            <a:off x="8023798" y="466019"/>
            <a:ext cx="1281578" cy="1392162"/>
            <a:chOff x="8023798" y="466019"/>
            <a:chExt cx="1281578" cy="1392162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0559995A-EAB2-7CCE-D18D-0748BDDFF82B}"/>
                </a:ext>
              </a:extLst>
            </p:cNvPr>
            <p:cNvGrpSpPr/>
            <p:nvPr/>
          </p:nvGrpSpPr>
          <p:grpSpPr>
            <a:xfrm>
              <a:off x="8023798" y="634175"/>
              <a:ext cx="1281578" cy="1224006"/>
              <a:chOff x="2026995" y="1759447"/>
              <a:chExt cx="1281578" cy="1224006"/>
            </a:xfrm>
          </p:grpSpPr>
          <p:grpSp>
            <p:nvGrpSpPr>
              <p:cNvPr id="46" name="Circle B">
                <a:extLst>
                  <a:ext uri="{FF2B5EF4-FFF2-40B4-BE49-F238E27FC236}">
                    <a16:creationId xmlns:a16="http://schemas.microsoft.com/office/drawing/2014/main" id="{56317313-7CFD-4E51-B735-3F8C56FAB739}"/>
                  </a:ext>
                </a:extLst>
              </p:cNvPr>
              <p:cNvGrpSpPr/>
              <p:nvPr/>
            </p:nvGrpSpPr>
            <p:grpSpPr>
              <a:xfrm>
                <a:off x="2050416" y="1759447"/>
                <a:ext cx="1229054" cy="1224006"/>
                <a:chOff x="3731763" y="2289353"/>
                <a:chExt cx="1341438" cy="1335925"/>
              </a:xfrm>
            </p:grpSpPr>
            <p:sp>
              <p:nvSpPr>
                <p:cNvPr id="48" name="Oval 73">
                  <a:extLst>
                    <a:ext uri="{FF2B5EF4-FFF2-40B4-BE49-F238E27FC236}">
                      <a16:creationId xmlns:a16="http://schemas.microsoft.com/office/drawing/2014/main" id="{0FD60FBD-611E-D8F7-4859-C46889C71E0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31763" y="2289353"/>
                  <a:ext cx="1341438" cy="1335925"/>
                </a:xfrm>
                <a:prstGeom prst="ellipse">
                  <a:avLst/>
                </a:prstGeom>
                <a:gradFill flip="none" rotWithShape="1">
                  <a:gsLst>
                    <a:gs pos="20000">
                      <a:srgbClr val="FFFFFF"/>
                    </a:gs>
                    <a:gs pos="100000">
                      <a:srgbClr val="DAD9D9"/>
                    </a:gs>
                  </a:gsLst>
                  <a:lin ang="2700000" scaled="1"/>
                  <a:tileRect/>
                </a:gradFill>
                <a:ln>
                  <a:noFill/>
                </a:ln>
                <a:effectLst>
                  <a:outerShdw blurRad="381000" dist="177800" dir="2700000" algn="tl" rotWithShape="0">
                    <a:prstClr val="black">
                      <a:alpha val="70000"/>
                    </a:prstClr>
                  </a:outer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350" dirty="0">
                    <a:latin typeface="Lato" panose="020F0502020204030203" pitchFamily="34" charset="0"/>
                  </a:endParaRPr>
                </a:p>
              </p:txBody>
            </p:sp>
            <p:pic>
              <p:nvPicPr>
                <p:cNvPr id="49" name="Texture">
                  <a:extLst>
                    <a:ext uri="{FF2B5EF4-FFF2-40B4-BE49-F238E27FC236}">
                      <a16:creationId xmlns:a16="http://schemas.microsoft.com/office/drawing/2014/main" id="{20EACB86-7EFA-E71A-08D2-E528EB83A26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840103" y="2392141"/>
                  <a:ext cx="1187212" cy="1187213"/>
                </a:xfrm>
                <a:prstGeom prst="rect">
                  <a:avLst/>
                </a:prstGeom>
              </p:spPr>
            </p:pic>
          </p:grpSp>
          <p:sp>
            <p:nvSpPr>
              <p:cNvPr id="47" name="B">
                <a:extLst>
                  <a:ext uri="{FF2B5EF4-FFF2-40B4-BE49-F238E27FC236}">
                    <a16:creationId xmlns:a16="http://schemas.microsoft.com/office/drawing/2014/main" id="{E136C243-C1FF-F857-A7F6-A761FF8D766F}"/>
                  </a:ext>
                </a:extLst>
              </p:cNvPr>
              <p:cNvSpPr txBox="1"/>
              <p:nvPr/>
            </p:nvSpPr>
            <p:spPr>
              <a:xfrm>
                <a:off x="2026995" y="2103813"/>
                <a:ext cx="128157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3600">
                    <a:solidFill>
                      <a:srgbClr val="FF0000"/>
                    </a:solidFill>
                    <a:latin typeface="IRANYekanXFaNum Heavy" pitchFamily="2" charset="-78"/>
                    <a:ea typeface="Roboto Condensed" panose="02000000000000000000" pitchFamily="2" charset="0"/>
                    <a:cs typeface="IRANYekanXFaNum Heavy" pitchFamily="2" charset="-78"/>
                  </a:defRPr>
                </a:lvl1pPr>
              </a:lstStyle>
              <a:p>
                <a:r>
                  <a:rPr lang="fa-I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مثال</a:t>
                </a:r>
                <a:endParaRPr lang="ru-RU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  <p:sp>
          <p:nvSpPr>
            <p:cNvPr id="20" name="A">
              <a:extLst>
                <a:ext uri="{FF2B5EF4-FFF2-40B4-BE49-F238E27FC236}">
                  <a16:creationId xmlns:a16="http://schemas.microsoft.com/office/drawing/2014/main" id="{F99BE6EB-0367-F82B-21DC-3BDDE73F891D}"/>
                </a:ext>
              </a:extLst>
            </p:cNvPr>
            <p:cNvSpPr txBox="1"/>
            <p:nvPr/>
          </p:nvSpPr>
          <p:spPr>
            <a:xfrm>
              <a:off x="8046960" y="466019"/>
              <a:ext cx="266863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a-IR" sz="60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IRANYekanXFaNum Heavy" pitchFamily="2" charset="-78"/>
                  <a:ea typeface="Roboto Condensed" panose="02000000000000000000" pitchFamily="2" charset="0"/>
                  <a:cs typeface="IRANYekanXFaNum Heavy" pitchFamily="2" charset="-78"/>
                </a:rPr>
                <a:t>1</a:t>
              </a:r>
              <a:endParaRPr lang="ru-RU" sz="6000" b="1" dirty="0">
                <a:ln w="13462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  <a:cs typeface="IRANYekanXFaNum Heavy" pitchFamily="2" charset="-7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709850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F0D889D-7D38-887A-D47E-C88146F063E9}"/>
              </a:ext>
            </a:extLst>
          </p:cNvPr>
          <p:cNvSpPr/>
          <p:nvPr/>
        </p:nvSpPr>
        <p:spPr>
          <a:xfrm>
            <a:off x="182712" y="299787"/>
            <a:ext cx="8632177" cy="2063406"/>
          </a:xfrm>
          <a:prstGeom prst="roundRect">
            <a:avLst>
              <a:gd name="adj" fmla="val 34686"/>
            </a:avLst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DZ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FFCD300-275C-628B-083E-8E3087FB65AB}"/>
              </a:ext>
            </a:extLst>
          </p:cNvPr>
          <p:cNvGrpSpPr/>
          <p:nvPr/>
        </p:nvGrpSpPr>
        <p:grpSpPr>
          <a:xfrm rot="5400000">
            <a:off x="9079518" y="755454"/>
            <a:ext cx="1666266" cy="993876"/>
            <a:chOff x="5263043" y="3924314"/>
            <a:chExt cx="1666266" cy="993876"/>
          </a:xfrm>
        </p:grpSpPr>
        <p:sp>
          <p:nvSpPr>
            <p:cNvPr id="4" name="Arc 111">
              <a:extLst>
                <a:ext uri="{FF2B5EF4-FFF2-40B4-BE49-F238E27FC236}">
                  <a16:creationId xmlns:a16="http://schemas.microsoft.com/office/drawing/2014/main" id="{4DA93EB3-8192-C33F-29D3-59DBCDC1C1A3}"/>
                </a:ext>
              </a:extLst>
            </p:cNvPr>
            <p:cNvSpPr>
              <a:spLocks/>
            </p:cNvSpPr>
            <p:nvPr/>
          </p:nvSpPr>
          <p:spPr>
            <a:xfrm rot="7125828">
              <a:off x="5634265" y="3553092"/>
              <a:ext cx="923822" cy="1666266"/>
            </a:xfrm>
            <a:custGeom>
              <a:avLst/>
              <a:gdLst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2" fmla="*/ 1568256 w 3136511"/>
                <a:gd name="connsiteY2" fmla="*/ 1874520 h 3749040"/>
                <a:gd name="connsiteX3" fmla="*/ 2026459 w 3136511"/>
                <a:gd name="connsiteY3" fmla="*/ 81794 h 3749040"/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8203 w 1568259"/>
                <a:gd name="connsiteY0" fmla="*/ 0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026135"/>
                <a:gd name="connsiteY0" fmla="*/ 0 h 1776354"/>
                <a:gd name="connsiteX1" fmla="*/ 1026135 w 1026135"/>
                <a:gd name="connsiteY1" fmla="*/ 1776354 h 1776354"/>
                <a:gd name="connsiteX2" fmla="*/ 0 w 1026135"/>
                <a:gd name="connsiteY2" fmla="*/ 1191335 h 1776354"/>
                <a:gd name="connsiteX3" fmla="*/ 27726 w 1026135"/>
                <a:gd name="connsiteY3" fmla="*/ 0 h 1776354"/>
                <a:gd name="connsiteX0" fmla="*/ 20520 w 1026135"/>
                <a:gd name="connsiteY0" fmla="*/ 34379 h 1776354"/>
                <a:gd name="connsiteX1" fmla="*/ 884205 w 1026135"/>
                <a:gd name="connsiteY1" fmla="*/ 1632603 h 1776354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23822" h="1666266" stroke="0" extrusionOk="0">
                  <a:moveTo>
                    <a:pt x="27726" y="0"/>
                  </a:moveTo>
                  <a:cubicBezTo>
                    <a:pt x="1059256" y="699389"/>
                    <a:pt x="841732" y="475354"/>
                    <a:pt x="917895" y="1666266"/>
                  </a:cubicBezTo>
                  <a:lnTo>
                    <a:pt x="0" y="1191335"/>
                  </a:lnTo>
                  <a:lnTo>
                    <a:pt x="27726" y="0"/>
                  </a:lnTo>
                  <a:close/>
                </a:path>
                <a:path w="923822" h="1666266" fill="none">
                  <a:moveTo>
                    <a:pt x="20520" y="34379"/>
                  </a:moveTo>
                  <a:cubicBezTo>
                    <a:pt x="787091" y="294637"/>
                    <a:pt x="1028502" y="898728"/>
                    <a:pt x="884205" y="1632603"/>
                  </a:cubicBezTo>
                </a:path>
              </a:pathLst>
            </a:custGeom>
            <a:ln w="28575" cap="rnd">
              <a:solidFill>
                <a:srgbClr val="767B7B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DE1F564D-8121-56FA-5166-2E559A2A348D}"/>
                </a:ext>
              </a:extLst>
            </p:cNvPr>
            <p:cNvSpPr/>
            <p:nvPr/>
          </p:nvSpPr>
          <p:spPr>
            <a:xfrm>
              <a:off x="6020181" y="4749058"/>
              <a:ext cx="200440" cy="169132"/>
            </a:xfrm>
            <a:custGeom>
              <a:avLst/>
              <a:gdLst>
                <a:gd name="connsiteX0" fmla="*/ 28037 w 200440"/>
                <a:gd name="connsiteY0" fmla="*/ 0 h 169132"/>
                <a:gd name="connsiteX1" fmla="*/ 44586 w 200440"/>
                <a:gd name="connsiteY1" fmla="*/ 1769 h 169132"/>
                <a:gd name="connsiteX2" fmla="*/ 166182 w 200440"/>
                <a:gd name="connsiteY2" fmla="*/ 789 h 169132"/>
                <a:gd name="connsiteX3" fmla="*/ 172411 w 200440"/>
                <a:gd name="connsiteY3" fmla="*/ 11 h 169132"/>
                <a:gd name="connsiteX4" fmla="*/ 192564 w 200440"/>
                <a:gd name="connsiteY4" fmla="*/ 29902 h 169132"/>
                <a:gd name="connsiteX5" fmla="*/ 200440 w 200440"/>
                <a:gd name="connsiteY5" fmla="*/ 68912 h 169132"/>
                <a:gd name="connsiteX6" fmla="*/ 100220 w 200440"/>
                <a:gd name="connsiteY6" fmla="*/ 169132 h 169132"/>
                <a:gd name="connsiteX7" fmla="*/ 0 w 200440"/>
                <a:gd name="connsiteY7" fmla="*/ 68912 h 169132"/>
                <a:gd name="connsiteX8" fmla="*/ 7876 w 200440"/>
                <a:gd name="connsiteY8" fmla="*/ 29902 h 169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0440" h="169132">
                  <a:moveTo>
                    <a:pt x="28037" y="0"/>
                  </a:moveTo>
                  <a:lnTo>
                    <a:pt x="44586" y="1769"/>
                  </a:lnTo>
                  <a:cubicBezTo>
                    <a:pt x="84217" y="3762"/>
                    <a:pt x="124733" y="3518"/>
                    <a:pt x="166182" y="789"/>
                  </a:cubicBezTo>
                  <a:lnTo>
                    <a:pt x="172411" y="11"/>
                  </a:lnTo>
                  <a:lnTo>
                    <a:pt x="192564" y="29902"/>
                  </a:lnTo>
                  <a:cubicBezTo>
                    <a:pt x="197636" y="41892"/>
                    <a:pt x="200440" y="55075"/>
                    <a:pt x="200440" y="68912"/>
                  </a:cubicBezTo>
                  <a:cubicBezTo>
                    <a:pt x="200440" y="124262"/>
                    <a:pt x="155570" y="169132"/>
                    <a:pt x="100220" y="169132"/>
                  </a:cubicBezTo>
                  <a:cubicBezTo>
                    <a:pt x="44870" y="169132"/>
                    <a:pt x="0" y="124262"/>
                    <a:pt x="0" y="68912"/>
                  </a:cubicBezTo>
                  <a:cubicBezTo>
                    <a:pt x="0" y="55075"/>
                    <a:pt x="2805" y="41892"/>
                    <a:pt x="7876" y="29902"/>
                  </a:cubicBezTo>
                  <a:close/>
                </a:path>
              </a:pathLst>
            </a:custGeom>
            <a:solidFill>
              <a:srgbClr val="767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D82AEFD-5709-54E5-D6F7-CB97C75486EC}"/>
              </a:ext>
            </a:extLst>
          </p:cNvPr>
          <p:cNvSpPr/>
          <p:nvPr/>
        </p:nvSpPr>
        <p:spPr>
          <a:xfrm>
            <a:off x="11529568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544A007-7DDA-EF0F-00CE-873890BCAD5C}"/>
              </a:ext>
            </a:extLst>
          </p:cNvPr>
          <p:cNvSpPr/>
          <p:nvPr/>
        </p:nvSpPr>
        <p:spPr>
          <a:xfrm flipH="1">
            <a:off x="9683316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848551E6-F87A-5132-EC23-5C3CD73BEF4D}"/>
              </a:ext>
            </a:extLst>
          </p:cNvPr>
          <p:cNvSpPr>
            <a:spLocks noChangeAspect="1"/>
          </p:cNvSpPr>
          <p:nvPr/>
        </p:nvSpPr>
        <p:spPr>
          <a:xfrm>
            <a:off x="9802197" y="163553"/>
            <a:ext cx="1966302" cy="2199640"/>
          </a:xfrm>
          <a:custGeom>
            <a:avLst/>
            <a:gdLst>
              <a:gd name="connsiteX0" fmla="*/ 983151 w 1966302"/>
              <a:gd name="connsiteY0" fmla="*/ 0 h 2199640"/>
              <a:gd name="connsiteX1" fmla="*/ 1893033 w 1966302"/>
              <a:gd name="connsiteY1" fmla="*/ 484900 h 2199640"/>
              <a:gd name="connsiteX2" fmla="*/ 1966302 w 1966302"/>
              <a:gd name="connsiteY2" fmla="*/ 620201 h 2199640"/>
              <a:gd name="connsiteX3" fmla="*/ 1944102 w 1966302"/>
              <a:gd name="connsiteY3" fmla="*/ 631189 h 2199640"/>
              <a:gd name="connsiteX4" fmla="*/ 1670855 w 1966302"/>
              <a:gd name="connsiteY4" fmla="*/ 1099820 h 2199640"/>
              <a:gd name="connsiteX5" fmla="*/ 1944102 w 1966302"/>
              <a:gd name="connsiteY5" fmla="*/ 1568451 h 2199640"/>
              <a:gd name="connsiteX6" fmla="*/ 1966302 w 1966302"/>
              <a:gd name="connsiteY6" fmla="*/ 1579440 h 2199640"/>
              <a:gd name="connsiteX7" fmla="*/ 1893033 w 1966302"/>
              <a:gd name="connsiteY7" fmla="*/ 1714740 h 2199640"/>
              <a:gd name="connsiteX8" fmla="*/ 983151 w 1966302"/>
              <a:gd name="connsiteY8" fmla="*/ 2199640 h 2199640"/>
              <a:gd name="connsiteX9" fmla="*/ 73269 w 1966302"/>
              <a:gd name="connsiteY9" fmla="*/ 1714740 h 2199640"/>
              <a:gd name="connsiteX10" fmla="*/ 0 w 1966302"/>
              <a:gd name="connsiteY10" fmla="*/ 1579439 h 2199640"/>
              <a:gd name="connsiteX11" fmla="*/ 22200 w 1966302"/>
              <a:gd name="connsiteY11" fmla="*/ 1568451 h 2199640"/>
              <a:gd name="connsiteX12" fmla="*/ 295446 w 1966302"/>
              <a:gd name="connsiteY12" fmla="*/ 1099820 h 2199640"/>
              <a:gd name="connsiteX13" fmla="*/ 22200 w 1966302"/>
              <a:gd name="connsiteY13" fmla="*/ 631189 h 2199640"/>
              <a:gd name="connsiteX14" fmla="*/ 0 w 1966302"/>
              <a:gd name="connsiteY14" fmla="*/ 620201 h 2199640"/>
              <a:gd name="connsiteX15" fmla="*/ 73269 w 1966302"/>
              <a:gd name="connsiteY15" fmla="*/ 484900 h 2199640"/>
              <a:gd name="connsiteX16" fmla="*/ 983151 w 1966302"/>
              <a:gd name="connsiteY16" fmla="*/ 0 h 2199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966302" h="2199640">
                <a:moveTo>
                  <a:pt x="983151" y="0"/>
                </a:moveTo>
                <a:cubicBezTo>
                  <a:pt x="1361908" y="0"/>
                  <a:pt x="1695844" y="192346"/>
                  <a:pt x="1893033" y="484900"/>
                </a:cubicBezTo>
                <a:lnTo>
                  <a:pt x="1966302" y="620201"/>
                </a:lnTo>
                <a:lnTo>
                  <a:pt x="1944102" y="631189"/>
                </a:lnTo>
                <a:cubicBezTo>
                  <a:pt x="1779244" y="732750"/>
                  <a:pt x="1670855" y="904743"/>
                  <a:pt x="1670855" y="1099820"/>
                </a:cubicBezTo>
                <a:cubicBezTo>
                  <a:pt x="1670855" y="1294898"/>
                  <a:pt x="1779244" y="1466890"/>
                  <a:pt x="1944102" y="1568451"/>
                </a:cubicBezTo>
                <a:lnTo>
                  <a:pt x="1966302" y="1579440"/>
                </a:lnTo>
                <a:lnTo>
                  <a:pt x="1893033" y="1714740"/>
                </a:lnTo>
                <a:cubicBezTo>
                  <a:pt x="1695844" y="2007294"/>
                  <a:pt x="1361908" y="2199640"/>
                  <a:pt x="983151" y="2199640"/>
                </a:cubicBezTo>
                <a:cubicBezTo>
                  <a:pt x="604394" y="2199640"/>
                  <a:pt x="270459" y="2007294"/>
                  <a:pt x="73269" y="1714740"/>
                </a:cubicBezTo>
                <a:lnTo>
                  <a:pt x="0" y="1579439"/>
                </a:lnTo>
                <a:lnTo>
                  <a:pt x="22200" y="1568451"/>
                </a:lnTo>
                <a:cubicBezTo>
                  <a:pt x="187057" y="1466890"/>
                  <a:pt x="295446" y="1294898"/>
                  <a:pt x="295446" y="1099820"/>
                </a:cubicBezTo>
                <a:cubicBezTo>
                  <a:pt x="295446" y="904743"/>
                  <a:pt x="187057" y="732750"/>
                  <a:pt x="22200" y="631189"/>
                </a:cubicBezTo>
                <a:lnTo>
                  <a:pt x="0" y="620201"/>
                </a:lnTo>
                <a:lnTo>
                  <a:pt x="73269" y="484900"/>
                </a:lnTo>
                <a:cubicBezTo>
                  <a:pt x="270459" y="192346"/>
                  <a:pt x="604394" y="0"/>
                  <a:pt x="983151" y="0"/>
                </a:cubicBezTo>
                <a:close/>
              </a:path>
            </a:pathLst>
          </a:cu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72EB468-8D3B-D936-7D20-0AF9E17CCD5E}"/>
              </a:ext>
            </a:extLst>
          </p:cNvPr>
          <p:cNvGrpSpPr/>
          <p:nvPr/>
        </p:nvGrpSpPr>
        <p:grpSpPr>
          <a:xfrm>
            <a:off x="10153750" y="634175"/>
            <a:ext cx="1287780" cy="1291590"/>
            <a:chOff x="7688342" y="576301"/>
            <a:chExt cx="1287780" cy="1291590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6B1954-5049-C88F-53F7-E5C60A09E16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88342" y="576301"/>
              <a:ext cx="1287780" cy="129159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38100" dir="2700000" sx="105000" sy="105000" algn="tl" rotWithShape="0">
                <a:prstClr val="black">
                  <a:alpha val="4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grpSp>
          <p:nvGrpSpPr>
            <p:cNvPr id="11" name="Target">
              <a:extLst>
                <a:ext uri="{FF2B5EF4-FFF2-40B4-BE49-F238E27FC236}">
                  <a16:creationId xmlns:a16="http://schemas.microsoft.com/office/drawing/2014/main" id="{D4CCFDB1-9CB1-0FBF-75B3-F77222807432}"/>
                </a:ext>
              </a:extLst>
            </p:cNvPr>
            <p:cNvGrpSpPr/>
            <p:nvPr/>
          </p:nvGrpSpPr>
          <p:grpSpPr>
            <a:xfrm>
              <a:off x="7956103" y="770172"/>
              <a:ext cx="839566" cy="848693"/>
              <a:chOff x="7021543" y="3230227"/>
              <a:chExt cx="439248" cy="444023"/>
            </a:xfrm>
            <a:effectLst>
              <a:reflection blurRad="6350" stA="20000" endPos="35000" dir="5400000" sy="-100000" algn="bl" rotWithShape="0"/>
            </a:effectLst>
          </p:grpSpPr>
          <p:sp>
            <p:nvSpPr>
              <p:cNvPr id="12" name="Freeform 56">
                <a:extLst>
                  <a:ext uri="{FF2B5EF4-FFF2-40B4-BE49-F238E27FC236}">
                    <a16:creationId xmlns:a16="http://schemas.microsoft.com/office/drawing/2014/main" id="{71A6E261-A2CC-F08E-5DF3-AF7F2C6AAD0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75017" y="3340994"/>
                <a:ext cx="274053" cy="273098"/>
              </a:xfrm>
              <a:custGeom>
                <a:avLst/>
                <a:gdLst>
                  <a:gd name="T0" fmla="*/ 146 w 159"/>
                  <a:gd name="T1" fmla="*/ 36 h 159"/>
                  <a:gd name="T2" fmla="*/ 136 w 159"/>
                  <a:gd name="T3" fmla="*/ 46 h 159"/>
                  <a:gd name="T4" fmla="*/ 145 w 159"/>
                  <a:gd name="T5" fmla="*/ 80 h 159"/>
                  <a:gd name="T6" fmla="*/ 80 w 159"/>
                  <a:gd name="T7" fmla="*/ 145 h 159"/>
                  <a:gd name="T8" fmla="*/ 14 w 159"/>
                  <a:gd name="T9" fmla="*/ 80 h 159"/>
                  <a:gd name="T10" fmla="*/ 80 w 159"/>
                  <a:gd name="T11" fmla="*/ 14 h 159"/>
                  <a:gd name="T12" fmla="*/ 113 w 159"/>
                  <a:gd name="T13" fmla="*/ 23 h 159"/>
                  <a:gd name="T14" fmla="*/ 123 w 159"/>
                  <a:gd name="T15" fmla="*/ 13 h 159"/>
                  <a:gd name="T16" fmla="*/ 80 w 159"/>
                  <a:gd name="T17" fmla="*/ 0 h 159"/>
                  <a:gd name="T18" fmla="*/ 0 w 159"/>
                  <a:gd name="T19" fmla="*/ 80 h 159"/>
                  <a:gd name="T20" fmla="*/ 80 w 159"/>
                  <a:gd name="T21" fmla="*/ 159 h 159"/>
                  <a:gd name="T22" fmla="*/ 159 w 159"/>
                  <a:gd name="T23" fmla="*/ 80 h 159"/>
                  <a:gd name="T24" fmla="*/ 146 w 159"/>
                  <a:gd name="T25" fmla="*/ 36 h 159"/>
                  <a:gd name="T26" fmla="*/ 80 w 159"/>
                  <a:gd name="T27" fmla="*/ 47 h 159"/>
                  <a:gd name="T28" fmla="*/ 88 w 159"/>
                  <a:gd name="T29" fmla="*/ 48 h 159"/>
                  <a:gd name="T30" fmla="*/ 99 w 159"/>
                  <a:gd name="T31" fmla="*/ 37 h 159"/>
                  <a:gd name="T32" fmla="*/ 80 w 159"/>
                  <a:gd name="T33" fmla="*/ 33 h 159"/>
                  <a:gd name="T34" fmla="*/ 33 w 159"/>
                  <a:gd name="T35" fmla="*/ 80 h 159"/>
                  <a:gd name="T36" fmla="*/ 80 w 159"/>
                  <a:gd name="T37" fmla="*/ 126 h 159"/>
                  <a:gd name="T38" fmla="*/ 126 w 159"/>
                  <a:gd name="T39" fmla="*/ 80 h 159"/>
                  <a:gd name="T40" fmla="*/ 122 w 159"/>
                  <a:gd name="T41" fmla="*/ 60 h 159"/>
                  <a:gd name="T42" fmla="*/ 111 w 159"/>
                  <a:gd name="T43" fmla="*/ 71 h 159"/>
                  <a:gd name="T44" fmla="*/ 112 w 159"/>
                  <a:gd name="T45" fmla="*/ 80 h 159"/>
                  <a:gd name="T46" fmla="*/ 80 w 159"/>
                  <a:gd name="T47" fmla="*/ 112 h 159"/>
                  <a:gd name="T48" fmla="*/ 47 w 159"/>
                  <a:gd name="T49" fmla="*/ 80 h 159"/>
                  <a:gd name="T50" fmla="*/ 80 w 159"/>
                  <a:gd name="T51" fmla="*/ 47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59" h="159">
                    <a:moveTo>
                      <a:pt x="146" y="36"/>
                    </a:moveTo>
                    <a:cubicBezTo>
                      <a:pt x="143" y="39"/>
                      <a:pt x="139" y="43"/>
                      <a:pt x="136" y="46"/>
                    </a:cubicBezTo>
                    <a:cubicBezTo>
                      <a:pt x="141" y="56"/>
                      <a:pt x="145" y="67"/>
                      <a:pt x="145" y="80"/>
                    </a:cubicBezTo>
                    <a:cubicBezTo>
                      <a:pt x="145" y="116"/>
                      <a:pt x="116" y="145"/>
                      <a:pt x="80" y="145"/>
                    </a:cubicBezTo>
                    <a:cubicBezTo>
                      <a:pt x="43" y="145"/>
                      <a:pt x="14" y="116"/>
                      <a:pt x="14" y="80"/>
                    </a:cubicBezTo>
                    <a:cubicBezTo>
                      <a:pt x="14" y="43"/>
                      <a:pt x="43" y="14"/>
                      <a:pt x="80" y="14"/>
                    </a:cubicBezTo>
                    <a:cubicBezTo>
                      <a:pt x="92" y="14"/>
                      <a:pt x="103" y="18"/>
                      <a:pt x="113" y="23"/>
                    </a:cubicBezTo>
                    <a:cubicBezTo>
                      <a:pt x="116" y="20"/>
                      <a:pt x="120" y="17"/>
                      <a:pt x="123" y="13"/>
                    </a:cubicBezTo>
                    <a:cubicBezTo>
                      <a:pt x="111" y="5"/>
                      <a:pt x="96" y="0"/>
                      <a:pt x="80" y="0"/>
                    </a:cubicBezTo>
                    <a:cubicBezTo>
                      <a:pt x="36" y="0"/>
                      <a:pt x="0" y="36"/>
                      <a:pt x="0" y="80"/>
                    </a:cubicBezTo>
                    <a:cubicBezTo>
                      <a:pt x="0" y="124"/>
                      <a:pt x="36" y="159"/>
                      <a:pt x="80" y="159"/>
                    </a:cubicBezTo>
                    <a:cubicBezTo>
                      <a:pt x="123" y="159"/>
                      <a:pt x="159" y="124"/>
                      <a:pt x="159" y="80"/>
                    </a:cubicBezTo>
                    <a:cubicBezTo>
                      <a:pt x="159" y="63"/>
                      <a:pt x="154" y="48"/>
                      <a:pt x="146" y="36"/>
                    </a:cubicBezTo>
                    <a:close/>
                    <a:moveTo>
                      <a:pt x="80" y="47"/>
                    </a:moveTo>
                    <a:cubicBezTo>
                      <a:pt x="83" y="47"/>
                      <a:pt x="85" y="48"/>
                      <a:pt x="88" y="48"/>
                    </a:cubicBezTo>
                    <a:cubicBezTo>
                      <a:pt x="92" y="45"/>
                      <a:pt x="95" y="41"/>
                      <a:pt x="99" y="37"/>
                    </a:cubicBezTo>
                    <a:cubicBezTo>
                      <a:pt x="93" y="35"/>
                      <a:pt x="87" y="33"/>
                      <a:pt x="80" y="33"/>
                    </a:cubicBezTo>
                    <a:cubicBezTo>
                      <a:pt x="54" y="33"/>
                      <a:pt x="33" y="54"/>
                      <a:pt x="33" y="80"/>
                    </a:cubicBezTo>
                    <a:cubicBezTo>
                      <a:pt x="33" y="105"/>
                      <a:pt x="54" y="126"/>
                      <a:pt x="80" y="126"/>
                    </a:cubicBezTo>
                    <a:cubicBezTo>
                      <a:pt x="105" y="126"/>
                      <a:pt x="126" y="105"/>
                      <a:pt x="126" y="80"/>
                    </a:cubicBezTo>
                    <a:cubicBezTo>
                      <a:pt x="126" y="73"/>
                      <a:pt x="125" y="66"/>
                      <a:pt x="122" y="60"/>
                    </a:cubicBezTo>
                    <a:cubicBezTo>
                      <a:pt x="118" y="64"/>
                      <a:pt x="114" y="68"/>
                      <a:pt x="111" y="71"/>
                    </a:cubicBezTo>
                    <a:cubicBezTo>
                      <a:pt x="112" y="74"/>
                      <a:pt x="112" y="77"/>
                      <a:pt x="112" y="80"/>
                    </a:cubicBezTo>
                    <a:cubicBezTo>
                      <a:pt x="112" y="98"/>
                      <a:pt x="97" y="112"/>
                      <a:pt x="80" y="112"/>
                    </a:cubicBezTo>
                    <a:cubicBezTo>
                      <a:pt x="62" y="112"/>
                      <a:pt x="47" y="98"/>
                      <a:pt x="47" y="80"/>
                    </a:cubicBezTo>
                    <a:cubicBezTo>
                      <a:pt x="47" y="62"/>
                      <a:pt x="62" y="47"/>
                      <a:pt x="80" y="4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13" name="Freeform 57">
                <a:extLst>
                  <a:ext uri="{FF2B5EF4-FFF2-40B4-BE49-F238E27FC236}">
                    <a16:creationId xmlns:a16="http://schemas.microsoft.com/office/drawing/2014/main" id="{704D681E-0DC1-E1E8-09AC-10B8FEF898C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21543" y="3230227"/>
                <a:ext cx="439248" cy="444023"/>
              </a:xfrm>
              <a:custGeom>
                <a:avLst/>
                <a:gdLst>
                  <a:gd name="T0" fmla="*/ 189 w 255"/>
                  <a:gd name="T1" fmla="*/ 89 h 259"/>
                  <a:gd name="T2" fmla="*/ 207 w 255"/>
                  <a:gd name="T3" fmla="*/ 145 h 259"/>
                  <a:gd name="T4" fmla="*/ 111 w 255"/>
                  <a:gd name="T5" fmla="*/ 241 h 259"/>
                  <a:gd name="T6" fmla="*/ 14 w 255"/>
                  <a:gd name="T7" fmla="*/ 145 h 259"/>
                  <a:gd name="T8" fmla="*/ 111 w 255"/>
                  <a:gd name="T9" fmla="*/ 48 h 259"/>
                  <a:gd name="T10" fmla="*/ 166 w 255"/>
                  <a:gd name="T11" fmla="*/ 66 h 259"/>
                  <a:gd name="T12" fmla="*/ 176 w 255"/>
                  <a:gd name="T13" fmla="*/ 56 h 259"/>
                  <a:gd name="T14" fmla="*/ 111 w 255"/>
                  <a:gd name="T15" fmla="*/ 34 h 259"/>
                  <a:gd name="T16" fmla="*/ 0 w 255"/>
                  <a:gd name="T17" fmla="*/ 145 h 259"/>
                  <a:gd name="T18" fmla="*/ 30 w 255"/>
                  <a:gd name="T19" fmla="*/ 220 h 259"/>
                  <a:gd name="T20" fmla="*/ 30 w 255"/>
                  <a:gd name="T21" fmla="*/ 220 h 259"/>
                  <a:gd name="T22" fmla="*/ 30 w 255"/>
                  <a:gd name="T23" fmla="*/ 259 h 259"/>
                  <a:gd name="T24" fmla="*/ 45 w 255"/>
                  <a:gd name="T25" fmla="*/ 259 h 259"/>
                  <a:gd name="T26" fmla="*/ 45 w 255"/>
                  <a:gd name="T27" fmla="*/ 233 h 259"/>
                  <a:gd name="T28" fmla="*/ 111 w 255"/>
                  <a:gd name="T29" fmla="*/ 255 h 259"/>
                  <a:gd name="T30" fmla="*/ 176 w 255"/>
                  <a:gd name="T31" fmla="*/ 233 h 259"/>
                  <a:gd name="T32" fmla="*/ 176 w 255"/>
                  <a:gd name="T33" fmla="*/ 259 h 259"/>
                  <a:gd name="T34" fmla="*/ 191 w 255"/>
                  <a:gd name="T35" fmla="*/ 259 h 259"/>
                  <a:gd name="T36" fmla="*/ 191 w 255"/>
                  <a:gd name="T37" fmla="*/ 220 h 259"/>
                  <a:gd name="T38" fmla="*/ 221 w 255"/>
                  <a:gd name="T39" fmla="*/ 145 h 259"/>
                  <a:gd name="T40" fmla="*/ 199 w 255"/>
                  <a:gd name="T41" fmla="*/ 79 h 259"/>
                  <a:gd name="T42" fmla="*/ 189 w 255"/>
                  <a:gd name="T43" fmla="*/ 89 h 259"/>
                  <a:gd name="T44" fmla="*/ 224 w 255"/>
                  <a:gd name="T45" fmla="*/ 31 h 259"/>
                  <a:gd name="T46" fmla="*/ 224 w 255"/>
                  <a:gd name="T47" fmla="*/ 0 h 259"/>
                  <a:gd name="T48" fmla="*/ 191 w 255"/>
                  <a:gd name="T49" fmla="*/ 34 h 259"/>
                  <a:gd name="T50" fmla="*/ 191 w 255"/>
                  <a:gd name="T51" fmla="*/ 56 h 259"/>
                  <a:gd name="T52" fmla="*/ 109 w 255"/>
                  <a:gd name="T53" fmla="*/ 139 h 259"/>
                  <a:gd name="T54" fmla="*/ 109 w 255"/>
                  <a:gd name="T55" fmla="*/ 147 h 259"/>
                  <a:gd name="T56" fmla="*/ 116 w 255"/>
                  <a:gd name="T57" fmla="*/ 147 h 259"/>
                  <a:gd name="T58" fmla="*/ 199 w 255"/>
                  <a:gd name="T59" fmla="*/ 64 h 259"/>
                  <a:gd name="T60" fmla="*/ 222 w 255"/>
                  <a:gd name="T61" fmla="*/ 64 h 259"/>
                  <a:gd name="T62" fmla="*/ 255 w 255"/>
                  <a:gd name="T63" fmla="*/ 31 h 259"/>
                  <a:gd name="T64" fmla="*/ 224 w 255"/>
                  <a:gd name="T65" fmla="*/ 31 h 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55" h="259">
                    <a:moveTo>
                      <a:pt x="189" y="89"/>
                    </a:moveTo>
                    <a:cubicBezTo>
                      <a:pt x="200" y="105"/>
                      <a:pt x="207" y="124"/>
                      <a:pt x="207" y="145"/>
                    </a:cubicBezTo>
                    <a:cubicBezTo>
                      <a:pt x="207" y="198"/>
                      <a:pt x="164" y="241"/>
                      <a:pt x="111" y="241"/>
                    </a:cubicBezTo>
                    <a:cubicBezTo>
                      <a:pt x="57" y="241"/>
                      <a:pt x="14" y="198"/>
                      <a:pt x="14" y="145"/>
                    </a:cubicBezTo>
                    <a:cubicBezTo>
                      <a:pt x="14" y="91"/>
                      <a:pt x="57" y="48"/>
                      <a:pt x="111" y="48"/>
                    </a:cubicBezTo>
                    <a:cubicBezTo>
                      <a:pt x="131" y="48"/>
                      <a:pt x="150" y="55"/>
                      <a:pt x="166" y="66"/>
                    </a:cubicBezTo>
                    <a:cubicBezTo>
                      <a:pt x="170" y="63"/>
                      <a:pt x="173" y="59"/>
                      <a:pt x="176" y="56"/>
                    </a:cubicBezTo>
                    <a:cubicBezTo>
                      <a:pt x="158" y="43"/>
                      <a:pt x="135" y="34"/>
                      <a:pt x="111" y="34"/>
                    </a:cubicBezTo>
                    <a:cubicBezTo>
                      <a:pt x="50" y="34"/>
                      <a:pt x="0" y="84"/>
                      <a:pt x="0" y="145"/>
                    </a:cubicBezTo>
                    <a:cubicBezTo>
                      <a:pt x="0" y="174"/>
                      <a:pt x="12" y="200"/>
                      <a:pt x="30" y="220"/>
                    </a:cubicBezTo>
                    <a:cubicBezTo>
                      <a:pt x="30" y="220"/>
                      <a:pt x="30" y="220"/>
                      <a:pt x="30" y="220"/>
                    </a:cubicBezTo>
                    <a:cubicBezTo>
                      <a:pt x="30" y="259"/>
                      <a:pt x="30" y="259"/>
                      <a:pt x="30" y="259"/>
                    </a:cubicBezTo>
                    <a:cubicBezTo>
                      <a:pt x="45" y="259"/>
                      <a:pt x="45" y="259"/>
                      <a:pt x="45" y="259"/>
                    </a:cubicBezTo>
                    <a:cubicBezTo>
                      <a:pt x="45" y="233"/>
                      <a:pt x="45" y="233"/>
                      <a:pt x="45" y="233"/>
                    </a:cubicBezTo>
                    <a:cubicBezTo>
                      <a:pt x="63" y="247"/>
                      <a:pt x="86" y="255"/>
                      <a:pt x="111" y="255"/>
                    </a:cubicBezTo>
                    <a:cubicBezTo>
                      <a:pt x="135" y="255"/>
                      <a:pt x="158" y="247"/>
                      <a:pt x="176" y="233"/>
                    </a:cubicBezTo>
                    <a:cubicBezTo>
                      <a:pt x="176" y="259"/>
                      <a:pt x="176" y="259"/>
                      <a:pt x="176" y="259"/>
                    </a:cubicBezTo>
                    <a:cubicBezTo>
                      <a:pt x="191" y="259"/>
                      <a:pt x="191" y="259"/>
                      <a:pt x="191" y="259"/>
                    </a:cubicBezTo>
                    <a:cubicBezTo>
                      <a:pt x="191" y="220"/>
                      <a:pt x="191" y="220"/>
                      <a:pt x="191" y="220"/>
                    </a:cubicBezTo>
                    <a:cubicBezTo>
                      <a:pt x="209" y="200"/>
                      <a:pt x="221" y="174"/>
                      <a:pt x="221" y="145"/>
                    </a:cubicBezTo>
                    <a:cubicBezTo>
                      <a:pt x="221" y="120"/>
                      <a:pt x="213" y="97"/>
                      <a:pt x="199" y="79"/>
                    </a:cubicBezTo>
                    <a:cubicBezTo>
                      <a:pt x="196" y="82"/>
                      <a:pt x="193" y="85"/>
                      <a:pt x="189" y="89"/>
                    </a:cubicBezTo>
                    <a:close/>
                    <a:moveTo>
                      <a:pt x="224" y="31"/>
                    </a:moveTo>
                    <a:cubicBezTo>
                      <a:pt x="224" y="0"/>
                      <a:pt x="224" y="0"/>
                      <a:pt x="224" y="0"/>
                    </a:cubicBezTo>
                    <a:cubicBezTo>
                      <a:pt x="191" y="34"/>
                      <a:pt x="191" y="34"/>
                      <a:pt x="191" y="34"/>
                    </a:cubicBezTo>
                    <a:cubicBezTo>
                      <a:pt x="191" y="56"/>
                      <a:pt x="191" y="56"/>
                      <a:pt x="191" y="56"/>
                    </a:cubicBezTo>
                    <a:cubicBezTo>
                      <a:pt x="109" y="139"/>
                      <a:pt x="109" y="139"/>
                      <a:pt x="109" y="139"/>
                    </a:cubicBezTo>
                    <a:cubicBezTo>
                      <a:pt x="106" y="141"/>
                      <a:pt x="106" y="144"/>
                      <a:pt x="109" y="147"/>
                    </a:cubicBezTo>
                    <a:cubicBezTo>
                      <a:pt x="111" y="149"/>
                      <a:pt x="114" y="149"/>
                      <a:pt x="116" y="147"/>
                    </a:cubicBezTo>
                    <a:cubicBezTo>
                      <a:pt x="199" y="64"/>
                      <a:pt x="199" y="64"/>
                      <a:pt x="199" y="64"/>
                    </a:cubicBezTo>
                    <a:cubicBezTo>
                      <a:pt x="222" y="64"/>
                      <a:pt x="222" y="64"/>
                      <a:pt x="222" y="64"/>
                    </a:cubicBezTo>
                    <a:cubicBezTo>
                      <a:pt x="255" y="31"/>
                      <a:pt x="255" y="31"/>
                      <a:pt x="255" y="31"/>
                    </a:cubicBezTo>
                    <a:lnTo>
                      <a:pt x="224" y="31"/>
                    </a:lnTo>
                    <a:close/>
                  </a:path>
                </a:pathLst>
              </a:custGeom>
              <a:ln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</p:grp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076AF47B-415D-53B8-3911-C07E01A636FC}"/>
              </a:ext>
            </a:extLst>
          </p:cNvPr>
          <p:cNvSpPr/>
          <p:nvPr/>
        </p:nvSpPr>
        <p:spPr>
          <a:xfrm>
            <a:off x="367118" y="345113"/>
            <a:ext cx="7661072" cy="1911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70000"/>
              </a:lnSpc>
            </a:pPr>
            <a:r>
              <a:rPr sz="2400">
                <a:latin typeface="IRANYekanXFaNum"/>
              </a:rPr>
              <a:t>تمرین ۱: اگر دو مجموعه A={2,4,6,8} و B={4,8,12} داده شده باشند، اجتماع (A ∪ B) و اشتراک (A ∩ B) این دو مجموعه را به دست آورید.</a:t>
            </a:r>
            <a:endParaRPr lang="en-US" sz="2400" dirty="0">
              <a:latin typeface="IRANYekanXFaNum" pitchFamily="2" charset="-78"/>
              <a:cs typeface="IRANYekanXFaNum" pitchFamily="2" charset="-78"/>
            </a:endParaRPr>
          </a:p>
        </p:txBody>
      </p:sp>
      <p:pic>
        <p:nvPicPr>
          <p:cNvPr id="22" name="Picture 21" descr="A red tablecloth with black dots&#10;&#10;AI-generated content may be incorrect.">
            <a:extLst>
              <a:ext uri="{FF2B5EF4-FFF2-40B4-BE49-F238E27FC236}">
                <a16:creationId xmlns:a16="http://schemas.microsoft.com/office/drawing/2014/main" id="{D9A0DF08-40A3-214C-976D-9EC3C2628D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5721" y="2736989"/>
            <a:ext cx="4926680" cy="3859232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C01E5653-7957-AF8A-2408-77526680A04F}"/>
              </a:ext>
            </a:extLst>
          </p:cNvPr>
          <p:cNvGrpSpPr/>
          <p:nvPr/>
        </p:nvGrpSpPr>
        <p:grpSpPr>
          <a:xfrm>
            <a:off x="8023798" y="398416"/>
            <a:ext cx="1281578" cy="1459765"/>
            <a:chOff x="8023798" y="398416"/>
            <a:chExt cx="1281578" cy="1459765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0669EE97-0F93-F772-4D17-4AC377854E4B}"/>
                </a:ext>
              </a:extLst>
            </p:cNvPr>
            <p:cNvGrpSpPr/>
            <p:nvPr/>
          </p:nvGrpSpPr>
          <p:grpSpPr>
            <a:xfrm>
              <a:off x="8023798" y="634175"/>
              <a:ext cx="1281578" cy="1224006"/>
              <a:chOff x="2026995" y="1759447"/>
              <a:chExt cx="1281578" cy="1224006"/>
            </a:xfrm>
          </p:grpSpPr>
          <p:grpSp>
            <p:nvGrpSpPr>
              <p:cNvPr id="16" name="Circle B">
                <a:extLst>
                  <a:ext uri="{FF2B5EF4-FFF2-40B4-BE49-F238E27FC236}">
                    <a16:creationId xmlns:a16="http://schemas.microsoft.com/office/drawing/2014/main" id="{BBB282C1-565C-260D-E1DA-BAF81969E5FE}"/>
                  </a:ext>
                </a:extLst>
              </p:cNvPr>
              <p:cNvGrpSpPr/>
              <p:nvPr/>
            </p:nvGrpSpPr>
            <p:grpSpPr>
              <a:xfrm>
                <a:off x="2050416" y="1759447"/>
                <a:ext cx="1229054" cy="1224006"/>
                <a:chOff x="3731763" y="2289353"/>
                <a:chExt cx="1341438" cy="1335925"/>
              </a:xfrm>
            </p:grpSpPr>
            <p:sp>
              <p:nvSpPr>
                <p:cNvPr id="18" name="Oval 73">
                  <a:extLst>
                    <a:ext uri="{FF2B5EF4-FFF2-40B4-BE49-F238E27FC236}">
                      <a16:creationId xmlns:a16="http://schemas.microsoft.com/office/drawing/2014/main" id="{02AE0062-E7D5-FB00-FECE-F2030C53EE7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31763" y="2289353"/>
                  <a:ext cx="1341438" cy="1335925"/>
                </a:xfrm>
                <a:prstGeom prst="ellipse">
                  <a:avLst/>
                </a:prstGeom>
                <a:gradFill flip="none" rotWithShape="1">
                  <a:gsLst>
                    <a:gs pos="20000">
                      <a:srgbClr val="FFFFFF"/>
                    </a:gs>
                    <a:gs pos="100000">
                      <a:srgbClr val="DAD9D9"/>
                    </a:gs>
                  </a:gsLst>
                  <a:lin ang="2700000" scaled="1"/>
                  <a:tileRect/>
                </a:gradFill>
                <a:ln>
                  <a:noFill/>
                </a:ln>
                <a:effectLst>
                  <a:outerShdw blurRad="381000" dist="177800" dir="2700000" algn="tl" rotWithShape="0">
                    <a:prstClr val="black">
                      <a:alpha val="70000"/>
                    </a:prstClr>
                  </a:outer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350" dirty="0">
                    <a:latin typeface="Lato" panose="020F0502020204030203" pitchFamily="34" charset="0"/>
                  </a:endParaRPr>
                </a:p>
              </p:txBody>
            </p:sp>
            <p:pic>
              <p:nvPicPr>
                <p:cNvPr id="19" name="Texture">
                  <a:extLst>
                    <a:ext uri="{FF2B5EF4-FFF2-40B4-BE49-F238E27FC236}">
                      <a16:creationId xmlns:a16="http://schemas.microsoft.com/office/drawing/2014/main" id="{01CCA057-92C1-3F71-23CF-22EF62E6508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840103" y="2392141"/>
                  <a:ext cx="1187212" cy="1187213"/>
                </a:xfrm>
                <a:prstGeom prst="rect">
                  <a:avLst/>
                </a:prstGeom>
              </p:spPr>
            </p:pic>
          </p:grpSp>
          <p:sp>
            <p:nvSpPr>
              <p:cNvPr id="17" name="B">
                <a:extLst>
                  <a:ext uri="{FF2B5EF4-FFF2-40B4-BE49-F238E27FC236}">
                    <a16:creationId xmlns:a16="http://schemas.microsoft.com/office/drawing/2014/main" id="{55FC2053-3E7C-79F3-CB33-C5D5B920258A}"/>
                  </a:ext>
                </a:extLst>
              </p:cNvPr>
              <p:cNvSpPr txBox="1"/>
              <p:nvPr/>
            </p:nvSpPr>
            <p:spPr>
              <a:xfrm>
                <a:off x="2026995" y="2103813"/>
                <a:ext cx="128157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3600">
                    <a:solidFill>
                      <a:srgbClr val="FF0000"/>
                    </a:solidFill>
                    <a:latin typeface="IRANYekanXFaNum Heavy" pitchFamily="2" charset="-78"/>
                    <a:ea typeface="Roboto Condensed" panose="02000000000000000000" pitchFamily="2" charset="0"/>
                    <a:cs typeface="IRANYekanXFaNum Heavy" pitchFamily="2" charset="-78"/>
                  </a:defRPr>
                </a:lvl1pPr>
              </a:lstStyle>
              <a:p>
                <a:r>
                  <a:rPr lang="fa-I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مثال</a:t>
                </a:r>
                <a:endParaRPr lang="ru-RU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  <p:sp>
          <p:nvSpPr>
            <p:cNvPr id="21" name="A">
              <a:extLst>
                <a:ext uri="{FF2B5EF4-FFF2-40B4-BE49-F238E27FC236}">
                  <a16:creationId xmlns:a16="http://schemas.microsoft.com/office/drawing/2014/main" id="{8863BCB3-9539-5AC1-3296-C69C5DAFD47A}"/>
                </a:ext>
              </a:extLst>
            </p:cNvPr>
            <p:cNvSpPr txBox="1"/>
            <p:nvPr/>
          </p:nvSpPr>
          <p:spPr>
            <a:xfrm>
              <a:off x="8116228" y="398416"/>
              <a:ext cx="266863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a-IR" sz="60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IRANYekanXFaNum Heavy" pitchFamily="2" charset="-78"/>
                  <a:ea typeface="Roboto Condensed" panose="02000000000000000000" pitchFamily="2" charset="0"/>
                  <a:cs typeface="IRANYekanXFaNum Heavy" pitchFamily="2" charset="-78"/>
                </a:rPr>
                <a:t>2</a:t>
              </a:r>
              <a:endParaRPr lang="ru-RU" sz="6000" b="1" dirty="0">
                <a:ln w="13462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  <a:cs typeface="IRANYekanXFaNum Heavy" pitchFamily="2" charset="-7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42554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p14:presetBounceEnd="68182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8182">
                                          <p:cBhvr additive="base">
                                            <p:cTn id="7" dur="11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8182">
                                          <p:cBhvr additive="base">
                                            <p:cTn id="8" dur="11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2" presetClass="entr" presetSubtype="8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2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2" presetClass="entr" presetSubtype="2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16" dur="5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2" fill="hold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nodeType="withEffect" p14:presetBounceEnd="68182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8182">
                                          <p:cBhvr additive="base">
                                            <p:cTn id="23" dur="11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8182">
                                          <p:cBhvr additive="base">
                                            <p:cTn id="24" dur="11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900"/>
                                </p:stCondLst>
                                <p:childTnLst>
                                  <p:par>
                                    <p:cTn id="26" presetID="1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500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9" dur="5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2400"/>
                                </p:stCondLst>
                                <p:childTnLst>
                                  <p:par>
                                    <p:cTn id="31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3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2900"/>
                                </p:stCondLst>
                                <p:childTnLst>
                                  <p:par>
                                    <p:cTn id="35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9" fill="hold">
                                <p:stCondLst>
                                  <p:cond delay="9850"/>
                                </p:stCondLst>
                                <p:childTnLst>
                                  <p:par>
                                    <p:cTn id="40" presetID="10" presetClass="entr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2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 animBg="1"/>
          <p:bldP spid="6" grpId="0" animBg="1"/>
          <p:bldP spid="7" grpId="0" animBg="1"/>
          <p:bldP spid="8" grpId="0" animBg="1"/>
          <p:bldP spid="14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1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1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2" presetClass="entr" presetSubtype="8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2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2" presetClass="entr" presetSubtype="2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16" dur="5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2" fill="hold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11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11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900"/>
                                </p:stCondLst>
                                <p:childTnLst>
                                  <p:par>
                                    <p:cTn id="26" presetID="1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500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9" dur="5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2400"/>
                                </p:stCondLst>
                                <p:childTnLst>
                                  <p:par>
                                    <p:cTn id="31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3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2900"/>
                                </p:stCondLst>
                                <p:childTnLst>
                                  <p:par>
                                    <p:cTn id="35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9" fill="hold">
                                <p:stCondLst>
                                  <p:cond delay="9850"/>
                                </p:stCondLst>
                                <p:childTnLst>
                                  <p:par>
                                    <p:cTn id="40" presetID="10" presetClass="entr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2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 animBg="1"/>
          <p:bldP spid="6" grpId="0" animBg="1"/>
          <p:bldP spid="7" grpId="0" animBg="1"/>
          <p:bldP spid="8" grpId="0" animBg="1"/>
          <p:bldP spid="14" grpId="0"/>
        </p:bldLst>
      </p:timing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FF04D-A35F-1575-BD0F-8CB26927D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C4D31E3-92EB-FED6-A61D-92E1FB2D33A9}"/>
              </a:ext>
            </a:extLst>
          </p:cNvPr>
          <p:cNvSpPr/>
          <p:nvPr/>
        </p:nvSpPr>
        <p:spPr>
          <a:xfrm>
            <a:off x="182712" y="299787"/>
            <a:ext cx="8632177" cy="2063406"/>
          </a:xfrm>
          <a:prstGeom prst="roundRect">
            <a:avLst>
              <a:gd name="adj" fmla="val 34686"/>
            </a:avLst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DZ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0D8FBCF-5207-B760-2FDC-C293023A8267}"/>
              </a:ext>
            </a:extLst>
          </p:cNvPr>
          <p:cNvGrpSpPr/>
          <p:nvPr/>
        </p:nvGrpSpPr>
        <p:grpSpPr>
          <a:xfrm rot="5400000">
            <a:off x="9079518" y="755454"/>
            <a:ext cx="1666266" cy="993876"/>
            <a:chOff x="5263043" y="3924314"/>
            <a:chExt cx="1666266" cy="993876"/>
          </a:xfrm>
        </p:grpSpPr>
        <p:sp>
          <p:nvSpPr>
            <p:cNvPr id="4" name="Arc 111">
              <a:extLst>
                <a:ext uri="{FF2B5EF4-FFF2-40B4-BE49-F238E27FC236}">
                  <a16:creationId xmlns:a16="http://schemas.microsoft.com/office/drawing/2014/main" id="{670AA240-AB53-A971-6514-B92C5356FCC6}"/>
                </a:ext>
              </a:extLst>
            </p:cNvPr>
            <p:cNvSpPr>
              <a:spLocks/>
            </p:cNvSpPr>
            <p:nvPr/>
          </p:nvSpPr>
          <p:spPr>
            <a:xfrm rot="7125828">
              <a:off x="5634265" y="3553092"/>
              <a:ext cx="923822" cy="1666266"/>
            </a:xfrm>
            <a:custGeom>
              <a:avLst/>
              <a:gdLst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2" fmla="*/ 1568256 w 3136511"/>
                <a:gd name="connsiteY2" fmla="*/ 1874520 h 3749040"/>
                <a:gd name="connsiteX3" fmla="*/ 2026459 w 3136511"/>
                <a:gd name="connsiteY3" fmla="*/ 81794 h 3749040"/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8203 w 1568259"/>
                <a:gd name="connsiteY0" fmla="*/ 0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026135"/>
                <a:gd name="connsiteY0" fmla="*/ 0 h 1776354"/>
                <a:gd name="connsiteX1" fmla="*/ 1026135 w 1026135"/>
                <a:gd name="connsiteY1" fmla="*/ 1776354 h 1776354"/>
                <a:gd name="connsiteX2" fmla="*/ 0 w 1026135"/>
                <a:gd name="connsiteY2" fmla="*/ 1191335 h 1776354"/>
                <a:gd name="connsiteX3" fmla="*/ 27726 w 1026135"/>
                <a:gd name="connsiteY3" fmla="*/ 0 h 1776354"/>
                <a:gd name="connsiteX0" fmla="*/ 20520 w 1026135"/>
                <a:gd name="connsiteY0" fmla="*/ 34379 h 1776354"/>
                <a:gd name="connsiteX1" fmla="*/ 884205 w 1026135"/>
                <a:gd name="connsiteY1" fmla="*/ 1632603 h 1776354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23822" h="1666266" stroke="0" extrusionOk="0">
                  <a:moveTo>
                    <a:pt x="27726" y="0"/>
                  </a:moveTo>
                  <a:cubicBezTo>
                    <a:pt x="1059256" y="699389"/>
                    <a:pt x="841732" y="475354"/>
                    <a:pt x="917895" y="1666266"/>
                  </a:cubicBezTo>
                  <a:lnTo>
                    <a:pt x="0" y="1191335"/>
                  </a:lnTo>
                  <a:lnTo>
                    <a:pt x="27726" y="0"/>
                  </a:lnTo>
                  <a:close/>
                </a:path>
                <a:path w="923822" h="1666266" fill="none">
                  <a:moveTo>
                    <a:pt x="20520" y="34379"/>
                  </a:moveTo>
                  <a:cubicBezTo>
                    <a:pt x="787091" y="294637"/>
                    <a:pt x="1028502" y="898728"/>
                    <a:pt x="884205" y="1632603"/>
                  </a:cubicBezTo>
                </a:path>
              </a:pathLst>
            </a:custGeom>
            <a:ln w="28575" cap="rnd">
              <a:solidFill>
                <a:srgbClr val="767B7B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0BC95B9D-0DFB-5698-0B72-D9E2E8B18689}"/>
                </a:ext>
              </a:extLst>
            </p:cNvPr>
            <p:cNvSpPr/>
            <p:nvPr/>
          </p:nvSpPr>
          <p:spPr>
            <a:xfrm>
              <a:off x="6020181" y="4749058"/>
              <a:ext cx="200440" cy="169132"/>
            </a:xfrm>
            <a:custGeom>
              <a:avLst/>
              <a:gdLst>
                <a:gd name="connsiteX0" fmla="*/ 28037 w 200440"/>
                <a:gd name="connsiteY0" fmla="*/ 0 h 169132"/>
                <a:gd name="connsiteX1" fmla="*/ 44586 w 200440"/>
                <a:gd name="connsiteY1" fmla="*/ 1769 h 169132"/>
                <a:gd name="connsiteX2" fmla="*/ 166182 w 200440"/>
                <a:gd name="connsiteY2" fmla="*/ 789 h 169132"/>
                <a:gd name="connsiteX3" fmla="*/ 172411 w 200440"/>
                <a:gd name="connsiteY3" fmla="*/ 11 h 169132"/>
                <a:gd name="connsiteX4" fmla="*/ 192564 w 200440"/>
                <a:gd name="connsiteY4" fmla="*/ 29902 h 169132"/>
                <a:gd name="connsiteX5" fmla="*/ 200440 w 200440"/>
                <a:gd name="connsiteY5" fmla="*/ 68912 h 169132"/>
                <a:gd name="connsiteX6" fmla="*/ 100220 w 200440"/>
                <a:gd name="connsiteY6" fmla="*/ 169132 h 169132"/>
                <a:gd name="connsiteX7" fmla="*/ 0 w 200440"/>
                <a:gd name="connsiteY7" fmla="*/ 68912 h 169132"/>
                <a:gd name="connsiteX8" fmla="*/ 7876 w 200440"/>
                <a:gd name="connsiteY8" fmla="*/ 29902 h 169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0440" h="169132">
                  <a:moveTo>
                    <a:pt x="28037" y="0"/>
                  </a:moveTo>
                  <a:lnTo>
                    <a:pt x="44586" y="1769"/>
                  </a:lnTo>
                  <a:cubicBezTo>
                    <a:pt x="84217" y="3762"/>
                    <a:pt x="124733" y="3518"/>
                    <a:pt x="166182" y="789"/>
                  </a:cubicBezTo>
                  <a:lnTo>
                    <a:pt x="172411" y="11"/>
                  </a:lnTo>
                  <a:lnTo>
                    <a:pt x="192564" y="29902"/>
                  </a:lnTo>
                  <a:cubicBezTo>
                    <a:pt x="197636" y="41892"/>
                    <a:pt x="200440" y="55075"/>
                    <a:pt x="200440" y="68912"/>
                  </a:cubicBezTo>
                  <a:cubicBezTo>
                    <a:pt x="200440" y="124262"/>
                    <a:pt x="155570" y="169132"/>
                    <a:pt x="100220" y="169132"/>
                  </a:cubicBezTo>
                  <a:cubicBezTo>
                    <a:pt x="44870" y="169132"/>
                    <a:pt x="0" y="124262"/>
                    <a:pt x="0" y="68912"/>
                  </a:cubicBezTo>
                  <a:cubicBezTo>
                    <a:pt x="0" y="55075"/>
                    <a:pt x="2805" y="41892"/>
                    <a:pt x="7876" y="29902"/>
                  </a:cubicBezTo>
                  <a:close/>
                </a:path>
              </a:pathLst>
            </a:custGeom>
            <a:solidFill>
              <a:srgbClr val="767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B61E6943-E4D0-4615-2718-778AE799B018}"/>
              </a:ext>
            </a:extLst>
          </p:cNvPr>
          <p:cNvSpPr/>
          <p:nvPr/>
        </p:nvSpPr>
        <p:spPr>
          <a:xfrm>
            <a:off x="11529568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13F5CFE-B584-33A4-7A07-9A370FC28F34}"/>
              </a:ext>
            </a:extLst>
          </p:cNvPr>
          <p:cNvSpPr/>
          <p:nvPr/>
        </p:nvSpPr>
        <p:spPr>
          <a:xfrm flipH="1">
            <a:off x="9683316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585E016-FAE8-CC01-100E-6E1A120857BC}"/>
              </a:ext>
            </a:extLst>
          </p:cNvPr>
          <p:cNvSpPr>
            <a:spLocks noChangeAspect="1"/>
          </p:cNvSpPr>
          <p:nvPr/>
        </p:nvSpPr>
        <p:spPr>
          <a:xfrm>
            <a:off x="9802197" y="163553"/>
            <a:ext cx="1966302" cy="2199640"/>
          </a:xfrm>
          <a:custGeom>
            <a:avLst/>
            <a:gdLst>
              <a:gd name="connsiteX0" fmla="*/ 983151 w 1966302"/>
              <a:gd name="connsiteY0" fmla="*/ 0 h 2199640"/>
              <a:gd name="connsiteX1" fmla="*/ 1893033 w 1966302"/>
              <a:gd name="connsiteY1" fmla="*/ 484900 h 2199640"/>
              <a:gd name="connsiteX2" fmla="*/ 1966302 w 1966302"/>
              <a:gd name="connsiteY2" fmla="*/ 620201 h 2199640"/>
              <a:gd name="connsiteX3" fmla="*/ 1944102 w 1966302"/>
              <a:gd name="connsiteY3" fmla="*/ 631189 h 2199640"/>
              <a:gd name="connsiteX4" fmla="*/ 1670855 w 1966302"/>
              <a:gd name="connsiteY4" fmla="*/ 1099820 h 2199640"/>
              <a:gd name="connsiteX5" fmla="*/ 1944102 w 1966302"/>
              <a:gd name="connsiteY5" fmla="*/ 1568451 h 2199640"/>
              <a:gd name="connsiteX6" fmla="*/ 1966302 w 1966302"/>
              <a:gd name="connsiteY6" fmla="*/ 1579440 h 2199640"/>
              <a:gd name="connsiteX7" fmla="*/ 1893033 w 1966302"/>
              <a:gd name="connsiteY7" fmla="*/ 1714740 h 2199640"/>
              <a:gd name="connsiteX8" fmla="*/ 983151 w 1966302"/>
              <a:gd name="connsiteY8" fmla="*/ 2199640 h 2199640"/>
              <a:gd name="connsiteX9" fmla="*/ 73269 w 1966302"/>
              <a:gd name="connsiteY9" fmla="*/ 1714740 h 2199640"/>
              <a:gd name="connsiteX10" fmla="*/ 0 w 1966302"/>
              <a:gd name="connsiteY10" fmla="*/ 1579439 h 2199640"/>
              <a:gd name="connsiteX11" fmla="*/ 22200 w 1966302"/>
              <a:gd name="connsiteY11" fmla="*/ 1568451 h 2199640"/>
              <a:gd name="connsiteX12" fmla="*/ 295446 w 1966302"/>
              <a:gd name="connsiteY12" fmla="*/ 1099820 h 2199640"/>
              <a:gd name="connsiteX13" fmla="*/ 22200 w 1966302"/>
              <a:gd name="connsiteY13" fmla="*/ 631189 h 2199640"/>
              <a:gd name="connsiteX14" fmla="*/ 0 w 1966302"/>
              <a:gd name="connsiteY14" fmla="*/ 620201 h 2199640"/>
              <a:gd name="connsiteX15" fmla="*/ 73269 w 1966302"/>
              <a:gd name="connsiteY15" fmla="*/ 484900 h 2199640"/>
              <a:gd name="connsiteX16" fmla="*/ 983151 w 1966302"/>
              <a:gd name="connsiteY16" fmla="*/ 0 h 2199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966302" h="2199640">
                <a:moveTo>
                  <a:pt x="983151" y="0"/>
                </a:moveTo>
                <a:cubicBezTo>
                  <a:pt x="1361908" y="0"/>
                  <a:pt x="1695844" y="192346"/>
                  <a:pt x="1893033" y="484900"/>
                </a:cubicBezTo>
                <a:lnTo>
                  <a:pt x="1966302" y="620201"/>
                </a:lnTo>
                <a:lnTo>
                  <a:pt x="1944102" y="631189"/>
                </a:lnTo>
                <a:cubicBezTo>
                  <a:pt x="1779244" y="732750"/>
                  <a:pt x="1670855" y="904743"/>
                  <a:pt x="1670855" y="1099820"/>
                </a:cubicBezTo>
                <a:cubicBezTo>
                  <a:pt x="1670855" y="1294898"/>
                  <a:pt x="1779244" y="1466890"/>
                  <a:pt x="1944102" y="1568451"/>
                </a:cubicBezTo>
                <a:lnTo>
                  <a:pt x="1966302" y="1579440"/>
                </a:lnTo>
                <a:lnTo>
                  <a:pt x="1893033" y="1714740"/>
                </a:lnTo>
                <a:cubicBezTo>
                  <a:pt x="1695844" y="2007294"/>
                  <a:pt x="1361908" y="2199640"/>
                  <a:pt x="983151" y="2199640"/>
                </a:cubicBezTo>
                <a:cubicBezTo>
                  <a:pt x="604394" y="2199640"/>
                  <a:pt x="270459" y="2007294"/>
                  <a:pt x="73269" y="1714740"/>
                </a:cubicBezTo>
                <a:lnTo>
                  <a:pt x="0" y="1579439"/>
                </a:lnTo>
                <a:lnTo>
                  <a:pt x="22200" y="1568451"/>
                </a:lnTo>
                <a:cubicBezTo>
                  <a:pt x="187057" y="1466890"/>
                  <a:pt x="295446" y="1294898"/>
                  <a:pt x="295446" y="1099820"/>
                </a:cubicBezTo>
                <a:cubicBezTo>
                  <a:pt x="295446" y="904743"/>
                  <a:pt x="187057" y="732750"/>
                  <a:pt x="22200" y="631189"/>
                </a:cubicBezTo>
                <a:lnTo>
                  <a:pt x="0" y="620201"/>
                </a:lnTo>
                <a:lnTo>
                  <a:pt x="73269" y="484900"/>
                </a:lnTo>
                <a:cubicBezTo>
                  <a:pt x="270459" y="192346"/>
                  <a:pt x="604394" y="0"/>
                  <a:pt x="983151" y="0"/>
                </a:cubicBezTo>
                <a:close/>
              </a:path>
            </a:pathLst>
          </a:cu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82A742E-5E27-907C-1357-D54AD945211E}"/>
              </a:ext>
            </a:extLst>
          </p:cNvPr>
          <p:cNvGrpSpPr/>
          <p:nvPr/>
        </p:nvGrpSpPr>
        <p:grpSpPr>
          <a:xfrm>
            <a:off x="10153750" y="634175"/>
            <a:ext cx="1287780" cy="1291590"/>
            <a:chOff x="7688342" y="576301"/>
            <a:chExt cx="1287780" cy="1291590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169ADC7A-5130-F55D-90AD-ED24572F456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88342" y="576301"/>
              <a:ext cx="1287780" cy="129159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38100" dir="2700000" sx="105000" sy="105000" algn="tl" rotWithShape="0">
                <a:prstClr val="black">
                  <a:alpha val="4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grpSp>
          <p:nvGrpSpPr>
            <p:cNvPr id="11" name="Target">
              <a:extLst>
                <a:ext uri="{FF2B5EF4-FFF2-40B4-BE49-F238E27FC236}">
                  <a16:creationId xmlns:a16="http://schemas.microsoft.com/office/drawing/2014/main" id="{894D445C-68E7-282E-DCBF-1F30C7A21DD0}"/>
                </a:ext>
              </a:extLst>
            </p:cNvPr>
            <p:cNvGrpSpPr/>
            <p:nvPr/>
          </p:nvGrpSpPr>
          <p:grpSpPr>
            <a:xfrm>
              <a:off x="7956103" y="770172"/>
              <a:ext cx="839566" cy="848693"/>
              <a:chOff x="7021543" y="3230227"/>
              <a:chExt cx="439248" cy="444023"/>
            </a:xfrm>
            <a:effectLst>
              <a:reflection blurRad="6350" stA="20000" endPos="35000" dir="5400000" sy="-100000" algn="bl" rotWithShape="0"/>
            </a:effectLst>
          </p:grpSpPr>
          <p:sp>
            <p:nvSpPr>
              <p:cNvPr id="12" name="Freeform 56">
                <a:extLst>
                  <a:ext uri="{FF2B5EF4-FFF2-40B4-BE49-F238E27FC236}">
                    <a16:creationId xmlns:a16="http://schemas.microsoft.com/office/drawing/2014/main" id="{197198E3-A00E-4344-0AF3-20DAFE4D3DE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75017" y="3340994"/>
                <a:ext cx="274053" cy="273098"/>
              </a:xfrm>
              <a:custGeom>
                <a:avLst/>
                <a:gdLst>
                  <a:gd name="T0" fmla="*/ 146 w 159"/>
                  <a:gd name="T1" fmla="*/ 36 h 159"/>
                  <a:gd name="T2" fmla="*/ 136 w 159"/>
                  <a:gd name="T3" fmla="*/ 46 h 159"/>
                  <a:gd name="T4" fmla="*/ 145 w 159"/>
                  <a:gd name="T5" fmla="*/ 80 h 159"/>
                  <a:gd name="T6" fmla="*/ 80 w 159"/>
                  <a:gd name="T7" fmla="*/ 145 h 159"/>
                  <a:gd name="T8" fmla="*/ 14 w 159"/>
                  <a:gd name="T9" fmla="*/ 80 h 159"/>
                  <a:gd name="T10" fmla="*/ 80 w 159"/>
                  <a:gd name="T11" fmla="*/ 14 h 159"/>
                  <a:gd name="T12" fmla="*/ 113 w 159"/>
                  <a:gd name="T13" fmla="*/ 23 h 159"/>
                  <a:gd name="T14" fmla="*/ 123 w 159"/>
                  <a:gd name="T15" fmla="*/ 13 h 159"/>
                  <a:gd name="T16" fmla="*/ 80 w 159"/>
                  <a:gd name="T17" fmla="*/ 0 h 159"/>
                  <a:gd name="T18" fmla="*/ 0 w 159"/>
                  <a:gd name="T19" fmla="*/ 80 h 159"/>
                  <a:gd name="T20" fmla="*/ 80 w 159"/>
                  <a:gd name="T21" fmla="*/ 159 h 159"/>
                  <a:gd name="T22" fmla="*/ 159 w 159"/>
                  <a:gd name="T23" fmla="*/ 80 h 159"/>
                  <a:gd name="T24" fmla="*/ 146 w 159"/>
                  <a:gd name="T25" fmla="*/ 36 h 159"/>
                  <a:gd name="T26" fmla="*/ 80 w 159"/>
                  <a:gd name="T27" fmla="*/ 47 h 159"/>
                  <a:gd name="T28" fmla="*/ 88 w 159"/>
                  <a:gd name="T29" fmla="*/ 48 h 159"/>
                  <a:gd name="T30" fmla="*/ 99 w 159"/>
                  <a:gd name="T31" fmla="*/ 37 h 159"/>
                  <a:gd name="T32" fmla="*/ 80 w 159"/>
                  <a:gd name="T33" fmla="*/ 33 h 159"/>
                  <a:gd name="T34" fmla="*/ 33 w 159"/>
                  <a:gd name="T35" fmla="*/ 80 h 159"/>
                  <a:gd name="T36" fmla="*/ 80 w 159"/>
                  <a:gd name="T37" fmla="*/ 126 h 159"/>
                  <a:gd name="T38" fmla="*/ 126 w 159"/>
                  <a:gd name="T39" fmla="*/ 80 h 159"/>
                  <a:gd name="T40" fmla="*/ 122 w 159"/>
                  <a:gd name="T41" fmla="*/ 60 h 159"/>
                  <a:gd name="T42" fmla="*/ 111 w 159"/>
                  <a:gd name="T43" fmla="*/ 71 h 159"/>
                  <a:gd name="T44" fmla="*/ 112 w 159"/>
                  <a:gd name="T45" fmla="*/ 80 h 159"/>
                  <a:gd name="T46" fmla="*/ 80 w 159"/>
                  <a:gd name="T47" fmla="*/ 112 h 159"/>
                  <a:gd name="T48" fmla="*/ 47 w 159"/>
                  <a:gd name="T49" fmla="*/ 80 h 159"/>
                  <a:gd name="T50" fmla="*/ 80 w 159"/>
                  <a:gd name="T51" fmla="*/ 47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59" h="159">
                    <a:moveTo>
                      <a:pt x="146" y="36"/>
                    </a:moveTo>
                    <a:cubicBezTo>
                      <a:pt x="143" y="39"/>
                      <a:pt x="139" y="43"/>
                      <a:pt x="136" y="46"/>
                    </a:cubicBezTo>
                    <a:cubicBezTo>
                      <a:pt x="141" y="56"/>
                      <a:pt x="145" y="67"/>
                      <a:pt x="145" y="80"/>
                    </a:cubicBezTo>
                    <a:cubicBezTo>
                      <a:pt x="145" y="116"/>
                      <a:pt x="116" y="145"/>
                      <a:pt x="80" y="145"/>
                    </a:cubicBezTo>
                    <a:cubicBezTo>
                      <a:pt x="43" y="145"/>
                      <a:pt x="14" y="116"/>
                      <a:pt x="14" y="80"/>
                    </a:cubicBezTo>
                    <a:cubicBezTo>
                      <a:pt x="14" y="43"/>
                      <a:pt x="43" y="14"/>
                      <a:pt x="80" y="14"/>
                    </a:cubicBezTo>
                    <a:cubicBezTo>
                      <a:pt x="92" y="14"/>
                      <a:pt x="103" y="18"/>
                      <a:pt x="113" y="23"/>
                    </a:cubicBezTo>
                    <a:cubicBezTo>
                      <a:pt x="116" y="20"/>
                      <a:pt x="120" y="17"/>
                      <a:pt x="123" y="13"/>
                    </a:cubicBezTo>
                    <a:cubicBezTo>
                      <a:pt x="111" y="5"/>
                      <a:pt x="96" y="0"/>
                      <a:pt x="80" y="0"/>
                    </a:cubicBezTo>
                    <a:cubicBezTo>
                      <a:pt x="36" y="0"/>
                      <a:pt x="0" y="36"/>
                      <a:pt x="0" y="80"/>
                    </a:cubicBezTo>
                    <a:cubicBezTo>
                      <a:pt x="0" y="124"/>
                      <a:pt x="36" y="159"/>
                      <a:pt x="80" y="159"/>
                    </a:cubicBezTo>
                    <a:cubicBezTo>
                      <a:pt x="123" y="159"/>
                      <a:pt x="159" y="124"/>
                      <a:pt x="159" y="80"/>
                    </a:cubicBezTo>
                    <a:cubicBezTo>
                      <a:pt x="159" y="63"/>
                      <a:pt x="154" y="48"/>
                      <a:pt x="146" y="36"/>
                    </a:cubicBezTo>
                    <a:close/>
                    <a:moveTo>
                      <a:pt x="80" y="47"/>
                    </a:moveTo>
                    <a:cubicBezTo>
                      <a:pt x="83" y="47"/>
                      <a:pt x="85" y="48"/>
                      <a:pt x="88" y="48"/>
                    </a:cubicBezTo>
                    <a:cubicBezTo>
                      <a:pt x="92" y="45"/>
                      <a:pt x="95" y="41"/>
                      <a:pt x="99" y="37"/>
                    </a:cubicBezTo>
                    <a:cubicBezTo>
                      <a:pt x="93" y="35"/>
                      <a:pt x="87" y="33"/>
                      <a:pt x="80" y="33"/>
                    </a:cubicBezTo>
                    <a:cubicBezTo>
                      <a:pt x="54" y="33"/>
                      <a:pt x="33" y="54"/>
                      <a:pt x="33" y="80"/>
                    </a:cubicBezTo>
                    <a:cubicBezTo>
                      <a:pt x="33" y="105"/>
                      <a:pt x="54" y="126"/>
                      <a:pt x="80" y="126"/>
                    </a:cubicBezTo>
                    <a:cubicBezTo>
                      <a:pt x="105" y="126"/>
                      <a:pt x="126" y="105"/>
                      <a:pt x="126" y="80"/>
                    </a:cubicBezTo>
                    <a:cubicBezTo>
                      <a:pt x="126" y="73"/>
                      <a:pt x="125" y="66"/>
                      <a:pt x="122" y="60"/>
                    </a:cubicBezTo>
                    <a:cubicBezTo>
                      <a:pt x="118" y="64"/>
                      <a:pt x="114" y="68"/>
                      <a:pt x="111" y="71"/>
                    </a:cubicBezTo>
                    <a:cubicBezTo>
                      <a:pt x="112" y="74"/>
                      <a:pt x="112" y="77"/>
                      <a:pt x="112" y="80"/>
                    </a:cubicBezTo>
                    <a:cubicBezTo>
                      <a:pt x="112" y="98"/>
                      <a:pt x="97" y="112"/>
                      <a:pt x="80" y="112"/>
                    </a:cubicBezTo>
                    <a:cubicBezTo>
                      <a:pt x="62" y="112"/>
                      <a:pt x="47" y="98"/>
                      <a:pt x="47" y="80"/>
                    </a:cubicBezTo>
                    <a:cubicBezTo>
                      <a:pt x="47" y="62"/>
                      <a:pt x="62" y="47"/>
                      <a:pt x="80" y="4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13" name="Freeform 57">
                <a:extLst>
                  <a:ext uri="{FF2B5EF4-FFF2-40B4-BE49-F238E27FC236}">
                    <a16:creationId xmlns:a16="http://schemas.microsoft.com/office/drawing/2014/main" id="{394D01EA-A6E1-8459-B403-8D6193BE7A0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21543" y="3230227"/>
                <a:ext cx="439248" cy="444023"/>
              </a:xfrm>
              <a:custGeom>
                <a:avLst/>
                <a:gdLst>
                  <a:gd name="T0" fmla="*/ 189 w 255"/>
                  <a:gd name="T1" fmla="*/ 89 h 259"/>
                  <a:gd name="T2" fmla="*/ 207 w 255"/>
                  <a:gd name="T3" fmla="*/ 145 h 259"/>
                  <a:gd name="T4" fmla="*/ 111 w 255"/>
                  <a:gd name="T5" fmla="*/ 241 h 259"/>
                  <a:gd name="T6" fmla="*/ 14 w 255"/>
                  <a:gd name="T7" fmla="*/ 145 h 259"/>
                  <a:gd name="T8" fmla="*/ 111 w 255"/>
                  <a:gd name="T9" fmla="*/ 48 h 259"/>
                  <a:gd name="T10" fmla="*/ 166 w 255"/>
                  <a:gd name="T11" fmla="*/ 66 h 259"/>
                  <a:gd name="T12" fmla="*/ 176 w 255"/>
                  <a:gd name="T13" fmla="*/ 56 h 259"/>
                  <a:gd name="T14" fmla="*/ 111 w 255"/>
                  <a:gd name="T15" fmla="*/ 34 h 259"/>
                  <a:gd name="T16" fmla="*/ 0 w 255"/>
                  <a:gd name="T17" fmla="*/ 145 h 259"/>
                  <a:gd name="T18" fmla="*/ 30 w 255"/>
                  <a:gd name="T19" fmla="*/ 220 h 259"/>
                  <a:gd name="T20" fmla="*/ 30 w 255"/>
                  <a:gd name="T21" fmla="*/ 220 h 259"/>
                  <a:gd name="T22" fmla="*/ 30 w 255"/>
                  <a:gd name="T23" fmla="*/ 259 h 259"/>
                  <a:gd name="T24" fmla="*/ 45 w 255"/>
                  <a:gd name="T25" fmla="*/ 259 h 259"/>
                  <a:gd name="T26" fmla="*/ 45 w 255"/>
                  <a:gd name="T27" fmla="*/ 233 h 259"/>
                  <a:gd name="T28" fmla="*/ 111 w 255"/>
                  <a:gd name="T29" fmla="*/ 255 h 259"/>
                  <a:gd name="T30" fmla="*/ 176 w 255"/>
                  <a:gd name="T31" fmla="*/ 233 h 259"/>
                  <a:gd name="T32" fmla="*/ 176 w 255"/>
                  <a:gd name="T33" fmla="*/ 259 h 259"/>
                  <a:gd name="T34" fmla="*/ 191 w 255"/>
                  <a:gd name="T35" fmla="*/ 259 h 259"/>
                  <a:gd name="T36" fmla="*/ 191 w 255"/>
                  <a:gd name="T37" fmla="*/ 220 h 259"/>
                  <a:gd name="T38" fmla="*/ 221 w 255"/>
                  <a:gd name="T39" fmla="*/ 145 h 259"/>
                  <a:gd name="T40" fmla="*/ 199 w 255"/>
                  <a:gd name="T41" fmla="*/ 79 h 259"/>
                  <a:gd name="T42" fmla="*/ 189 w 255"/>
                  <a:gd name="T43" fmla="*/ 89 h 259"/>
                  <a:gd name="T44" fmla="*/ 224 w 255"/>
                  <a:gd name="T45" fmla="*/ 31 h 259"/>
                  <a:gd name="T46" fmla="*/ 224 w 255"/>
                  <a:gd name="T47" fmla="*/ 0 h 259"/>
                  <a:gd name="T48" fmla="*/ 191 w 255"/>
                  <a:gd name="T49" fmla="*/ 34 h 259"/>
                  <a:gd name="T50" fmla="*/ 191 w 255"/>
                  <a:gd name="T51" fmla="*/ 56 h 259"/>
                  <a:gd name="T52" fmla="*/ 109 w 255"/>
                  <a:gd name="T53" fmla="*/ 139 h 259"/>
                  <a:gd name="T54" fmla="*/ 109 w 255"/>
                  <a:gd name="T55" fmla="*/ 147 h 259"/>
                  <a:gd name="T56" fmla="*/ 116 w 255"/>
                  <a:gd name="T57" fmla="*/ 147 h 259"/>
                  <a:gd name="T58" fmla="*/ 199 w 255"/>
                  <a:gd name="T59" fmla="*/ 64 h 259"/>
                  <a:gd name="T60" fmla="*/ 222 w 255"/>
                  <a:gd name="T61" fmla="*/ 64 h 259"/>
                  <a:gd name="T62" fmla="*/ 255 w 255"/>
                  <a:gd name="T63" fmla="*/ 31 h 259"/>
                  <a:gd name="T64" fmla="*/ 224 w 255"/>
                  <a:gd name="T65" fmla="*/ 31 h 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55" h="259">
                    <a:moveTo>
                      <a:pt x="189" y="89"/>
                    </a:moveTo>
                    <a:cubicBezTo>
                      <a:pt x="200" y="105"/>
                      <a:pt x="207" y="124"/>
                      <a:pt x="207" y="145"/>
                    </a:cubicBezTo>
                    <a:cubicBezTo>
                      <a:pt x="207" y="198"/>
                      <a:pt x="164" y="241"/>
                      <a:pt x="111" y="241"/>
                    </a:cubicBezTo>
                    <a:cubicBezTo>
                      <a:pt x="57" y="241"/>
                      <a:pt x="14" y="198"/>
                      <a:pt x="14" y="145"/>
                    </a:cubicBezTo>
                    <a:cubicBezTo>
                      <a:pt x="14" y="91"/>
                      <a:pt x="57" y="48"/>
                      <a:pt x="111" y="48"/>
                    </a:cubicBezTo>
                    <a:cubicBezTo>
                      <a:pt x="131" y="48"/>
                      <a:pt x="150" y="55"/>
                      <a:pt x="166" y="66"/>
                    </a:cubicBezTo>
                    <a:cubicBezTo>
                      <a:pt x="170" y="63"/>
                      <a:pt x="173" y="59"/>
                      <a:pt x="176" y="56"/>
                    </a:cubicBezTo>
                    <a:cubicBezTo>
                      <a:pt x="158" y="43"/>
                      <a:pt x="135" y="34"/>
                      <a:pt x="111" y="34"/>
                    </a:cubicBezTo>
                    <a:cubicBezTo>
                      <a:pt x="50" y="34"/>
                      <a:pt x="0" y="84"/>
                      <a:pt x="0" y="145"/>
                    </a:cubicBezTo>
                    <a:cubicBezTo>
                      <a:pt x="0" y="174"/>
                      <a:pt x="12" y="200"/>
                      <a:pt x="30" y="220"/>
                    </a:cubicBezTo>
                    <a:cubicBezTo>
                      <a:pt x="30" y="220"/>
                      <a:pt x="30" y="220"/>
                      <a:pt x="30" y="220"/>
                    </a:cubicBezTo>
                    <a:cubicBezTo>
                      <a:pt x="30" y="259"/>
                      <a:pt x="30" y="259"/>
                      <a:pt x="30" y="259"/>
                    </a:cubicBezTo>
                    <a:cubicBezTo>
                      <a:pt x="45" y="259"/>
                      <a:pt x="45" y="259"/>
                      <a:pt x="45" y="259"/>
                    </a:cubicBezTo>
                    <a:cubicBezTo>
                      <a:pt x="45" y="233"/>
                      <a:pt x="45" y="233"/>
                      <a:pt x="45" y="233"/>
                    </a:cubicBezTo>
                    <a:cubicBezTo>
                      <a:pt x="63" y="247"/>
                      <a:pt x="86" y="255"/>
                      <a:pt x="111" y="255"/>
                    </a:cubicBezTo>
                    <a:cubicBezTo>
                      <a:pt x="135" y="255"/>
                      <a:pt x="158" y="247"/>
                      <a:pt x="176" y="233"/>
                    </a:cubicBezTo>
                    <a:cubicBezTo>
                      <a:pt x="176" y="259"/>
                      <a:pt x="176" y="259"/>
                      <a:pt x="176" y="259"/>
                    </a:cubicBezTo>
                    <a:cubicBezTo>
                      <a:pt x="191" y="259"/>
                      <a:pt x="191" y="259"/>
                      <a:pt x="191" y="259"/>
                    </a:cubicBezTo>
                    <a:cubicBezTo>
                      <a:pt x="191" y="220"/>
                      <a:pt x="191" y="220"/>
                      <a:pt x="191" y="220"/>
                    </a:cubicBezTo>
                    <a:cubicBezTo>
                      <a:pt x="209" y="200"/>
                      <a:pt x="221" y="174"/>
                      <a:pt x="221" y="145"/>
                    </a:cubicBezTo>
                    <a:cubicBezTo>
                      <a:pt x="221" y="120"/>
                      <a:pt x="213" y="97"/>
                      <a:pt x="199" y="79"/>
                    </a:cubicBezTo>
                    <a:cubicBezTo>
                      <a:pt x="196" y="82"/>
                      <a:pt x="193" y="85"/>
                      <a:pt x="189" y="89"/>
                    </a:cubicBezTo>
                    <a:close/>
                    <a:moveTo>
                      <a:pt x="224" y="31"/>
                    </a:moveTo>
                    <a:cubicBezTo>
                      <a:pt x="224" y="0"/>
                      <a:pt x="224" y="0"/>
                      <a:pt x="224" y="0"/>
                    </a:cubicBezTo>
                    <a:cubicBezTo>
                      <a:pt x="191" y="34"/>
                      <a:pt x="191" y="34"/>
                      <a:pt x="191" y="34"/>
                    </a:cubicBezTo>
                    <a:cubicBezTo>
                      <a:pt x="191" y="56"/>
                      <a:pt x="191" y="56"/>
                      <a:pt x="191" y="56"/>
                    </a:cubicBezTo>
                    <a:cubicBezTo>
                      <a:pt x="109" y="139"/>
                      <a:pt x="109" y="139"/>
                      <a:pt x="109" y="139"/>
                    </a:cubicBezTo>
                    <a:cubicBezTo>
                      <a:pt x="106" y="141"/>
                      <a:pt x="106" y="144"/>
                      <a:pt x="109" y="147"/>
                    </a:cubicBezTo>
                    <a:cubicBezTo>
                      <a:pt x="111" y="149"/>
                      <a:pt x="114" y="149"/>
                      <a:pt x="116" y="147"/>
                    </a:cubicBezTo>
                    <a:cubicBezTo>
                      <a:pt x="199" y="64"/>
                      <a:pt x="199" y="64"/>
                      <a:pt x="199" y="64"/>
                    </a:cubicBezTo>
                    <a:cubicBezTo>
                      <a:pt x="222" y="64"/>
                      <a:pt x="222" y="64"/>
                      <a:pt x="222" y="64"/>
                    </a:cubicBezTo>
                    <a:cubicBezTo>
                      <a:pt x="255" y="31"/>
                      <a:pt x="255" y="31"/>
                      <a:pt x="255" y="31"/>
                    </a:cubicBezTo>
                    <a:lnTo>
                      <a:pt x="224" y="31"/>
                    </a:lnTo>
                    <a:close/>
                  </a:path>
                </a:pathLst>
              </a:custGeom>
              <a:ln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</p:grp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0311BE5D-2401-2721-CE90-32BAA29AF4EF}"/>
              </a:ext>
            </a:extLst>
          </p:cNvPr>
          <p:cNvSpPr/>
          <p:nvPr/>
        </p:nvSpPr>
        <p:spPr>
          <a:xfrm>
            <a:off x="367118" y="345113"/>
            <a:ext cx="7661072" cy="1911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70000"/>
              </a:lnSpc>
            </a:pPr>
            <a:r>
              <a:rPr sz="2400">
                <a:latin typeface="IRANYekanXFaNum"/>
              </a:rPr>
              <a:t>تمرین ۱: اگر دو مجموعه A={2,4,6,8} و B={4,8,12} داده شده باشند، اجتماع (A ∪ B) و اشتراک (A ∩ B) این دو مجموعه را به دست آورید.</a:t>
            </a:r>
            <a:endParaRPr lang="en-US" sz="2400" dirty="0">
              <a:latin typeface="IRANYekanXFaNum" pitchFamily="2" charset="-78"/>
              <a:cs typeface="IRANYekanXFaNum" pitchFamily="2" charset="-78"/>
            </a:endParaRPr>
          </a:p>
        </p:txBody>
      </p:sp>
      <p:pic>
        <p:nvPicPr>
          <p:cNvPr id="22" name="Picture 21" descr="A red tablecloth with black dots&#10;&#10;AI-generated content may be incorrect.">
            <a:extLst>
              <a:ext uri="{FF2B5EF4-FFF2-40B4-BE49-F238E27FC236}">
                <a16:creationId xmlns:a16="http://schemas.microsoft.com/office/drawing/2014/main" id="{A5AC45FA-5C39-5879-2427-43EAB31231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712" y="5387163"/>
            <a:ext cx="1776664" cy="139172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5D1B3DFB-50B4-F109-59ED-9DEFA13FE26E}"/>
              </a:ext>
            </a:extLst>
          </p:cNvPr>
          <p:cNvSpPr/>
          <p:nvPr/>
        </p:nvSpPr>
        <p:spPr>
          <a:xfrm>
            <a:off x="4263086" y="3529002"/>
            <a:ext cx="2638014" cy="1807036"/>
          </a:xfrm>
          <a:prstGeom prst="rect">
            <a:avLst/>
          </a:prstGeom>
          <a:noFill/>
          <a:ln w="57150">
            <a:extLst>
              <a:ext uri="{C807C97D-BFC1-408E-A445-0C87EB9F89A2}">
                <ask:lineSketchStyleProps xmlns:ask="http://schemas.microsoft.com/office/drawing/2018/sketchyshapes" sd="3063210888">
                  <a:custGeom>
                    <a:avLst/>
                    <a:gdLst>
                      <a:gd name="connsiteX0" fmla="*/ 0 w 3240000"/>
                      <a:gd name="connsiteY0" fmla="*/ 0 h 2160000"/>
                      <a:gd name="connsiteX1" fmla="*/ 3240000 w 3240000"/>
                      <a:gd name="connsiteY1" fmla="*/ 0 h 2160000"/>
                      <a:gd name="connsiteX2" fmla="*/ 3240000 w 3240000"/>
                      <a:gd name="connsiteY2" fmla="*/ 2160000 h 2160000"/>
                      <a:gd name="connsiteX3" fmla="*/ 0 w 3240000"/>
                      <a:gd name="connsiteY3" fmla="*/ 2160000 h 2160000"/>
                      <a:gd name="connsiteX4" fmla="*/ 0 w 3240000"/>
                      <a:gd name="connsiteY4" fmla="*/ 0 h 2160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3240000" h="2160000" extrusionOk="0">
                        <a:moveTo>
                          <a:pt x="0" y="0"/>
                        </a:moveTo>
                        <a:cubicBezTo>
                          <a:pt x="1418711" y="17799"/>
                          <a:pt x="2123696" y="28214"/>
                          <a:pt x="3240000" y="0"/>
                        </a:cubicBezTo>
                        <a:cubicBezTo>
                          <a:pt x="3201431" y="714417"/>
                          <a:pt x="3301011" y="1520226"/>
                          <a:pt x="3240000" y="2160000"/>
                        </a:cubicBezTo>
                        <a:cubicBezTo>
                          <a:pt x="2782179" y="2323363"/>
                          <a:pt x="1126580" y="2152031"/>
                          <a:pt x="0" y="2160000"/>
                        </a:cubicBezTo>
                        <a:cubicBezTo>
                          <a:pt x="147673" y="1567315"/>
                          <a:pt x="-116920" y="905731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BFC5108-5297-C369-A1E3-D5998AC8EFA9}"/>
              </a:ext>
            </a:extLst>
          </p:cNvPr>
          <p:cNvSpPr/>
          <p:nvPr/>
        </p:nvSpPr>
        <p:spPr>
          <a:xfrm>
            <a:off x="3701143" y="3032475"/>
            <a:ext cx="3790252" cy="2816782"/>
          </a:xfrm>
          <a:prstGeom prst="rect">
            <a:avLst/>
          </a:prstGeom>
          <a:noFill/>
          <a:ln w="57150">
            <a:solidFill>
              <a:srgbClr val="92D050"/>
            </a:solidFill>
            <a:prstDash val="dash"/>
            <a:extLst>
              <a:ext uri="{C807C97D-BFC1-408E-A445-0C87EB9F89A2}">
                <ask:lineSketchStyleProps xmlns:ask="http://schemas.microsoft.com/office/drawing/2018/sketchyshapes" sd="3063210888">
                  <a:custGeom>
                    <a:avLst/>
                    <a:gdLst>
                      <a:gd name="connsiteX0" fmla="*/ 0 w 3240000"/>
                      <a:gd name="connsiteY0" fmla="*/ 0 h 2160000"/>
                      <a:gd name="connsiteX1" fmla="*/ 3240000 w 3240000"/>
                      <a:gd name="connsiteY1" fmla="*/ 0 h 2160000"/>
                      <a:gd name="connsiteX2" fmla="*/ 3240000 w 3240000"/>
                      <a:gd name="connsiteY2" fmla="*/ 2160000 h 2160000"/>
                      <a:gd name="connsiteX3" fmla="*/ 0 w 3240000"/>
                      <a:gd name="connsiteY3" fmla="*/ 2160000 h 2160000"/>
                      <a:gd name="connsiteX4" fmla="*/ 0 w 3240000"/>
                      <a:gd name="connsiteY4" fmla="*/ 0 h 2160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3240000" h="2160000" extrusionOk="0">
                        <a:moveTo>
                          <a:pt x="0" y="0"/>
                        </a:moveTo>
                        <a:cubicBezTo>
                          <a:pt x="1418711" y="17799"/>
                          <a:pt x="2123696" y="28214"/>
                          <a:pt x="3240000" y="0"/>
                        </a:cubicBezTo>
                        <a:cubicBezTo>
                          <a:pt x="3201431" y="714417"/>
                          <a:pt x="3301011" y="1520226"/>
                          <a:pt x="3240000" y="2160000"/>
                        </a:cubicBezTo>
                        <a:cubicBezTo>
                          <a:pt x="2782179" y="2323363"/>
                          <a:pt x="1126580" y="2152031"/>
                          <a:pt x="0" y="2160000"/>
                        </a:cubicBezTo>
                        <a:cubicBezTo>
                          <a:pt x="147673" y="1567315"/>
                          <a:pt x="-116920" y="905731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5863791-A7A0-1E6E-36B5-83E0F4D4C155}"/>
              </a:ext>
            </a:extLst>
          </p:cNvPr>
          <p:cNvSpPr txBox="1"/>
          <p:nvPr/>
        </p:nvSpPr>
        <p:spPr>
          <a:xfrm>
            <a:off x="5239689" y="3678423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>
                <a:solidFill>
                  <a:srgbClr val="C00000"/>
                </a:solidFill>
                <a:latin typeface="IRANYekanXVFaNum DemiBold"/>
              </a:rPr>
              <a:t>2</a:t>
            </a:r>
            <a:endParaRPr lang="en-US" dirty="0">
              <a:solidFill>
                <a:srgbClr val="C00000"/>
              </a:solidFill>
              <a:latin typeface="IRANYekanXVFaNum DemiBold" pitchFamily="2" charset="-78"/>
              <a:cs typeface="IRANYekanXVFaNum DemiBold" pitchFamily="2" charset="-78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976D0B1-3509-36C3-C25E-700D7B3C2E66}"/>
              </a:ext>
            </a:extLst>
          </p:cNvPr>
          <p:cNvSpPr txBox="1"/>
          <p:nvPr/>
        </p:nvSpPr>
        <p:spPr>
          <a:xfrm>
            <a:off x="4383779" y="4256200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>
                <a:solidFill>
                  <a:srgbClr val="C00000"/>
                </a:solidFill>
                <a:latin typeface="IRANYekanXVFaNum DemiBold"/>
              </a:rPr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7298B1F-022D-C352-833E-C9262BEDEBE4}"/>
              </a:ext>
            </a:extLst>
          </p:cNvPr>
          <p:cNvSpPr txBox="1"/>
          <p:nvPr/>
        </p:nvSpPr>
        <p:spPr>
          <a:xfrm>
            <a:off x="7030158" y="3599863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>
                <a:solidFill>
                  <a:srgbClr val="C00000"/>
                </a:solidFill>
                <a:latin typeface="IRANYekanXVFaNum DemiBold"/>
              </a:rPr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E63E44D-BBC5-EB55-43F6-DC3391C95D36}"/>
              </a:ext>
            </a:extLst>
          </p:cNvPr>
          <p:cNvSpPr txBox="1"/>
          <p:nvPr/>
        </p:nvSpPr>
        <p:spPr>
          <a:xfrm>
            <a:off x="3779222" y="3588081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>
                <a:solidFill>
                  <a:srgbClr val="C00000"/>
                </a:solidFill>
                <a:latin typeface="IRANYekanXVFaNum DemiBold"/>
              </a:rPr>
              <a:t>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B095FB2-E2DF-A840-9446-225DDDA60EE6}"/>
              </a:ext>
            </a:extLst>
          </p:cNvPr>
          <p:cNvSpPr txBox="1"/>
          <p:nvPr/>
        </p:nvSpPr>
        <p:spPr>
          <a:xfrm>
            <a:off x="4340865" y="3116766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>
                <a:solidFill>
                  <a:srgbClr val="C00000"/>
                </a:solidFill>
                <a:latin typeface="IRANYekanXVFaNum DemiBold"/>
              </a:rPr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0A60795-E3F2-B405-AF85-C6ACB1F48765}"/>
              </a:ext>
            </a:extLst>
          </p:cNvPr>
          <p:cNvSpPr txBox="1"/>
          <p:nvPr/>
        </p:nvSpPr>
        <p:spPr>
          <a:xfrm>
            <a:off x="4317500" y="5421847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>
                <a:solidFill>
                  <a:srgbClr val="C00000"/>
                </a:solidFill>
                <a:latin typeface="IRANYekanXVFaNum DemiBold"/>
              </a:rPr>
              <a:t>8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EF10D4D-ED89-AEE4-2722-264079C190CA}"/>
              </a:ext>
            </a:extLst>
          </p:cNvPr>
          <p:cNvCxnSpPr>
            <a:cxnSpLocks/>
          </p:cNvCxnSpPr>
          <p:nvPr/>
        </p:nvCxnSpPr>
        <p:spPr>
          <a:xfrm>
            <a:off x="6957458" y="3529002"/>
            <a:ext cx="4353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25CD553-A2BD-F992-F24F-35595CD2491A}"/>
              </a:ext>
            </a:extLst>
          </p:cNvPr>
          <p:cNvCxnSpPr>
            <a:cxnSpLocks/>
          </p:cNvCxnSpPr>
          <p:nvPr/>
        </p:nvCxnSpPr>
        <p:spPr>
          <a:xfrm>
            <a:off x="3779222" y="3529002"/>
            <a:ext cx="42820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8150EA0B-BD2F-F2DA-D4AB-B6F022C04DAA}"/>
              </a:ext>
            </a:extLst>
          </p:cNvPr>
          <p:cNvCxnSpPr>
            <a:cxnSpLocks/>
          </p:cNvCxnSpPr>
          <p:nvPr/>
        </p:nvCxnSpPr>
        <p:spPr>
          <a:xfrm>
            <a:off x="4263086" y="3116766"/>
            <a:ext cx="0" cy="3122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38C402B-700B-7DC1-DC16-48150109CFAB}"/>
              </a:ext>
            </a:extLst>
          </p:cNvPr>
          <p:cNvCxnSpPr>
            <a:cxnSpLocks/>
          </p:cNvCxnSpPr>
          <p:nvPr/>
        </p:nvCxnSpPr>
        <p:spPr>
          <a:xfrm>
            <a:off x="4263086" y="5421847"/>
            <a:ext cx="0" cy="3122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31879D99-DDFA-AFC0-957D-8E4BAB1C342D}"/>
              </a:ext>
            </a:extLst>
          </p:cNvPr>
          <p:cNvSpPr txBox="1"/>
          <p:nvPr/>
        </p:nvSpPr>
        <p:spPr>
          <a:xfrm>
            <a:off x="5239689" y="2588433"/>
            <a:ext cx="511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>
                <a:solidFill>
                  <a:srgbClr val="C00000"/>
                </a:solidFill>
                <a:latin typeface="IRANYekanXVFaNum DemiBold"/>
              </a:rPr>
              <a:t>12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DA24407-11DD-EF73-FFAD-BE38904A4ED6}"/>
              </a:ext>
            </a:extLst>
          </p:cNvPr>
          <p:cNvSpPr txBox="1"/>
          <p:nvPr/>
        </p:nvSpPr>
        <p:spPr>
          <a:xfrm>
            <a:off x="3094069" y="4247854"/>
            <a:ext cx="478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>
                <a:solidFill>
                  <a:srgbClr val="C00000"/>
                </a:solidFill>
                <a:latin typeface="IRANYekanXVFaNum DemiBold"/>
              </a:rPr>
              <a:t>اعضا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E07E96A-31A7-4324-BB48-42860906358F}"/>
              </a:ext>
            </a:extLst>
          </p:cNvPr>
          <p:cNvGrpSpPr/>
          <p:nvPr/>
        </p:nvGrpSpPr>
        <p:grpSpPr>
          <a:xfrm>
            <a:off x="8023798" y="398416"/>
            <a:ext cx="1281578" cy="1459765"/>
            <a:chOff x="8023798" y="398416"/>
            <a:chExt cx="1281578" cy="1459765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CFF84340-E62D-33F8-61DB-3B375EE5CCF4}"/>
                </a:ext>
              </a:extLst>
            </p:cNvPr>
            <p:cNvGrpSpPr/>
            <p:nvPr/>
          </p:nvGrpSpPr>
          <p:grpSpPr>
            <a:xfrm>
              <a:off x="8023798" y="634175"/>
              <a:ext cx="1281578" cy="1224006"/>
              <a:chOff x="2026995" y="1759447"/>
              <a:chExt cx="1281578" cy="1224006"/>
            </a:xfrm>
          </p:grpSpPr>
          <p:grpSp>
            <p:nvGrpSpPr>
              <p:cNvPr id="39" name="Circle B">
                <a:extLst>
                  <a:ext uri="{FF2B5EF4-FFF2-40B4-BE49-F238E27FC236}">
                    <a16:creationId xmlns:a16="http://schemas.microsoft.com/office/drawing/2014/main" id="{860786A2-8059-C357-C84E-1E746774AFEC}"/>
                  </a:ext>
                </a:extLst>
              </p:cNvPr>
              <p:cNvGrpSpPr/>
              <p:nvPr/>
            </p:nvGrpSpPr>
            <p:grpSpPr>
              <a:xfrm>
                <a:off x="2050416" y="1759447"/>
                <a:ext cx="1229054" cy="1224006"/>
                <a:chOff x="3731763" y="2289353"/>
                <a:chExt cx="1341438" cy="1335925"/>
              </a:xfrm>
            </p:grpSpPr>
            <p:sp>
              <p:nvSpPr>
                <p:cNvPr id="43" name="Oval 73">
                  <a:extLst>
                    <a:ext uri="{FF2B5EF4-FFF2-40B4-BE49-F238E27FC236}">
                      <a16:creationId xmlns:a16="http://schemas.microsoft.com/office/drawing/2014/main" id="{E70C9247-B12A-3030-5422-30CF14FFF99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31763" y="2289353"/>
                  <a:ext cx="1341438" cy="1335925"/>
                </a:xfrm>
                <a:prstGeom prst="ellipse">
                  <a:avLst/>
                </a:prstGeom>
                <a:gradFill flip="none" rotWithShape="1">
                  <a:gsLst>
                    <a:gs pos="20000">
                      <a:srgbClr val="FFFFFF"/>
                    </a:gs>
                    <a:gs pos="100000">
                      <a:srgbClr val="DAD9D9"/>
                    </a:gs>
                  </a:gsLst>
                  <a:lin ang="2700000" scaled="1"/>
                  <a:tileRect/>
                </a:gradFill>
                <a:ln>
                  <a:noFill/>
                </a:ln>
                <a:effectLst>
                  <a:outerShdw blurRad="381000" dist="177800" dir="2700000" algn="tl" rotWithShape="0">
                    <a:prstClr val="black">
                      <a:alpha val="70000"/>
                    </a:prstClr>
                  </a:outer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350" dirty="0">
                    <a:latin typeface="Lato" panose="020F0502020204030203" pitchFamily="34" charset="0"/>
                  </a:endParaRPr>
                </a:p>
              </p:txBody>
            </p:sp>
            <p:pic>
              <p:nvPicPr>
                <p:cNvPr id="44" name="Texture">
                  <a:extLst>
                    <a:ext uri="{FF2B5EF4-FFF2-40B4-BE49-F238E27FC236}">
                      <a16:creationId xmlns:a16="http://schemas.microsoft.com/office/drawing/2014/main" id="{AB18EDD7-D764-22F5-A925-D872767880F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840103" y="2392141"/>
                  <a:ext cx="1187212" cy="1187213"/>
                </a:xfrm>
                <a:prstGeom prst="rect">
                  <a:avLst/>
                </a:prstGeom>
              </p:spPr>
            </p:pic>
          </p:grpSp>
          <p:sp>
            <p:nvSpPr>
              <p:cNvPr id="40" name="B">
                <a:extLst>
                  <a:ext uri="{FF2B5EF4-FFF2-40B4-BE49-F238E27FC236}">
                    <a16:creationId xmlns:a16="http://schemas.microsoft.com/office/drawing/2014/main" id="{31110660-CB92-1088-1229-27398C062F86}"/>
                  </a:ext>
                </a:extLst>
              </p:cNvPr>
              <p:cNvSpPr txBox="1"/>
              <p:nvPr/>
            </p:nvSpPr>
            <p:spPr>
              <a:xfrm>
                <a:off x="2026995" y="2103813"/>
                <a:ext cx="128157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3600">
                    <a:solidFill>
                      <a:srgbClr val="FF0000"/>
                    </a:solidFill>
                    <a:latin typeface="IRANYekanXFaNum Heavy" pitchFamily="2" charset="-78"/>
                    <a:ea typeface="Roboto Condensed" panose="02000000000000000000" pitchFamily="2" charset="0"/>
                    <a:cs typeface="IRANYekanXFaNum Heavy" pitchFamily="2" charset="-78"/>
                  </a:defRPr>
                </a:lvl1pPr>
              </a:lstStyle>
              <a:p>
                <a:r>
                  <a:rPr lang="fa-I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مثال</a:t>
                </a:r>
                <a:endParaRPr lang="ru-RU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  <p:sp>
          <p:nvSpPr>
            <p:cNvPr id="38" name="A">
              <a:extLst>
                <a:ext uri="{FF2B5EF4-FFF2-40B4-BE49-F238E27FC236}">
                  <a16:creationId xmlns:a16="http://schemas.microsoft.com/office/drawing/2014/main" id="{134A8DB9-1AFB-4AA5-9BF3-B3E5E3C97334}"/>
                </a:ext>
              </a:extLst>
            </p:cNvPr>
            <p:cNvSpPr txBox="1"/>
            <p:nvPr/>
          </p:nvSpPr>
          <p:spPr>
            <a:xfrm>
              <a:off x="8116228" y="398416"/>
              <a:ext cx="266863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a-IR" sz="60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IRANYekanXFaNum Heavy" pitchFamily="2" charset="-78"/>
                  <a:ea typeface="Roboto Condensed" panose="02000000000000000000" pitchFamily="2" charset="0"/>
                  <a:cs typeface="IRANYekanXFaNum Heavy" pitchFamily="2" charset="-78"/>
                </a:rPr>
                <a:t>2</a:t>
              </a:r>
              <a:endParaRPr lang="ru-RU" sz="6000" b="1" dirty="0">
                <a:ln w="13462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  <a:cs typeface="IRANYekanXFaNum Heavy" pitchFamily="2" charset="-7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519506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3" grpId="0" animBg="1"/>
      <p:bldP spid="25" grpId="0"/>
      <p:bldP spid="26" grpId="0"/>
      <p:bldP spid="27" grpId="0"/>
      <p:bldP spid="28" grpId="0"/>
      <p:bldP spid="29" grpId="0"/>
      <p:bldP spid="30" grpId="0"/>
      <p:bldP spid="41" grpId="0"/>
      <p:bldP spid="4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5F97A-0901-4852-9E94-2867C4741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2D4FC27-B7F7-05D8-8B41-8A646166420F}"/>
              </a:ext>
            </a:extLst>
          </p:cNvPr>
          <p:cNvSpPr/>
          <p:nvPr/>
        </p:nvSpPr>
        <p:spPr>
          <a:xfrm>
            <a:off x="182712" y="299787"/>
            <a:ext cx="8632177" cy="2063406"/>
          </a:xfrm>
          <a:prstGeom prst="roundRect">
            <a:avLst>
              <a:gd name="adj" fmla="val 34686"/>
            </a:avLst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DZ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6799D10-096A-2436-8AEE-71922FB25BFC}"/>
              </a:ext>
            </a:extLst>
          </p:cNvPr>
          <p:cNvGrpSpPr/>
          <p:nvPr/>
        </p:nvGrpSpPr>
        <p:grpSpPr>
          <a:xfrm rot="5400000">
            <a:off x="9079518" y="755454"/>
            <a:ext cx="1666266" cy="993876"/>
            <a:chOff x="5263043" y="3924314"/>
            <a:chExt cx="1666266" cy="993876"/>
          </a:xfrm>
        </p:grpSpPr>
        <p:sp>
          <p:nvSpPr>
            <p:cNvPr id="4" name="Arc 111">
              <a:extLst>
                <a:ext uri="{FF2B5EF4-FFF2-40B4-BE49-F238E27FC236}">
                  <a16:creationId xmlns:a16="http://schemas.microsoft.com/office/drawing/2014/main" id="{C346770E-5453-EE54-55BE-6CC691ECE114}"/>
                </a:ext>
              </a:extLst>
            </p:cNvPr>
            <p:cNvSpPr>
              <a:spLocks/>
            </p:cNvSpPr>
            <p:nvPr/>
          </p:nvSpPr>
          <p:spPr>
            <a:xfrm rot="7125828">
              <a:off x="5634265" y="3553092"/>
              <a:ext cx="923822" cy="1666266"/>
            </a:xfrm>
            <a:custGeom>
              <a:avLst/>
              <a:gdLst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2" fmla="*/ 1568256 w 3136511"/>
                <a:gd name="connsiteY2" fmla="*/ 1874520 h 3749040"/>
                <a:gd name="connsiteX3" fmla="*/ 2026459 w 3136511"/>
                <a:gd name="connsiteY3" fmla="*/ 81794 h 3749040"/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8203 w 1568259"/>
                <a:gd name="connsiteY0" fmla="*/ 0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026135"/>
                <a:gd name="connsiteY0" fmla="*/ 0 h 1776354"/>
                <a:gd name="connsiteX1" fmla="*/ 1026135 w 1026135"/>
                <a:gd name="connsiteY1" fmla="*/ 1776354 h 1776354"/>
                <a:gd name="connsiteX2" fmla="*/ 0 w 1026135"/>
                <a:gd name="connsiteY2" fmla="*/ 1191335 h 1776354"/>
                <a:gd name="connsiteX3" fmla="*/ 27726 w 1026135"/>
                <a:gd name="connsiteY3" fmla="*/ 0 h 1776354"/>
                <a:gd name="connsiteX0" fmla="*/ 20520 w 1026135"/>
                <a:gd name="connsiteY0" fmla="*/ 34379 h 1776354"/>
                <a:gd name="connsiteX1" fmla="*/ 884205 w 1026135"/>
                <a:gd name="connsiteY1" fmla="*/ 1632603 h 1776354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23822" h="1666266" stroke="0" extrusionOk="0">
                  <a:moveTo>
                    <a:pt x="27726" y="0"/>
                  </a:moveTo>
                  <a:cubicBezTo>
                    <a:pt x="1059256" y="699389"/>
                    <a:pt x="841732" y="475354"/>
                    <a:pt x="917895" y="1666266"/>
                  </a:cubicBezTo>
                  <a:lnTo>
                    <a:pt x="0" y="1191335"/>
                  </a:lnTo>
                  <a:lnTo>
                    <a:pt x="27726" y="0"/>
                  </a:lnTo>
                  <a:close/>
                </a:path>
                <a:path w="923822" h="1666266" fill="none">
                  <a:moveTo>
                    <a:pt x="20520" y="34379"/>
                  </a:moveTo>
                  <a:cubicBezTo>
                    <a:pt x="787091" y="294637"/>
                    <a:pt x="1028502" y="898728"/>
                    <a:pt x="884205" y="1632603"/>
                  </a:cubicBezTo>
                </a:path>
              </a:pathLst>
            </a:custGeom>
            <a:ln w="28575" cap="rnd">
              <a:solidFill>
                <a:srgbClr val="767B7B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E586B34D-8CBE-DDCA-ACF7-DD51E0F766E0}"/>
                </a:ext>
              </a:extLst>
            </p:cNvPr>
            <p:cNvSpPr/>
            <p:nvPr/>
          </p:nvSpPr>
          <p:spPr>
            <a:xfrm>
              <a:off x="6020181" y="4749058"/>
              <a:ext cx="200440" cy="169132"/>
            </a:xfrm>
            <a:custGeom>
              <a:avLst/>
              <a:gdLst>
                <a:gd name="connsiteX0" fmla="*/ 28037 w 200440"/>
                <a:gd name="connsiteY0" fmla="*/ 0 h 169132"/>
                <a:gd name="connsiteX1" fmla="*/ 44586 w 200440"/>
                <a:gd name="connsiteY1" fmla="*/ 1769 h 169132"/>
                <a:gd name="connsiteX2" fmla="*/ 166182 w 200440"/>
                <a:gd name="connsiteY2" fmla="*/ 789 h 169132"/>
                <a:gd name="connsiteX3" fmla="*/ 172411 w 200440"/>
                <a:gd name="connsiteY3" fmla="*/ 11 h 169132"/>
                <a:gd name="connsiteX4" fmla="*/ 192564 w 200440"/>
                <a:gd name="connsiteY4" fmla="*/ 29902 h 169132"/>
                <a:gd name="connsiteX5" fmla="*/ 200440 w 200440"/>
                <a:gd name="connsiteY5" fmla="*/ 68912 h 169132"/>
                <a:gd name="connsiteX6" fmla="*/ 100220 w 200440"/>
                <a:gd name="connsiteY6" fmla="*/ 169132 h 169132"/>
                <a:gd name="connsiteX7" fmla="*/ 0 w 200440"/>
                <a:gd name="connsiteY7" fmla="*/ 68912 h 169132"/>
                <a:gd name="connsiteX8" fmla="*/ 7876 w 200440"/>
                <a:gd name="connsiteY8" fmla="*/ 29902 h 169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0440" h="169132">
                  <a:moveTo>
                    <a:pt x="28037" y="0"/>
                  </a:moveTo>
                  <a:lnTo>
                    <a:pt x="44586" y="1769"/>
                  </a:lnTo>
                  <a:cubicBezTo>
                    <a:pt x="84217" y="3762"/>
                    <a:pt x="124733" y="3518"/>
                    <a:pt x="166182" y="789"/>
                  </a:cubicBezTo>
                  <a:lnTo>
                    <a:pt x="172411" y="11"/>
                  </a:lnTo>
                  <a:lnTo>
                    <a:pt x="192564" y="29902"/>
                  </a:lnTo>
                  <a:cubicBezTo>
                    <a:pt x="197636" y="41892"/>
                    <a:pt x="200440" y="55075"/>
                    <a:pt x="200440" y="68912"/>
                  </a:cubicBezTo>
                  <a:cubicBezTo>
                    <a:pt x="200440" y="124262"/>
                    <a:pt x="155570" y="169132"/>
                    <a:pt x="100220" y="169132"/>
                  </a:cubicBezTo>
                  <a:cubicBezTo>
                    <a:pt x="44870" y="169132"/>
                    <a:pt x="0" y="124262"/>
                    <a:pt x="0" y="68912"/>
                  </a:cubicBezTo>
                  <a:cubicBezTo>
                    <a:pt x="0" y="55075"/>
                    <a:pt x="2805" y="41892"/>
                    <a:pt x="7876" y="29902"/>
                  </a:cubicBezTo>
                  <a:close/>
                </a:path>
              </a:pathLst>
            </a:custGeom>
            <a:solidFill>
              <a:srgbClr val="767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C5F08673-AA6F-AE54-73D0-4A453042E834}"/>
              </a:ext>
            </a:extLst>
          </p:cNvPr>
          <p:cNvSpPr/>
          <p:nvPr/>
        </p:nvSpPr>
        <p:spPr>
          <a:xfrm>
            <a:off x="11529568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0D1DD4EE-CD09-08E8-50E4-57EBF4848891}"/>
              </a:ext>
            </a:extLst>
          </p:cNvPr>
          <p:cNvSpPr/>
          <p:nvPr/>
        </p:nvSpPr>
        <p:spPr>
          <a:xfrm flipH="1">
            <a:off x="9683316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ED5072FA-F09A-9FC5-17D5-58FA1CE29895}"/>
              </a:ext>
            </a:extLst>
          </p:cNvPr>
          <p:cNvSpPr>
            <a:spLocks noChangeAspect="1"/>
          </p:cNvSpPr>
          <p:nvPr/>
        </p:nvSpPr>
        <p:spPr>
          <a:xfrm>
            <a:off x="9802197" y="163553"/>
            <a:ext cx="1966302" cy="2199640"/>
          </a:xfrm>
          <a:custGeom>
            <a:avLst/>
            <a:gdLst>
              <a:gd name="connsiteX0" fmla="*/ 983151 w 1966302"/>
              <a:gd name="connsiteY0" fmla="*/ 0 h 2199640"/>
              <a:gd name="connsiteX1" fmla="*/ 1893033 w 1966302"/>
              <a:gd name="connsiteY1" fmla="*/ 484900 h 2199640"/>
              <a:gd name="connsiteX2" fmla="*/ 1966302 w 1966302"/>
              <a:gd name="connsiteY2" fmla="*/ 620201 h 2199640"/>
              <a:gd name="connsiteX3" fmla="*/ 1944102 w 1966302"/>
              <a:gd name="connsiteY3" fmla="*/ 631189 h 2199640"/>
              <a:gd name="connsiteX4" fmla="*/ 1670855 w 1966302"/>
              <a:gd name="connsiteY4" fmla="*/ 1099820 h 2199640"/>
              <a:gd name="connsiteX5" fmla="*/ 1944102 w 1966302"/>
              <a:gd name="connsiteY5" fmla="*/ 1568451 h 2199640"/>
              <a:gd name="connsiteX6" fmla="*/ 1966302 w 1966302"/>
              <a:gd name="connsiteY6" fmla="*/ 1579440 h 2199640"/>
              <a:gd name="connsiteX7" fmla="*/ 1893033 w 1966302"/>
              <a:gd name="connsiteY7" fmla="*/ 1714740 h 2199640"/>
              <a:gd name="connsiteX8" fmla="*/ 983151 w 1966302"/>
              <a:gd name="connsiteY8" fmla="*/ 2199640 h 2199640"/>
              <a:gd name="connsiteX9" fmla="*/ 73269 w 1966302"/>
              <a:gd name="connsiteY9" fmla="*/ 1714740 h 2199640"/>
              <a:gd name="connsiteX10" fmla="*/ 0 w 1966302"/>
              <a:gd name="connsiteY10" fmla="*/ 1579439 h 2199640"/>
              <a:gd name="connsiteX11" fmla="*/ 22200 w 1966302"/>
              <a:gd name="connsiteY11" fmla="*/ 1568451 h 2199640"/>
              <a:gd name="connsiteX12" fmla="*/ 295446 w 1966302"/>
              <a:gd name="connsiteY12" fmla="*/ 1099820 h 2199640"/>
              <a:gd name="connsiteX13" fmla="*/ 22200 w 1966302"/>
              <a:gd name="connsiteY13" fmla="*/ 631189 h 2199640"/>
              <a:gd name="connsiteX14" fmla="*/ 0 w 1966302"/>
              <a:gd name="connsiteY14" fmla="*/ 620201 h 2199640"/>
              <a:gd name="connsiteX15" fmla="*/ 73269 w 1966302"/>
              <a:gd name="connsiteY15" fmla="*/ 484900 h 2199640"/>
              <a:gd name="connsiteX16" fmla="*/ 983151 w 1966302"/>
              <a:gd name="connsiteY16" fmla="*/ 0 h 2199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966302" h="2199640">
                <a:moveTo>
                  <a:pt x="983151" y="0"/>
                </a:moveTo>
                <a:cubicBezTo>
                  <a:pt x="1361908" y="0"/>
                  <a:pt x="1695844" y="192346"/>
                  <a:pt x="1893033" y="484900"/>
                </a:cubicBezTo>
                <a:lnTo>
                  <a:pt x="1966302" y="620201"/>
                </a:lnTo>
                <a:lnTo>
                  <a:pt x="1944102" y="631189"/>
                </a:lnTo>
                <a:cubicBezTo>
                  <a:pt x="1779244" y="732750"/>
                  <a:pt x="1670855" y="904743"/>
                  <a:pt x="1670855" y="1099820"/>
                </a:cubicBezTo>
                <a:cubicBezTo>
                  <a:pt x="1670855" y="1294898"/>
                  <a:pt x="1779244" y="1466890"/>
                  <a:pt x="1944102" y="1568451"/>
                </a:cubicBezTo>
                <a:lnTo>
                  <a:pt x="1966302" y="1579440"/>
                </a:lnTo>
                <a:lnTo>
                  <a:pt x="1893033" y="1714740"/>
                </a:lnTo>
                <a:cubicBezTo>
                  <a:pt x="1695844" y="2007294"/>
                  <a:pt x="1361908" y="2199640"/>
                  <a:pt x="983151" y="2199640"/>
                </a:cubicBezTo>
                <a:cubicBezTo>
                  <a:pt x="604394" y="2199640"/>
                  <a:pt x="270459" y="2007294"/>
                  <a:pt x="73269" y="1714740"/>
                </a:cubicBezTo>
                <a:lnTo>
                  <a:pt x="0" y="1579439"/>
                </a:lnTo>
                <a:lnTo>
                  <a:pt x="22200" y="1568451"/>
                </a:lnTo>
                <a:cubicBezTo>
                  <a:pt x="187057" y="1466890"/>
                  <a:pt x="295446" y="1294898"/>
                  <a:pt x="295446" y="1099820"/>
                </a:cubicBezTo>
                <a:cubicBezTo>
                  <a:pt x="295446" y="904743"/>
                  <a:pt x="187057" y="732750"/>
                  <a:pt x="22200" y="631189"/>
                </a:cubicBezTo>
                <a:lnTo>
                  <a:pt x="0" y="620201"/>
                </a:lnTo>
                <a:lnTo>
                  <a:pt x="73269" y="484900"/>
                </a:lnTo>
                <a:cubicBezTo>
                  <a:pt x="270459" y="192346"/>
                  <a:pt x="604394" y="0"/>
                  <a:pt x="983151" y="0"/>
                </a:cubicBezTo>
                <a:close/>
              </a:path>
            </a:pathLst>
          </a:cu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19154F5-FEB8-7309-C067-F661A2F5B27A}"/>
              </a:ext>
            </a:extLst>
          </p:cNvPr>
          <p:cNvGrpSpPr/>
          <p:nvPr/>
        </p:nvGrpSpPr>
        <p:grpSpPr>
          <a:xfrm>
            <a:off x="10153750" y="634175"/>
            <a:ext cx="1287780" cy="1291590"/>
            <a:chOff x="7688342" y="576301"/>
            <a:chExt cx="1287780" cy="1291590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7BAFC6E-DF4C-6B97-A68C-9290AED6B52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88342" y="576301"/>
              <a:ext cx="1287780" cy="129159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38100" dir="2700000" sx="105000" sy="105000" algn="tl" rotWithShape="0">
                <a:prstClr val="black">
                  <a:alpha val="4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grpSp>
          <p:nvGrpSpPr>
            <p:cNvPr id="11" name="Target">
              <a:extLst>
                <a:ext uri="{FF2B5EF4-FFF2-40B4-BE49-F238E27FC236}">
                  <a16:creationId xmlns:a16="http://schemas.microsoft.com/office/drawing/2014/main" id="{AC57E145-35E6-D47C-099D-4370CB2A26C9}"/>
                </a:ext>
              </a:extLst>
            </p:cNvPr>
            <p:cNvGrpSpPr/>
            <p:nvPr/>
          </p:nvGrpSpPr>
          <p:grpSpPr>
            <a:xfrm>
              <a:off x="7956103" y="770172"/>
              <a:ext cx="839566" cy="848693"/>
              <a:chOff x="7021543" y="3230227"/>
              <a:chExt cx="439248" cy="444023"/>
            </a:xfrm>
            <a:effectLst>
              <a:reflection blurRad="6350" stA="20000" endPos="35000" dir="5400000" sy="-100000" algn="bl" rotWithShape="0"/>
            </a:effectLst>
          </p:grpSpPr>
          <p:sp>
            <p:nvSpPr>
              <p:cNvPr id="12" name="Freeform 56">
                <a:extLst>
                  <a:ext uri="{FF2B5EF4-FFF2-40B4-BE49-F238E27FC236}">
                    <a16:creationId xmlns:a16="http://schemas.microsoft.com/office/drawing/2014/main" id="{6C4958BB-A4D5-2B94-BF10-A6A228CFDE0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75017" y="3340994"/>
                <a:ext cx="274053" cy="273098"/>
              </a:xfrm>
              <a:custGeom>
                <a:avLst/>
                <a:gdLst>
                  <a:gd name="T0" fmla="*/ 146 w 159"/>
                  <a:gd name="T1" fmla="*/ 36 h 159"/>
                  <a:gd name="T2" fmla="*/ 136 w 159"/>
                  <a:gd name="T3" fmla="*/ 46 h 159"/>
                  <a:gd name="T4" fmla="*/ 145 w 159"/>
                  <a:gd name="T5" fmla="*/ 80 h 159"/>
                  <a:gd name="T6" fmla="*/ 80 w 159"/>
                  <a:gd name="T7" fmla="*/ 145 h 159"/>
                  <a:gd name="T8" fmla="*/ 14 w 159"/>
                  <a:gd name="T9" fmla="*/ 80 h 159"/>
                  <a:gd name="T10" fmla="*/ 80 w 159"/>
                  <a:gd name="T11" fmla="*/ 14 h 159"/>
                  <a:gd name="T12" fmla="*/ 113 w 159"/>
                  <a:gd name="T13" fmla="*/ 23 h 159"/>
                  <a:gd name="T14" fmla="*/ 123 w 159"/>
                  <a:gd name="T15" fmla="*/ 13 h 159"/>
                  <a:gd name="T16" fmla="*/ 80 w 159"/>
                  <a:gd name="T17" fmla="*/ 0 h 159"/>
                  <a:gd name="T18" fmla="*/ 0 w 159"/>
                  <a:gd name="T19" fmla="*/ 80 h 159"/>
                  <a:gd name="T20" fmla="*/ 80 w 159"/>
                  <a:gd name="T21" fmla="*/ 159 h 159"/>
                  <a:gd name="T22" fmla="*/ 159 w 159"/>
                  <a:gd name="T23" fmla="*/ 80 h 159"/>
                  <a:gd name="T24" fmla="*/ 146 w 159"/>
                  <a:gd name="T25" fmla="*/ 36 h 159"/>
                  <a:gd name="T26" fmla="*/ 80 w 159"/>
                  <a:gd name="T27" fmla="*/ 47 h 159"/>
                  <a:gd name="T28" fmla="*/ 88 w 159"/>
                  <a:gd name="T29" fmla="*/ 48 h 159"/>
                  <a:gd name="T30" fmla="*/ 99 w 159"/>
                  <a:gd name="T31" fmla="*/ 37 h 159"/>
                  <a:gd name="T32" fmla="*/ 80 w 159"/>
                  <a:gd name="T33" fmla="*/ 33 h 159"/>
                  <a:gd name="T34" fmla="*/ 33 w 159"/>
                  <a:gd name="T35" fmla="*/ 80 h 159"/>
                  <a:gd name="T36" fmla="*/ 80 w 159"/>
                  <a:gd name="T37" fmla="*/ 126 h 159"/>
                  <a:gd name="T38" fmla="*/ 126 w 159"/>
                  <a:gd name="T39" fmla="*/ 80 h 159"/>
                  <a:gd name="T40" fmla="*/ 122 w 159"/>
                  <a:gd name="T41" fmla="*/ 60 h 159"/>
                  <a:gd name="T42" fmla="*/ 111 w 159"/>
                  <a:gd name="T43" fmla="*/ 71 h 159"/>
                  <a:gd name="T44" fmla="*/ 112 w 159"/>
                  <a:gd name="T45" fmla="*/ 80 h 159"/>
                  <a:gd name="T46" fmla="*/ 80 w 159"/>
                  <a:gd name="T47" fmla="*/ 112 h 159"/>
                  <a:gd name="T48" fmla="*/ 47 w 159"/>
                  <a:gd name="T49" fmla="*/ 80 h 159"/>
                  <a:gd name="T50" fmla="*/ 80 w 159"/>
                  <a:gd name="T51" fmla="*/ 47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59" h="159">
                    <a:moveTo>
                      <a:pt x="146" y="36"/>
                    </a:moveTo>
                    <a:cubicBezTo>
                      <a:pt x="143" y="39"/>
                      <a:pt x="139" y="43"/>
                      <a:pt x="136" y="46"/>
                    </a:cubicBezTo>
                    <a:cubicBezTo>
                      <a:pt x="141" y="56"/>
                      <a:pt x="145" y="67"/>
                      <a:pt x="145" y="80"/>
                    </a:cubicBezTo>
                    <a:cubicBezTo>
                      <a:pt x="145" y="116"/>
                      <a:pt x="116" y="145"/>
                      <a:pt x="80" y="145"/>
                    </a:cubicBezTo>
                    <a:cubicBezTo>
                      <a:pt x="43" y="145"/>
                      <a:pt x="14" y="116"/>
                      <a:pt x="14" y="80"/>
                    </a:cubicBezTo>
                    <a:cubicBezTo>
                      <a:pt x="14" y="43"/>
                      <a:pt x="43" y="14"/>
                      <a:pt x="80" y="14"/>
                    </a:cubicBezTo>
                    <a:cubicBezTo>
                      <a:pt x="92" y="14"/>
                      <a:pt x="103" y="18"/>
                      <a:pt x="113" y="23"/>
                    </a:cubicBezTo>
                    <a:cubicBezTo>
                      <a:pt x="116" y="20"/>
                      <a:pt x="120" y="17"/>
                      <a:pt x="123" y="13"/>
                    </a:cubicBezTo>
                    <a:cubicBezTo>
                      <a:pt x="111" y="5"/>
                      <a:pt x="96" y="0"/>
                      <a:pt x="80" y="0"/>
                    </a:cubicBezTo>
                    <a:cubicBezTo>
                      <a:pt x="36" y="0"/>
                      <a:pt x="0" y="36"/>
                      <a:pt x="0" y="80"/>
                    </a:cubicBezTo>
                    <a:cubicBezTo>
                      <a:pt x="0" y="124"/>
                      <a:pt x="36" y="159"/>
                      <a:pt x="80" y="159"/>
                    </a:cubicBezTo>
                    <a:cubicBezTo>
                      <a:pt x="123" y="159"/>
                      <a:pt x="159" y="124"/>
                      <a:pt x="159" y="80"/>
                    </a:cubicBezTo>
                    <a:cubicBezTo>
                      <a:pt x="159" y="63"/>
                      <a:pt x="154" y="48"/>
                      <a:pt x="146" y="36"/>
                    </a:cubicBezTo>
                    <a:close/>
                    <a:moveTo>
                      <a:pt x="80" y="47"/>
                    </a:moveTo>
                    <a:cubicBezTo>
                      <a:pt x="83" y="47"/>
                      <a:pt x="85" y="48"/>
                      <a:pt x="88" y="48"/>
                    </a:cubicBezTo>
                    <a:cubicBezTo>
                      <a:pt x="92" y="45"/>
                      <a:pt x="95" y="41"/>
                      <a:pt x="99" y="37"/>
                    </a:cubicBezTo>
                    <a:cubicBezTo>
                      <a:pt x="93" y="35"/>
                      <a:pt x="87" y="33"/>
                      <a:pt x="80" y="33"/>
                    </a:cubicBezTo>
                    <a:cubicBezTo>
                      <a:pt x="54" y="33"/>
                      <a:pt x="33" y="54"/>
                      <a:pt x="33" y="80"/>
                    </a:cubicBezTo>
                    <a:cubicBezTo>
                      <a:pt x="33" y="105"/>
                      <a:pt x="54" y="126"/>
                      <a:pt x="80" y="126"/>
                    </a:cubicBezTo>
                    <a:cubicBezTo>
                      <a:pt x="105" y="126"/>
                      <a:pt x="126" y="105"/>
                      <a:pt x="126" y="80"/>
                    </a:cubicBezTo>
                    <a:cubicBezTo>
                      <a:pt x="126" y="73"/>
                      <a:pt x="125" y="66"/>
                      <a:pt x="122" y="60"/>
                    </a:cubicBezTo>
                    <a:cubicBezTo>
                      <a:pt x="118" y="64"/>
                      <a:pt x="114" y="68"/>
                      <a:pt x="111" y="71"/>
                    </a:cubicBezTo>
                    <a:cubicBezTo>
                      <a:pt x="112" y="74"/>
                      <a:pt x="112" y="77"/>
                      <a:pt x="112" y="80"/>
                    </a:cubicBezTo>
                    <a:cubicBezTo>
                      <a:pt x="112" y="98"/>
                      <a:pt x="97" y="112"/>
                      <a:pt x="80" y="112"/>
                    </a:cubicBezTo>
                    <a:cubicBezTo>
                      <a:pt x="62" y="112"/>
                      <a:pt x="47" y="98"/>
                      <a:pt x="47" y="80"/>
                    </a:cubicBezTo>
                    <a:cubicBezTo>
                      <a:pt x="47" y="62"/>
                      <a:pt x="62" y="47"/>
                      <a:pt x="80" y="4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13" name="Freeform 57">
                <a:extLst>
                  <a:ext uri="{FF2B5EF4-FFF2-40B4-BE49-F238E27FC236}">
                    <a16:creationId xmlns:a16="http://schemas.microsoft.com/office/drawing/2014/main" id="{6B9CAE4F-149B-978F-61C3-7708386EF92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21543" y="3230227"/>
                <a:ext cx="439248" cy="444023"/>
              </a:xfrm>
              <a:custGeom>
                <a:avLst/>
                <a:gdLst>
                  <a:gd name="T0" fmla="*/ 189 w 255"/>
                  <a:gd name="T1" fmla="*/ 89 h 259"/>
                  <a:gd name="T2" fmla="*/ 207 w 255"/>
                  <a:gd name="T3" fmla="*/ 145 h 259"/>
                  <a:gd name="T4" fmla="*/ 111 w 255"/>
                  <a:gd name="T5" fmla="*/ 241 h 259"/>
                  <a:gd name="T6" fmla="*/ 14 w 255"/>
                  <a:gd name="T7" fmla="*/ 145 h 259"/>
                  <a:gd name="T8" fmla="*/ 111 w 255"/>
                  <a:gd name="T9" fmla="*/ 48 h 259"/>
                  <a:gd name="T10" fmla="*/ 166 w 255"/>
                  <a:gd name="T11" fmla="*/ 66 h 259"/>
                  <a:gd name="T12" fmla="*/ 176 w 255"/>
                  <a:gd name="T13" fmla="*/ 56 h 259"/>
                  <a:gd name="T14" fmla="*/ 111 w 255"/>
                  <a:gd name="T15" fmla="*/ 34 h 259"/>
                  <a:gd name="T16" fmla="*/ 0 w 255"/>
                  <a:gd name="T17" fmla="*/ 145 h 259"/>
                  <a:gd name="T18" fmla="*/ 30 w 255"/>
                  <a:gd name="T19" fmla="*/ 220 h 259"/>
                  <a:gd name="T20" fmla="*/ 30 w 255"/>
                  <a:gd name="T21" fmla="*/ 220 h 259"/>
                  <a:gd name="T22" fmla="*/ 30 w 255"/>
                  <a:gd name="T23" fmla="*/ 259 h 259"/>
                  <a:gd name="T24" fmla="*/ 45 w 255"/>
                  <a:gd name="T25" fmla="*/ 259 h 259"/>
                  <a:gd name="T26" fmla="*/ 45 w 255"/>
                  <a:gd name="T27" fmla="*/ 233 h 259"/>
                  <a:gd name="T28" fmla="*/ 111 w 255"/>
                  <a:gd name="T29" fmla="*/ 255 h 259"/>
                  <a:gd name="T30" fmla="*/ 176 w 255"/>
                  <a:gd name="T31" fmla="*/ 233 h 259"/>
                  <a:gd name="T32" fmla="*/ 176 w 255"/>
                  <a:gd name="T33" fmla="*/ 259 h 259"/>
                  <a:gd name="T34" fmla="*/ 191 w 255"/>
                  <a:gd name="T35" fmla="*/ 259 h 259"/>
                  <a:gd name="T36" fmla="*/ 191 w 255"/>
                  <a:gd name="T37" fmla="*/ 220 h 259"/>
                  <a:gd name="T38" fmla="*/ 221 w 255"/>
                  <a:gd name="T39" fmla="*/ 145 h 259"/>
                  <a:gd name="T40" fmla="*/ 199 w 255"/>
                  <a:gd name="T41" fmla="*/ 79 h 259"/>
                  <a:gd name="T42" fmla="*/ 189 w 255"/>
                  <a:gd name="T43" fmla="*/ 89 h 259"/>
                  <a:gd name="T44" fmla="*/ 224 w 255"/>
                  <a:gd name="T45" fmla="*/ 31 h 259"/>
                  <a:gd name="T46" fmla="*/ 224 w 255"/>
                  <a:gd name="T47" fmla="*/ 0 h 259"/>
                  <a:gd name="T48" fmla="*/ 191 w 255"/>
                  <a:gd name="T49" fmla="*/ 34 h 259"/>
                  <a:gd name="T50" fmla="*/ 191 w 255"/>
                  <a:gd name="T51" fmla="*/ 56 h 259"/>
                  <a:gd name="T52" fmla="*/ 109 w 255"/>
                  <a:gd name="T53" fmla="*/ 139 h 259"/>
                  <a:gd name="T54" fmla="*/ 109 w 255"/>
                  <a:gd name="T55" fmla="*/ 147 h 259"/>
                  <a:gd name="T56" fmla="*/ 116 w 255"/>
                  <a:gd name="T57" fmla="*/ 147 h 259"/>
                  <a:gd name="T58" fmla="*/ 199 w 255"/>
                  <a:gd name="T59" fmla="*/ 64 h 259"/>
                  <a:gd name="T60" fmla="*/ 222 w 255"/>
                  <a:gd name="T61" fmla="*/ 64 h 259"/>
                  <a:gd name="T62" fmla="*/ 255 w 255"/>
                  <a:gd name="T63" fmla="*/ 31 h 259"/>
                  <a:gd name="T64" fmla="*/ 224 w 255"/>
                  <a:gd name="T65" fmla="*/ 31 h 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55" h="259">
                    <a:moveTo>
                      <a:pt x="189" y="89"/>
                    </a:moveTo>
                    <a:cubicBezTo>
                      <a:pt x="200" y="105"/>
                      <a:pt x="207" y="124"/>
                      <a:pt x="207" y="145"/>
                    </a:cubicBezTo>
                    <a:cubicBezTo>
                      <a:pt x="207" y="198"/>
                      <a:pt x="164" y="241"/>
                      <a:pt x="111" y="241"/>
                    </a:cubicBezTo>
                    <a:cubicBezTo>
                      <a:pt x="57" y="241"/>
                      <a:pt x="14" y="198"/>
                      <a:pt x="14" y="145"/>
                    </a:cubicBezTo>
                    <a:cubicBezTo>
                      <a:pt x="14" y="91"/>
                      <a:pt x="57" y="48"/>
                      <a:pt x="111" y="48"/>
                    </a:cubicBezTo>
                    <a:cubicBezTo>
                      <a:pt x="131" y="48"/>
                      <a:pt x="150" y="55"/>
                      <a:pt x="166" y="66"/>
                    </a:cubicBezTo>
                    <a:cubicBezTo>
                      <a:pt x="170" y="63"/>
                      <a:pt x="173" y="59"/>
                      <a:pt x="176" y="56"/>
                    </a:cubicBezTo>
                    <a:cubicBezTo>
                      <a:pt x="158" y="43"/>
                      <a:pt x="135" y="34"/>
                      <a:pt x="111" y="34"/>
                    </a:cubicBezTo>
                    <a:cubicBezTo>
                      <a:pt x="50" y="34"/>
                      <a:pt x="0" y="84"/>
                      <a:pt x="0" y="145"/>
                    </a:cubicBezTo>
                    <a:cubicBezTo>
                      <a:pt x="0" y="174"/>
                      <a:pt x="12" y="200"/>
                      <a:pt x="30" y="220"/>
                    </a:cubicBezTo>
                    <a:cubicBezTo>
                      <a:pt x="30" y="220"/>
                      <a:pt x="30" y="220"/>
                      <a:pt x="30" y="220"/>
                    </a:cubicBezTo>
                    <a:cubicBezTo>
                      <a:pt x="30" y="259"/>
                      <a:pt x="30" y="259"/>
                      <a:pt x="30" y="259"/>
                    </a:cubicBezTo>
                    <a:cubicBezTo>
                      <a:pt x="45" y="259"/>
                      <a:pt x="45" y="259"/>
                      <a:pt x="45" y="259"/>
                    </a:cubicBezTo>
                    <a:cubicBezTo>
                      <a:pt x="45" y="233"/>
                      <a:pt x="45" y="233"/>
                      <a:pt x="45" y="233"/>
                    </a:cubicBezTo>
                    <a:cubicBezTo>
                      <a:pt x="63" y="247"/>
                      <a:pt x="86" y="255"/>
                      <a:pt x="111" y="255"/>
                    </a:cubicBezTo>
                    <a:cubicBezTo>
                      <a:pt x="135" y="255"/>
                      <a:pt x="158" y="247"/>
                      <a:pt x="176" y="233"/>
                    </a:cubicBezTo>
                    <a:cubicBezTo>
                      <a:pt x="176" y="259"/>
                      <a:pt x="176" y="259"/>
                      <a:pt x="176" y="259"/>
                    </a:cubicBezTo>
                    <a:cubicBezTo>
                      <a:pt x="191" y="259"/>
                      <a:pt x="191" y="259"/>
                      <a:pt x="191" y="259"/>
                    </a:cubicBezTo>
                    <a:cubicBezTo>
                      <a:pt x="191" y="220"/>
                      <a:pt x="191" y="220"/>
                      <a:pt x="191" y="220"/>
                    </a:cubicBezTo>
                    <a:cubicBezTo>
                      <a:pt x="209" y="200"/>
                      <a:pt x="221" y="174"/>
                      <a:pt x="221" y="145"/>
                    </a:cubicBezTo>
                    <a:cubicBezTo>
                      <a:pt x="221" y="120"/>
                      <a:pt x="213" y="97"/>
                      <a:pt x="199" y="79"/>
                    </a:cubicBezTo>
                    <a:cubicBezTo>
                      <a:pt x="196" y="82"/>
                      <a:pt x="193" y="85"/>
                      <a:pt x="189" y="89"/>
                    </a:cubicBezTo>
                    <a:close/>
                    <a:moveTo>
                      <a:pt x="224" y="31"/>
                    </a:moveTo>
                    <a:cubicBezTo>
                      <a:pt x="224" y="0"/>
                      <a:pt x="224" y="0"/>
                      <a:pt x="224" y="0"/>
                    </a:cubicBezTo>
                    <a:cubicBezTo>
                      <a:pt x="191" y="34"/>
                      <a:pt x="191" y="34"/>
                      <a:pt x="191" y="34"/>
                    </a:cubicBezTo>
                    <a:cubicBezTo>
                      <a:pt x="191" y="56"/>
                      <a:pt x="191" y="56"/>
                      <a:pt x="191" y="56"/>
                    </a:cubicBezTo>
                    <a:cubicBezTo>
                      <a:pt x="109" y="139"/>
                      <a:pt x="109" y="139"/>
                      <a:pt x="109" y="139"/>
                    </a:cubicBezTo>
                    <a:cubicBezTo>
                      <a:pt x="106" y="141"/>
                      <a:pt x="106" y="144"/>
                      <a:pt x="109" y="147"/>
                    </a:cubicBezTo>
                    <a:cubicBezTo>
                      <a:pt x="111" y="149"/>
                      <a:pt x="114" y="149"/>
                      <a:pt x="116" y="147"/>
                    </a:cubicBezTo>
                    <a:cubicBezTo>
                      <a:pt x="199" y="64"/>
                      <a:pt x="199" y="64"/>
                      <a:pt x="199" y="64"/>
                    </a:cubicBezTo>
                    <a:cubicBezTo>
                      <a:pt x="222" y="64"/>
                      <a:pt x="222" y="64"/>
                      <a:pt x="222" y="64"/>
                    </a:cubicBezTo>
                    <a:cubicBezTo>
                      <a:pt x="255" y="31"/>
                      <a:pt x="255" y="31"/>
                      <a:pt x="255" y="31"/>
                    </a:cubicBezTo>
                    <a:lnTo>
                      <a:pt x="224" y="31"/>
                    </a:lnTo>
                    <a:close/>
                  </a:path>
                </a:pathLst>
              </a:custGeom>
              <a:ln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</p:grp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77E9A841-C35B-C734-01F1-C2EC9490DAD3}"/>
              </a:ext>
            </a:extLst>
          </p:cNvPr>
          <p:cNvSpPr/>
          <p:nvPr/>
        </p:nvSpPr>
        <p:spPr>
          <a:xfrm>
            <a:off x="367118" y="345113"/>
            <a:ext cx="7661072" cy="1911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70000"/>
              </a:lnSpc>
            </a:pPr>
            <a:r>
              <a:rPr sz="2400">
                <a:latin typeface="IRANYekanXFaNum"/>
              </a:rPr>
              <a:t>تمرین ۱: اگر دو مجموعه A={2,4,6,8} و B={4,8,12} داده شده باشند، اجتماع (A ∪ B) و اشتراک (A ∩ B) این دو مجموعه را به دست آورید.</a:t>
            </a:r>
            <a:endParaRPr lang="en-US" sz="2400" dirty="0"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E23C409-6450-0C40-3922-74E527065E27}"/>
              </a:ext>
            </a:extLst>
          </p:cNvPr>
          <p:cNvSpPr/>
          <p:nvPr/>
        </p:nvSpPr>
        <p:spPr>
          <a:xfrm>
            <a:off x="1466772" y="3529002"/>
            <a:ext cx="2638014" cy="1807036"/>
          </a:xfrm>
          <a:prstGeom prst="rect">
            <a:avLst/>
          </a:prstGeom>
          <a:noFill/>
          <a:ln w="57150">
            <a:extLst>
              <a:ext uri="{C807C97D-BFC1-408E-A445-0C87EB9F89A2}">
                <ask:lineSketchStyleProps xmlns:ask="http://schemas.microsoft.com/office/drawing/2018/sketchyshapes" sd="3063210888">
                  <a:custGeom>
                    <a:avLst/>
                    <a:gdLst>
                      <a:gd name="connsiteX0" fmla="*/ 0 w 3240000"/>
                      <a:gd name="connsiteY0" fmla="*/ 0 h 2160000"/>
                      <a:gd name="connsiteX1" fmla="*/ 3240000 w 3240000"/>
                      <a:gd name="connsiteY1" fmla="*/ 0 h 2160000"/>
                      <a:gd name="connsiteX2" fmla="*/ 3240000 w 3240000"/>
                      <a:gd name="connsiteY2" fmla="*/ 2160000 h 2160000"/>
                      <a:gd name="connsiteX3" fmla="*/ 0 w 3240000"/>
                      <a:gd name="connsiteY3" fmla="*/ 2160000 h 2160000"/>
                      <a:gd name="connsiteX4" fmla="*/ 0 w 3240000"/>
                      <a:gd name="connsiteY4" fmla="*/ 0 h 2160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3240000" h="2160000" extrusionOk="0">
                        <a:moveTo>
                          <a:pt x="0" y="0"/>
                        </a:moveTo>
                        <a:cubicBezTo>
                          <a:pt x="1418711" y="17799"/>
                          <a:pt x="2123696" y="28214"/>
                          <a:pt x="3240000" y="0"/>
                        </a:cubicBezTo>
                        <a:cubicBezTo>
                          <a:pt x="3201431" y="714417"/>
                          <a:pt x="3301011" y="1520226"/>
                          <a:pt x="3240000" y="2160000"/>
                        </a:cubicBezTo>
                        <a:cubicBezTo>
                          <a:pt x="2782179" y="2323363"/>
                          <a:pt x="1126580" y="2152031"/>
                          <a:pt x="0" y="2160000"/>
                        </a:cubicBezTo>
                        <a:cubicBezTo>
                          <a:pt x="147673" y="1567315"/>
                          <a:pt x="-116920" y="905731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FE48023-E29C-5671-5B66-3C15F62B32F8}"/>
              </a:ext>
            </a:extLst>
          </p:cNvPr>
          <p:cNvSpPr/>
          <p:nvPr/>
        </p:nvSpPr>
        <p:spPr>
          <a:xfrm>
            <a:off x="904829" y="3032475"/>
            <a:ext cx="3790252" cy="2816782"/>
          </a:xfrm>
          <a:prstGeom prst="rect">
            <a:avLst/>
          </a:prstGeom>
          <a:noFill/>
          <a:ln w="57150">
            <a:solidFill>
              <a:srgbClr val="92D050"/>
            </a:solidFill>
            <a:prstDash val="dash"/>
            <a:extLst>
              <a:ext uri="{C807C97D-BFC1-408E-A445-0C87EB9F89A2}">
                <ask:lineSketchStyleProps xmlns:ask="http://schemas.microsoft.com/office/drawing/2018/sketchyshapes" sd="3063210888">
                  <a:custGeom>
                    <a:avLst/>
                    <a:gdLst>
                      <a:gd name="connsiteX0" fmla="*/ 0 w 3240000"/>
                      <a:gd name="connsiteY0" fmla="*/ 0 h 2160000"/>
                      <a:gd name="connsiteX1" fmla="*/ 3240000 w 3240000"/>
                      <a:gd name="connsiteY1" fmla="*/ 0 h 2160000"/>
                      <a:gd name="connsiteX2" fmla="*/ 3240000 w 3240000"/>
                      <a:gd name="connsiteY2" fmla="*/ 2160000 h 2160000"/>
                      <a:gd name="connsiteX3" fmla="*/ 0 w 3240000"/>
                      <a:gd name="connsiteY3" fmla="*/ 2160000 h 2160000"/>
                      <a:gd name="connsiteX4" fmla="*/ 0 w 3240000"/>
                      <a:gd name="connsiteY4" fmla="*/ 0 h 2160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3240000" h="2160000" extrusionOk="0">
                        <a:moveTo>
                          <a:pt x="0" y="0"/>
                        </a:moveTo>
                        <a:cubicBezTo>
                          <a:pt x="1418711" y="17799"/>
                          <a:pt x="2123696" y="28214"/>
                          <a:pt x="3240000" y="0"/>
                        </a:cubicBezTo>
                        <a:cubicBezTo>
                          <a:pt x="3201431" y="714417"/>
                          <a:pt x="3301011" y="1520226"/>
                          <a:pt x="3240000" y="2160000"/>
                        </a:cubicBezTo>
                        <a:cubicBezTo>
                          <a:pt x="2782179" y="2323363"/>
                          <a:pt x="1126580" y="2152031"/>
                          <a:pt x="0" y="2160000"/>
                        </a:cubicBezTo>
                        <a:cubicBezTo>
                          <a:pt x="147673" y="1567315"/>
                          <a:pt x="-116920" y="905731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40A5662-7794-633A-78BA-6DA468307BE9}"/>
              </a:ext>
            </a:extLst>
          </p:cNvPr>
          <p:cNvSpPr txBox="1"/>
          <p:nvPr/>
        </p:nvSpPr>
        <p:spPr>
          <a:xfrm>
            <a:off x="2443375" y="3678423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>
                <a:solidFill>
                  <a:srgbClr val="C00000"/>
                </a:solidFill>
                <a:latin typeface="IRANYekanXVFaNum DemiBold"/>
              </a:rPr>
              <a:t>2</a:t>
            </a:r>
            <a:endParaRPr lang="en-US" dirty="0">
              <a:solidFill>
                <a:srgbClr val="C00000"/>
              </a:solidFill>
              <a:latin typeface="IRANYekanXVFaNum DemiBold" pitchFamily="2" charset="-78"/>
              <a:cs typeface="IRANYekanXVFaNum DemiBold" pitchFamily="2" charset="-78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6601E5E-3449-C902-FC7B-053DA83FA897}"/>
              </a:ext>
            </a:extLst>
          </p:cNvPr>
          <p:cNvSpPr txBox="1"/>
          <p:nvPr/>
        </p:nvSpPr>
        <p:spPr>
          <a:xfrm>
            <a:off x="1587465" y="4256200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>
                <a:solidFill>
                  <a:srgbClr val="C00000"/>
                </a:solidFill>
                <a:latin typeface="IRANYekanXVFaNum DemiBold"/>
              </a:rPr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1973FD3-394B-81AA-7187-35D3C978EB45}"/>
              </a:ext>
            </a:extLst>
          </p:cNvPr>
          <p:cNvSpPr txBox="1"/>
          <p:nvPr/>
        </p:nvSpPr>
        <p:spPr>
          <a:xfrm>
            <a:off x="4233844" y="3599863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>
                <a:solidFill>
                  <a:srgbClr val="C00000"/>
                </a:solidFill>
                <a:latin typeface="IRANYekanXVFaNum DemiBold"/>
              </a:rPr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30CE220-179C-E8CC-B756-74A9D737B47D}"/>
              </a:ext>
            </a:extLst>
          </p:cNvPr>
          <p:cNvSpPr txBox="1"/>
          <p:nvPr/>
        </p:nvSpPr>
        <p:spPr>
          <a:xfrm>
            <a:off x="982908" y="3588081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>
                <a:solidFill>
                  <a:srgbClr val="C00000"/>
                </a:solidFill>
                <a:latin typeface="IRANYekanXVFaNum DemiBold"/>
              </a:rPr>
              <a:t>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39EF14C-6B50-02F7-C846-BAF48CEE6F7D}"/>
              </a:ext>
            </a:extLst>
          </p:cNvPr>
          <p:cNvSpPr txBox="1"/>
          <p:nvPr/>
        </p:nvSpPr>
        <p:spPr>
          <a:xfrm>
            <a:off x="1544551" y="3116766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>
                <a:solidFill>
                  <a:srgbClr val="C00000"/>
                </a:solidFill>
                <a:latin typeface="IRANYekanXVFaNum DemiBold"/>
              </a:rPr>
              <a:t>12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644F9A3-147E-FDA4-44B5-78E185435FDE}"/>
              </a:ext>
            </a:extLst>
          </p:cNvPr>
          <p:cNvSpPr txBox="1"/>
          <p:nvPr/>
        </p:nvSpPr>
        <p:spPr>
          <a:xfrm>
            <a:off x="1521186" y="5421847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>
                <a:solidFill>
                  <a:srgbClr val="C00000"/>
                </a:solidFill>
                <a:latin typeface="IRANYekanXVFaNum DemiBold"/>
              </a:rPr>
              <a:t>4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CD1252D-7E5A-3844-0148-9EAA839E5B76}"/>
              </a:ext>
            </a:extLst>
          </p:cNvPr>
          <p:cNvCxnSpPr>
            <a:cxnSpLocks/>
          </p:cNvCxnSpPr>
          <p:nvPr/>
        </p:nvCxnSpPr>
        <p:spPr>
          <a:xfrm>
            <a:off x="4161144" y="3529002"/>
            <a:ext cx="4353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01E6507-3565-0EB7-ACAA-F35A9A7A4168}"/>
              </a:ext>
            </a:extLst>
          </p:cNvPr>
          <p:cNvCxnSpPr>
            <a:cxnSpLocks/>
          </p:cNvCxnSpPr>
          <p:nvPr/>
        </p:nvCxnSpPr>
        <p:spPr>
          <a:xfrm>
            <a:off x="982908" y="3529002"/>
            <a:ext cx="42820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18FD9E0-1D58-3EA0-DDC4-C97651F64546}"/>
              </a:ext>
            </a:extLst>
          </p:cNvPr>
          <p:cNvCxnSpPr>
            <a:cxnSpLocks/>
          </p:cNvCxnSpPr>
          <p:nvPr/>
        </p:nvCxnSpPr>
        <p:spPr>
          <a:xfrm>
            <a:off x="1466772" y="3116766"/>
            <a:ext cx="0" cy="3122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31391B7-20D5-8D0B-4856-0A08BD199289}"/>
              </a:ext>
            </a:extLst>
          </p:cNvPr>
          <p:cNvCxnSpPr>
            <a:cxnSpLocks/>
          </p:cNvCxnSpPr>
          <p:nvPr/>
        </p:nvCxnSpPr>
        <p:spPr>
          <a:xfrm>
            <a:off x="1466772" y="5421847"/>
            <a:ext cx="0" cy="3122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4577EEB1-D16A-8F6A-DC96-D0FDAEA27EFC}"/>
              </a:ext>
            </a:extLst>
          </p:cNvPr>
          <p:cNvSpPr txBox="1"/>
          <p:nvPr/>
        </p:nvSpPr>
        <p:spPr>
          <a:xfrm>
            <a:off x="2546018" y="2606398"/>
            <a:ext cx="511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>
                <a:solidFill>
                  <a:srgbClr val="C00000"/>
                </a:solidFill>
                <a:latin typeface="IRANYekanXVFaNum DemiBold"/>
              </a:rPr>
              <a:t>8</a:t>
            </a:r>
            <a:endParaRPr lang="en-US" dirty="0">
              <a:solidFill>
                <a:srgbClr val="C00000"/>
              </a:solidFill>
              <a:latin typeface="IRANYekanXVFaNum DemiBold" pitchFamily="2" charset="-78"/>
              <a:cs typeface="IRANYekanXVFaNum DemiBold" pitchFamily="2" charset="-78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8C807C1-F73C-3B09-C8A5-00510EA9821B}"/>
              </a:ext>
            </a:extLst>
          </p:cNvPr>
          <p:cNvSpPr txBox="1"/>
          <p:nvPr/>
        </p:nvSpPr>
        <p:spPr>
          <a:xfrm>
            <a:off x="366181" y="4279566"/>
            <a:ext cx="478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>
                <a:solidFill>
                  <a:srgbClr val="C00000"/>
                </a:solidFill>
                <a:latin typeface="IRANYekanXVFaNum DemiBold"/>
              </a:rPr>
              <a:t>مشترک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5E7F422-DECF-0B36-6672-D098733A4B3F}"/>
              </a:ext>
            </a:extLst>
          </p:cNvPr>
          <p:cNvSpPr/>
          <p:nvPr/>
        </p:nvSpPr>
        <p:spPr>
          <a:xfrm>
            <a:off x="4311816" y="2647948"/>
            <a:ext cx="2842415" cy="655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70000"/>
              </a:lnSpc>
            </a:pPr>
            <a:r>
              <a:rPr sz="2400">
                <a:solidFill>
                  <a:srgbClr val="6699FF"/>
                </a:solidFill>
                <a:latin typeface="IRANYekanXFaNum"/>
              </a:rPr>
              <a:t>اجتماع و اشتراک</a:t>
            </a:r>
            <a:endParaRPr lang="en-US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38DBE3B5-E52B-8E00-F89D-AFD569D3B3C0}"/>
                  </a:ext>
                </a:extLst>
              </p:cNvPr>
              <p:cNvSpPr/>
              <p:nvPr/>
            </p:nvSpPr>
            <p:spPr>
              <a:xfrm>
                <a:off x="6955988" y="2539840"/>
                <a:ext cx="2662019" cy="9142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7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a-IR" sz="2800" b="0" i="1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=</m:t>
                      </m:r>
                      <m:r>
                        <a:rPr lang="fa-IR" sz="2800" b="0" i="1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طول</m:t>
                      </m:r>
                      <m:r>
                        <a:rPr lang="fa-IR" sz="2800" b="0" i="1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×</m:t>
                      </m:r>
                      <m:r>
                        <a:rPr lang="fa-IR" sz="2800" b="0" i="1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عرض</m:t>
                      </m:r>
                    </m:oMath>
                  </m:oMathPara>
                </a14:m>
                <a:endParaRPr lang="en-US" sz="2800" dirty="0">
                  <a:solidFill>
                    <a:srgbClr val="6699FF"/>
                  </a:solidFill>
                  <a:latin typeface="IRANYekanXFaNum" pitchFamily="2" charset="-78"/>
                  <a:cs typeface="IRANYekanXFaNum" pitchFamily="2" charset="-78"/>
                </a:endParaRPr>
              </a:p>
            </p:txBody>
          </p:sp>
        </mc:Choice>
        <mc:Fallback xmlns="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38DBE3B5-E52B-8E00-F89D-AFD569D3B3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5988" y="2539840"/>
                <a:ext cx="2662019" cy="9142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Rectangle 35">
            <a:extLst>
              <a:ext uri="{FF2B5EF4-FFF2-40B4-BE49-F238E27FC236}">
                <a16:creationId xmlns:a16="http://schemas.microsoft.com/office/drawing/2014/main" id="{9C8B61E2-3C59-58D9-78F2-971D5F367342}"/>
              </a:ext>
            </a:extLst>
          </p:cNvPr>
          <p:cNvSpPr/>
          <p:nvPr/>
        </p:nvSpPr>
        <p:spPr>
          <a:xfrm>
            <a:off x="7021297" y="3327177"/>
            <a:ext cx="2662019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70000"/>
              </a:lnSpc>
            </a:pPr>
            <a:r>
              <a:rPr sz="2800">
                <a:solidFill>
                  <a:srgbClr val="6699FF"/>
                </a:solidFill>
                <a:latin typeface="IRANYekanXFaNum"/>
              </a:rPr>
              <a:t>A ∪ B =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8A062E4-B092-CD39-B027-F21A2EDB2237}"/>
              </a:ext>
            </a:extLst>
          </p:cNvPr>
          <p:cNvSpPr/>
          <p:nvPr/>
        </p:nvSpPr>
        <p:spPr>
          <a:xfrm>
            <a:off x="7021297" y="4076076"/>
            <a:ext cx="2662019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70000"/>
              </a:lnSpc>
            </a:pPr>
            <a:r>
              <a:rPr sz="2800">
                <a:solidFill>
                  <a:srgbClr val="6699FF"/>
                </a:solidFill>
                <a:latin typeface="IRANYekanXFaNum"/>
              </a:rPr>
              <a:t>{2,4,6,8,12}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4F55EBA-3274-D8BB-DA02-B4E962521022}"/>
              </a:ext>
            </a:extLst>
          </p:cNvPr>
          <p:cNvSpPr/>
          <p:nvPr/>
        </p:nvSpPr>
        <p:spPr>
          <a:xfrm>
            <a:off x="4901084" y="4889736"/>
            <a:ext cx="5079344" cy="655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70000"/>
              </a:lnSpc>
            </a:pPr>
            <a:r>
              <a:rPr sz="2400">
                <a:solidFill>
                  <a:srgbClr val="6699FF"/>
                </a:solidFill>
                <a:latin typeface="IRANYekanXFaNum"/>
              </a:rPr>
              <a:t>اشتراک: A ∩ B = {4, 8} می‌باشد.</a:t>
            </a:r>
            <a:endParaRPr lang="en-US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49E6C129-AFF3-C6A7-DB98-1A75AD9A4D59}"/>
              </a:ext>
            </a:extLst>
          </p:cNvPr>
          <p:cNvGrpSpPr/>
          <p:nvPr/>
        </p:nvGrpSpPr>
        <p:grpSpPr>
          <a:xfrm>
            <a:off x="8023798" y="398416"/>
            <a:ext cx="1281578" cy="1459765"/>
            <a:chOff x="8023798" y="398416"/>
            <a:chExt cx="1281578" cy="1459765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8028CCA7-B2A8-D6DA-1E43-9B339835300C}"/>
                </a:ext>
              </a:extLst>
            </p:cNvPr>
            <p:cNvGrpSpPr/>
            <p:nvPr/>
          </p:nvGrpSpPr>
          <p:grpSpPr>
            <a:xfrm>
              <a:off x="8023798" y="634175"/>
              <a:ext cx="1281578" cy="1224006"/>
              <a:chOff x="2026995" y="1759447"/>
              <a:chExt cx="1281578" cy="1224006"/>
            </a:xfrm>
          </p:grpSpPr>
          <p:grpSp>
            <p:nvGrpSpPr>
              <p:cNvPr id="51" name="Circle B">
                <a:extLst>
                  <a:ext uri="{FF2B5EF4-FFF2-40B4-BE49-F238E27FC236}">
                    <a16:creationId xmlns:a16="http://schemas.microsoft.com/office/drawing/2014/main" id="{FCEC3606-3610-A30B-22D9-F3D6EAEAF5EC}"/>
                  </a:ext>
                </a:extLst>
              </p:cNvPr>
              <p:cNvGrpSpPr/>
              <p:nvPr/>
            </p:nvGrpSpPr>
            <p:grpSpPr>
              <a:xfrm>
                <a:off x="2050416" y="1759447"/>
                <a:ext cx="1229054" cy="1224006"/>
                <a:chOff x="3731763" y="2289353"/>
                <a:chExt cx="1341438" cy="1335925"/>
              </a:xfrm>
            </p:grpSpPr>
            <p:sp>
              <p:nvSpPr>
                <p:cNvPr id="53" name="Oval 73">
                  <a:extLst>
                    <a:ext uri="{FF2B5EF4-FFF2-40B4-BE49-F238E27FC236}">
                      <a16:creationId xmlns:a16="http://schemas.microsoft.com/office/drawing/2014/main" id="{765B019C-266E-0733-6041-3A7F5EFEED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31763" y="2289353"/>
                  <a:ext cx="1341438" cy="1335925"/>
                </a:xfrm>
                <a:prstGeom prst="ellipse">
                  <a:avLst/>
                </a:prstGeom>
                <a:gradFill flip="none" rotWithShape="1">
                  <a:gsLst>
                    <a:gs pos="20000">
                      <a:srgbClr val="FFFFFF"/>
                    </a:gs>
                    <a:gs pos="100000">
                      <a:srgbClr val="DAD9D9"/>
                    </a:gs>
                  </a:gsLst>
                  <a:lin ang="2700000" scaled="1"/>
                  <a:tileRect/>
                </a:gradFill>
                <a:ln>
                  <a:noFill/>
                </a:ln>
                <a:effectLst>
                  <a:outerShdw blurRad="381000" dist="177800" dir="2700000" algn="tl" rotWithShape="0">
                    <a:prstClr val="black">
                      <a:alpha val="70000"/>
                    </a:prstClr>
                  </a:outer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350" dirty="0">
                    <a:latin typeface="Lato" panose="020F0502020204030203" pitchFamily="34" charset="0"/>
                  </a:endParaRPr>
                </a:p>
              </p:txBody>
            </p:sp>
            <p:pic>
              <p:nvPicPr>
                <p:cNvPr id="54" name="Texture">
                  <a:extLst>
                    <a:ext uri="{FF2B5EF4-FFF2-40B4-BE49-F238E27FC236}">
                      <a16:creationId xmlns:a16="http://schemas.microsoft.com/office/drawing/2014/main" id="{F05C8964-3DAE-F8E0-8336-F1F5826B08A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840103" y="2392141"/>
                  <a:ext cx="1187212" cy="1187213"/>
                </a:xfrm>
                <a:prstGeom prst="rect">
                  <a:avLst/>
                </a:prstGeom>
              </p:spPr>
            </p:pic>
          </p:grpSp>
          <p:sp>
            <p:nvSpPr>
              <p:cNvPr id="52" name="B">
                <a:extLst>
                  <a:ext uri="{FF2B5EF4-FFF2-40B4-BE49-F238E27FC236}">
                    <a16:creationId xmlns:a16="http://schemas.microsoft.com/office/drawing/2014/main" id="{0DE7E2B8-7F37-422F-BB5E-2D166AE76E35}"/>
                  </a:ext>
                </a:extLst>
              </p:cNvPr>
              <p:cNvSpPr txBox="1"/>
              <p:nvPr/>
            </p:nvSpPr>
            <p:spPr>
              <a:xfrm>
                <a:off x="2026995" y="2103813"/>
                <a:ext cx="128157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3600">
                    <a:solidFill>
                      <a:srgbClr val="FF0000"/>
                    </a:solidFill>
                    <a:latin typeface="IRANYekanXFaNum Heavy" pitchFamily="2" charset="-78"/>
                    <a:ea typeface="Roboto Condensed" panose="02000000000000000000" pitchFamily="2" charset="0"/>
                    <a:cs typeface="IRANYekanXFaNum Heavy" pitchFamily="2" charset="-78"/>
                  </a:defRPr>
                </a:lvl1pPr>
              </a:lstStyle>
              <a:p>
                <a:r>
                  <a:rPr lang="fa-I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مثال</a:t>
                </a:r>
                <a:endParaRPr lang="ru-RU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  <p:sp>
          <p:nvSpPr>
            <p:cNvPr id="50" name="A">
              <a:extLst>
                <a:ext uri="{FF2B5EF4-FFF2-40B4-BE49-F238E27FC236}">
                  <a16:creationId xmlns:a16="http://schemas.microsoft.com/office/drawing/2014/main" id="{4E7B8D99-8B8C-A88F-1DD8-BC5742AB8889}"/>
                </a:ext>
              </a:extLst>
            </p:cNvPr>
            <p:cNvSpPr txBox="1"/>
            <p:nvPr/>
          </p:nvSpPr>
          <p:spPr>
            <a:xfrm>
              <a:off x="8116228" y="398416"/>
              <a:ext cx="266863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a-IR" sz="60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IRANYekanXFaNum Heavy" pitchFamily="2" charset="-78"/>
                  <a:ea typeface="Roboto Condensed" panose="02000000000000000000" pitchFamily="2" charset="0"/>
                  <a:cs typeface="IRANYekanXFaNum Heavy" pitchFamily="2" charset="-78"/>
                </a:rPr>
                <a:t>2</a:t>
              </a:r>
              <a:endParaRPr lang="ru-RU" sz="6000" b="1" dirty="0">
                <a:ln w="13462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  <a:cs typeface="IRANYekanXFaNum Heavy" pitchFamily="2" charset="-7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777899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10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4" grpId="0" build="allAtOnce"/>
      <p:bldP spid="36" grpId="0" build="allAtOnce"/>
      <p:bldP spid="38" grpId="0" build="allAtOnce"/>
      <p:bldP spid="40" grpId="0" build="allAtOnce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1B8DE-469E-2B24-BF49-780F8F503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22AB6D8-C4EF-0E76-61CB-FE2B14B5C256}"/>
              </a:ext>
            </a:extLst>
          </p:cNvPr>
          <p:cNvSpPr/>
          <p:nvPr/>
        </p:nvSpPr>
        <p:spPr>
          <a:xfrm>
            <a:off x="182712" y="299787"/>
            <a:ext cx="8632177" cy="2063406"/>
          </a:xfrm>
          <a:prstGeom prst="roundRect">
            <a:avLst>
              <a:gd name="adj" fmla="val 34686"/>
            </a:avLst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DZ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9E2A808-9201-8C86-CA80-C49C6964BFD2}"/>
              </a:ext>
            </a:extLst>
          </p:cNvPr>
          <p:cNvGrpSpPr/>
          <p:nvPr/>
        </p:nvGrpSpPr>
        <p:grpSpPr>
          <a:xfrm rot="5400000">
            <a:off x="9079518" y="755454"/>
            <a:ext cx="1666266" cy="993876"/>
            <a:chOff x="5263043" y="3924314"/>
            <a:chExt cx="1666266" cy="993876"/>
          </a:xfrm>
        </p:grpSpPr>
        <p:sp>
          <p:nvSpPr>
            <p:cNvPr id="4" name="Arc 111">
              <a:extLst>
                <a:ext uri="{FF2B5EF4-FFF2-40B4-BE49-F238E27FC236}">
                  <a16:creationId xmlns:a16="http://schemas.microsoft.com/office/drawing/2014/main" id="{0D19B4CA-D89B-5ADA-0A33-0EF0989FEC9F}"/>
                </a:ext>
              </a:extLst>
            </p:cNvPr>
            <p:cNvSpPr>
              <a:spLocks/>
            </p:cNvSpPr>
            <p:nvPr/>
          </p:nvSpPr>
          <p:spPr>
            <a:xfrm rot="7125828">
              <a:off x="5634265" y="3553092"/>
              <a:ext cx="923822" cy="1666266"/>
            </a:xfrm>
            <a:custGeom>
              <a:avLst/>
              <a:gdLst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2" fmla="*/ 1568256 w 3136511"/>
                <a:gd name="connsiteY2" fmla="*/ 1874520 h 3749040"/>
                <a:gd name="connsiteX3" fmla="*/ 2026459 w 3136511"/>
                <a:gd name="connsiteY3" fmla="*/ 81794 h 3749040"/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8203 w 1568259"/>
                <a:gd name="connsiteY0" fmla="*/ 0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026135"/>
                <a:gd name="connsiteY0" fmla="*/ 0 h 1776354"/>
                <a:gd name="connsiteX1" fmla="*/ 1026135 w 1026135"/>
                <a:gd name="connsiteY1" fmla="*/ 1776354 h 1776354"/>
                <a:gd name="connsiteX2" fmla="*/ 0 w 1026135"/>
                <a:gd name="connsiteY2" fmla="*/ 1191335 h 1776354"/>
                <a:gd name="connsiteX3" fmla="*/ 27726 w 1026135"/>
                <a:gd name="connsiteY3" fmla="*/ 0 h 1776354"/>
                <a:gd name="connsiteX0" fmla="*/ 20520 w 1026135"/>
                <a:gd name="connsiteY0" fmla="*/ 34379 h 1776354"/>
                <a:gd name="connsiteX1" fmla="*/ 884205 w 1026135"/>
                <a:gd name="connsiteY1" fmla="*/ 1632603 h 1776354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23822" h="1666266" stroke="0" extrusionOk="0">
                  <a:moveTo>
                    <a:pt x="27726" y="0"/>
                  </a:moveTo>
                  <a:cubicBezTo>
                    <a:pt x="1059256" y="699389"/>
                    <a:pt x="841732" y="475354"/>
                    <a:pt x="917895" y="1666266"/>
                  </a:cubicBezTo>
                  <a:lnTo>
                    <a:pt x="0" y="1191335"/>
                  </a:lnTo>
                  <a:lnTo>
                    <a:pt x="27726" y="0"/>
                  </a:lnTo>
                  <a:close/>
                </a:path>
                <a:path w="923822" h="1666266" fill="none">
                  <a:moveTo>
                    <a:pt x="20520" y="34379"/>
                  </a:moveTo>
                  <a:cubicBezTo>
                    <a:pt x="787091" y="294637"/>
                    <a:pt x="1028502" y="898728"/>
                    <a:pt x="884205" y="1632603"/>
                  </a:cubicBezTo>
                </a:path>
              </a:pathLst>
            </a:custGeom>
            <a:ln w="28575" cap="rnd">
              <a:solidFill>
                <a:srgbClr val="767B7B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36CCC2B4-F48A-BADB-7D1A-43882F64374B}"/>
                </a:ext>
              </a:extLst>
            </p:cNvPr>
            <p:cNvSpPr/>
            <p:nvPr/>
          </p:nvSpPr>
          <p:spPr>
            <a:xfrm>
              <a:off x="6020181" y="4749058"/>
              <a:ext cx="200440" cy="169132"/>
            </a:xfrm>
            <a:custGeom>
              <a:avLst/>
              <a:gdLst>
                <a:gd name="connsiteX0" fmla="*/ 28037 w 200440"/>
                <a:gd name="connsiteY0" fmla="*/ 0 h 169132"/>
                <a:gd name="connsiteX1" fmla="*/ 44586 w 200440"/>
                <a:gd name="connsiteY1" fmla="*/ 1769 h 169132"/>
                <a:gd name="connsiteX2" fmla="*/ 166182 w 200440"/>
                <a:gd name="connsiteY2" fmla="*/ 789 h 169132"/>
                <a:gd name="connsiteX3" fmla="*/ 172411 w 200440"/>
                <a:gd name="connsiteY3" fmla="*/ 11 h 169132"/>
                <a:gd name="connsiteX4" fmla="*/ 192564 w 200440"/>
                <a:gd name="connsiteY4" fmla="*/ 29902 h 169132"/>
                <a:gd name="connsiteX5" fmla="*/ 200440 w 200440"/>
                <a:gd name="connsiteY5" fmla="*/ 68912 h 169132"/>
                <a:gd name="connsiteX6" fmla="*/ 100220 w 200440"/>
                <a:gd name="connsiteY6" fmla="*/ 169132 h 169132"/>
                <a:gd name="connsiteX7" fmla="*/ 0 w 200440"/>
                <a:gd name="connsiteY7" fmla="*/ 68912 h 169132"/>
                <a:gd name="connsiteX8" fmla="*/ 7876 w 200440"/>
                <a:gd name="connsiteY8" fmla="*/ 29902 h 169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0440" h="169132">
                  <a:moveTo>
                    <a:pt x="28037" y="0"/>
                  </a:moveTo>
                  <a:lnTo>
                    <a:pt x="44586" y="1769"/>
                  </a:lnTo>
                  <a:cubicBezTo>
                    <a:pt x="84217" y="3762"/>
                    <a:pt x="124733" y="3518"/>
                    <a:pt x="166182" y="789"/>
                  </a:cubicBezTo>
                  <a:lnTo>
                    <a:pt x="172411" y="11"/>
                  </a:lnTo>
                  <a:lnTo>
                    <a:pt x="192564" y="29902"/>
                  </a:lnTo>
                  <a:cubicBezTo>
                    <a:pt x="197636" y="41892"/>
                    <a:pt x="200440" y="55075"/>
                    <a:pt x="200440" y="68912"/>
                  </a:cubicBezTo>
                  <a:cubicBezTo>
                    <a:pt x="200440" y="124262"/>
                    <a:pt x="155570" y="169132"/>
                    <a:pt x="100220" y="169132"/>
                  </a:cubicBezTo>
                  <a:cubicBezTo>
                    <a:pt x="44870" y="169132"/>
                    <a:pt x="0" y="124262"/>
                    <a:pt x="0" y="68912"/>
                  </a:cubicBezTo>
                  <a:cubicBezTo>
                    <a:pt x="0" y="55075"/>
                    <a:pt x="2805" y="41892"/>
                    <a:pt x="7876" y="29902"/>
                  </a:cubicBezTo>
                  <a:close/>
                </a:path>
              </a:pathLst>
            </a:custGeom>
            <a:solidFill>
              <a:srgbClr val="767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05B6154C-A060-35EC-86CA-434F74BCABEB}"/>
              </a:ext>
            </a:extLst>
          </p:cNvPr>
          <p:cNvSpPr/>
          <p:nvPr/>
        </p:nvSpPr>
        <p:spPr>
          <a:xfrm>
            <a:off x="11529568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227B0A2-580B-3D3C-03DE-586C3CF812D0}"/>
              </a:ext>
            </a:extLst>
          </p:cNvPr>
          <p:cNvSpPr/>
          <p:nvPr/>
        </p:nvSpPr>
        <p:spPr>
          <a:xfrm flipH="1">
            <a:off x="9683316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F1E50AF-2F38-8A1F-03FA-32DD00244FB6}"/>
              </a:ext>
            </a:extLst>
          </p:cNvPr>
          <p:cNvSpPr>
            <a:spLocks noChangeAspect="1"/>
          </p:cNvSpPr>
          <p:nvPr/>
        </p:nvSpPr>
        <p:spPr>
          <a:xfrm>
            <a:off x="9802197" y="163553"/>
            <a:ext cx="1966302" cy="2199640"/>
          </a:xfrm>
          <a:custGeom>
            <a:avLst/>
            <a:gdLst>
              <a:gd name="connsiteX0" fmla="*/ 983151 w 1966302"/>
              <a:gd name="connsiteY0" fmla="*/ 0 h 2199640"/>
              <a:gd name="connsiteX1" fmla="*/ 1893033 w 1966302"/>
              <a:gd name="connsiteY1" fmla="*/ 484900 h 2199640"/>
              <a:gd name="connsiteX2" fmla="*/ 1966302 w 1966302"/>
              <a:gd name="connsiteY2" fmla="*/ 620201 h 2199640"/>
              <a:gd name="connsiteX3" fmla="*/ 1944102 w 1966302"/>
              <a:gd name="connsiteY3" fmla="*/ 631189 h 2199640"/>
              <a:gd name="connsiteX4" fmla="*/ 1670855 w 1966302"/>
              <a:gd name="connsiteY4" fmla="*/ 1099820 h 2199640"/>
              <a:gd name="connsiteX5" fmla="*/ 1944102 w 1966302"/>
              <a:gd name="connsiteY5" fmla="*/ 1568451 h 2199640"/>
              <a:gd name="connsiteX6" fmla="*/ 1966302 w 1966302"/>
              <a:gd name="connsiteY6" fmla="*/ 1579440 h 2199640"/>
              <a:gd name="connsiteX7" fmla="*/ 1893033 w 1966302"/>
              <a:gd name="connsiteY7" fmla="*/ 1714740 h 2199640"/>
              <a:gd name="connsiteX8" fmla="*/ 983151 w 1966302"/>
              <a:gd name="connsiteY8" fmla="*/ 2199640 h 2199640"/>
              <a:gd name="connsiteX9" fmla="*/ 73269 w 1966302"/>
              <a:gd name="connsiteY9" fmla="*/ 1714740 h 2199640"/>
              <a:gd name="connsiteX10" fmla="*/ 0 w 1966302"/>
              <a:gd name="connsiteY10" fmla="*/ 1579439 h 2199640"/>
              <a:gd name="connsiteX11" fmla="*/ 22200 w 1966302"/>
              <a:gd name="connsiteY11" fmla="*/ 1568451 h 2199640"/>
              <a:gd name="connsiteX12" fmla="*/ 295446 w 1966302"/>
              <a:gd name="connsiteY12" fmla="*/ 1099820 h 2199640"/>
              <a:gd name="connsiteX13" fmla="*/ 22200 w 1966302"/>
              <a:gd name="connsiteY13" fmla="*/ 631189 h 2199640"/>
              <a:gd name="connsiteX14" fmla="*/ 0 w 1966302"/>
              <a:gd name="connsiteY14" fmla="*/ 620201 h 2199640"/>
              <a:gd name="connsiteX15" fmla="*/ 73269 w 1966302"/>
              <a:gd name="connsiteY15" fmla="*/ 484900 h 2199640"/>
              <a:gd name="connsiteX16" fmla="*/ 983151 w 1966302"/>
              <a:gd name="connsiteY16" fmla="*/ 0 h 2199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966302" h="2199640">
                <a:moveTo>
                  <a:pt x="983151" y="0"/>
                </a:moveTo>
                <a:cubicBezTo>
                  <a:pt x="1361908" y="0"/>
                  <a:pt x="1695844" y="192346"/>
                  <a:pt x="1893033" y="484900"/>
                </a:cubicBezTo>
                <a:lnTo>
                  <a:pt x="1966302" y="620201"/>
                </a:lnTo>
                <a:lnTo>
                  <a:pt x="1944102" y="631189"/>
                </a:lnTo>
                <a:cubicBezTo>
                  <a:pt x="1779244" y="732750"/>
                  <a:pt x="1670855" y="904743"/>
                  <a:pt x="1670855" y="1099820"/>
                </a:cubicBezTo>
                <a:cubicBezTo>
                  <a:pt x="1670855" y="1294898"/>
                  <a:pt x="1779244" y="1466890"/>
                  <a:pt x="1944102" y="1568451"/>
                </a:cubicBezTo>
                <a:lnTo>
                  <a:pt x="1966302" y="1579440"/>
                </a:lnTo>
                <a:lnTo>
                  <a:pt x="1893033" y="1714740"/>
                </a:lnTo>
                <a:cubicBezTo>
                  <a:pt x="1695844" y="2007294"/>
                  <a:pt x="1361908" y="2199640"/>
                  <a:pt x="983151" y="2199640"/>
                </a:cubicBezTo>
                <a:cubicBezTo>
                  <a:pt x="604394" y="2199640"/>
                  <a:pt x="270459" y="2007294"/>
                  <a:pt x="73269" y="1714740"/>
                </a:cubicBezTo>
                <a:lnTo>
                  <a:pt x="0" y="1579439"/>
                </a:lnTo>
                <a:lnTo>
                  <a:pt x="22200" y="1568451"/>
                </a:lnTo>
                <a:cubicBezTo>
                  <a:pt x="187057" y="1466890"/>
                  <a:pt x="295446" y="1294898"/>
                  <a:pt x="295446" y="1099820"/>
                </a:cubicBezTo>
                <a:cubicBezTo>
                  <a:pt x="295446" y="904743"/>
                  <a:pt x="187057" y="732750"/>
                  <a:pt x="22200" y="631189"/>
                </a:cubicBezTo>
                <a:lnTo>
                  <a:pt x="0" y="620201"/>
                </a:lnTo>
                <a:lnTo>
                  <a:pt x="73269" y="484900"/>
                </a:lnTo>
                <a:cubicBezTo>
                  <a:pt x="270459" y="192346"/>
                  <a:pt x="604394" y="0"/>
                  <a:pt x="983151" y="0"/>
                </a:cubicBezTo>
                <a:close/>
              </a:path>
            </a:pathLst>
          </a:cu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F98D2D3-6302-E349-BE20-D8231077937A}"/>
              </a:ext>
            </a:extLst>
          </p:cNvPr>
          <p:cNvGrpSpPr/>
          <p:nvPr/>
        </p:nvGrpSpPr>
        <p:grpSpPr>
          <a:xfrm>
            <a:off x="10153750" y="634175"/>
            <a:ext cx="1287780" cy="1291590"/>
            <a:chOff x="7688342" y="576301"/>
            <a:chExt cx="1287780" cy="1291590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24F79FE9-7D7D-9F4C-CFDB-66DA8037046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88342" y="576301"/>
              <a:ext cx="1287780" cy="129159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38100" dir="2700000" sx="105000" sy="105000" algn="tl" rotWithShape="0">
                <a:prstClr val="black">
                  <a:alpha val="4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grpSp>
          <p:nvGrpSpPr>
            <p:cNvPr id="11" name="Target">
              <a:extLst>
                <a:ext uri="{FF2B5EF4-FFF2-40B4-BE49-F238E27FC236}">
                  <a16:creationId xmlns:a16="http://schemas.microsoft.com/office/drawing/2014/main" id="{35C1260B-52B8-A9C3-0E70-46F8F8AF9C51}"/>
                </a:ext>
              </a:extLst>
            </p:cNvPr>
            <p:cNvGrpSpPr/>
            <p:nvPr/>
          </p:nvGrpSpPr>
          <p:grpSpPr>
            <a:xfrm>
              <a:off x="7956103" y="770172"/>
              <a:ext cx="839566" cy="848693"/>
              <a:chOff x="7021543" y="3230227"/>
              <a:chExt cx="439248" cy="444023"/>
            </a:xfrm>
            <a:effectLst>
              <a:reflection blurRad="6350" stA="20000" endPos="35000" dir="5400000" sy="-100000" algn="bl" rotWithShape="0"/>
            </a:effectLst>
          </p:grpSpPr>
          <p:sp>
            <p:nvSpPr>
              <p:cNvPr id="12" name="Freeform 56">
                <a:extLst>
                  <a:ext uri="{FF2B5EF4-FFF2-40B4-BE49-F238E27FC236}">
                    <a16:creationId xmlns:a16="http://schemas.microsoft.com/office/drawing/2014/main" id="{810EBA52-B299-BB37-E8FB-0DEEB657207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75017" y="3340994"/>
                <a:ext cx="274053" cy="273098"/>
              </a:xfrm>
              <a:custGeom>
                <a:avLst/>
                <a:gdLst>
                  <a:gd name="T0" fmla="*/ 146 w 159"/>
                  <a:gd name="T1" fmla="*/ 36 h 159"/>
                  <a:gd name="T2" fmla="*/ 136 w 159"/>
                  <a:gd name="T3" fmla="*/ 46 h 159"/>
                  <a:gd name="T4" fmla="*/ 145 w 159"/>
                  <a:gd name="T5" fmla="*/ 80 h 159"/>
                  <a:gd name="T6" fmla="*/ 80 w 159"/>
                  <a:gd name="T7" fmla="*/ 145 h 159"/>
                  <a:gd name="T8" fmla="*/ 14 w 159"/>
                  <a:gd name="T9" fmla="*/ 80 h 159"/>
                  <a:gd name="T10" fmla="*/ 80 w 159"/>
                  <a:gd name="T11" fmla="*/ 14 h 159"/>
                  <a:gd name="T12" fmla="*/ 113 w 159"/>
                  <a:gd name="T13" fmla="*/ 23 h 159"/>
                  <a:gd name="T14" fmla="*/ 123 w 159"/>
                  <a:gd name="T15" fmla="*/ 13 h 159"/>
                  <a:gd name="T16" fmla="*/ 80 w 159"/>
                  <a:gd name="T17" fmla="*/ 0 h 159"/>
                  <a:gd name="T18" fmla="*/ 0 w 159"/>
                  <a:gd name="T19" fmla="*/ 80 h 159"/>
                  <a:gd name="T20" fmla="*/ 80 w 159"/>
                  <a:gd name="T21" fmla="*/ 159 h 159"/>
                  <a:gd name="T22" fmla="*/ 159 w 159"/>
                  <a:gd name="T23" fmla="*/ 80 h 159"/>
                  <a:gd name="T24" fmla="*/ 146 w 159"/>
                  <a:gd name="T25" fmla="*/ 36 h 159"/>
                  <a:gd name="T26" fmla="*/ 80 w 159"/>
                  <a:gd name="T27" fmla="*/ 47 h 159"/>
                  <a:gd name="T28" fmla="*/ 88 w 159"/>
                  <a:gd name="T29" fmla="*/ 48 h 159"/>
                  <a:gd name="T30" fmla="*/ 99 w 159"/>
                  <a:gd name="T31" fmla="*/ 37 h 159"/>
                  <a:gd name="T32" fmla="*/ 80 w 159"/>
                  <a:gd name="T33" fmla="*/ 33 h 159"/>
                  <a:gd name="T34" fmla="*/ 33 w 159"/>
                  <a:gd name="T35" fmla="*/ 80 h 159"/>
                  <a:gd name="T36" fmla="*/ 80 w 159"/>
                  <a:gd name="T37" fmla="*/ 126 h 159"/>
                  <a:gd name="T38" fmla="*/ 126 w 159"/>
                  <a:gd name="T39" fmla="*/ 80 h 159"/>
                  <a:gd name="T40" fmla="*/ 122 w 159"/>
                  <a:gd name="T41" fmla="*/ 60 h 159"/>
                  <a:gd name="T42" fmla="*/ 111 w 159"/>
                  <a:gd name="T43" fmla="*/ 71 h 159"/>
                  <a:gd name="T44" fmla="*/ 112 w 159"/>
                  <a:gd name="T45" fmla="*/ 80 h 159"/>
                  <a:gd name="T46" fmla="*/ 80 w 159"/>
                  <a:gd name="T47" fmla="*/ 112 h 159"/>
                  <a:gd name="T48" fmla="*/ 47 w 159"/>
                  <a:gd name="T49" fmla="*/ 80 h 159"/>
                  <a:gd name="T50" fmla="*/ 80 w 159"/>
                  <a:gd name="T51" fmla="*/ 47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59" h="159">
                    <a:moveTo>
                      <a:pt x="146" y="36"/>
                    </a:moveTo>
                    <a:cubicBezTo>
                      <a:pt x="143" y="39"/>
                      <a:pt x="139" y="43"/>
                      <a:pt x="136" y="46"/>
                    </a:cubicBezTo>
                    <a:cubicBezTo>
                      <a:pt x="141" y="56"/>
                      <a:pt x="145" y="67"/>
                      <a:pt x="145" y="80"/>
                    </a:cubicBezTo>
                    <a:cubicBezTo>
                      <a:pt x="145" y="116"/>
                      <a:pt x="116" y="145"/>
                      <a:pt x="80" y="145"/>
                    </a:cubicBezTo>
                    <a:cubicBezTo>
                      <a:pt x="43" y="145"/>
                      <a:pt x="14" y="116"/>
                      <a:pt x="14" y="80"/>
                    </a:cubicBezTo>
                    <a:cubicBezTo>
                      <a:pt x="14" y="43"/>
                      <a:pt x="43" y="14"/>
                      <a:pt x="80" y="14"/>
                    </a:cubicBezTo>
                    <a:cubicBezTo>
                      <a:pt x="92" y="14"/>
                      <a:pt x="103" y="18"/>
                      <a:pt x="113" y="23"/>
                    </a:cubicBezTo>
                    <a:cubicBezTo>
                      <a:pt x="116" y="20"/>
                      <a:pt x="120" y="17"/>
                      <a:pt x="123" y="13"/>
                    </a:cubicBezTo>
                    <a:cubicBezTo>
                      <a:pt x="111" y="5"/>
                      <a:pt x="96" y="0"/>
                      <a:pt x="80" y="0"/>
                    </a:cubicBezTo>
                    <a:cubicBezTo>
                      <a:pt x="36" y="0"/>
                      <a:pt x="0" y="36"/>
                      <a:pt x="0" y="80"/>
                    </a:cubicBezTo>
                    <a:cubicBezTo>
                      <a:pt x="0" y="124"/>
                      <a:pt x="36" y="159"/>
                      <a:pt x="80" y="159"/>
                    </a:cubicBezTo>
                    <a:cubicBezTo>
                      <a:pt x="123" y="159"/>
                      <a:pt x="159" y="124"/>
                      <a:pt x="159" y="80"/>
                    </a:cubicBezTo>
                    <a:cubicBezTo>
                      <a:pt x="159" y="63"/>
                      <a:pt x="154" y="48"/>
                      <a:pt x="146" y="36"/>
                    </a:cubicBezTo>
                    <a:close/>
                    <a:moveTo>
                      <a:pt x="80" y="47"/>
                    </a:moveTo>
                    <a:cubicBezTo>
                      <a:pt x="83" y="47"/>
                      <a:pt x="85" y="48"/>
                      <a:pt x="88" y="48"/>
                    </a:cubicBezTo>
                    <a:cubicBezTo>
                      <a:pt x="92" y="45"/>
                      <a:pt x="95" y="41"/>
                      <a:pt x="99" y="37"/>
                    </a:cubicBezTo>
                    <a:cubicBezTo>
                      <a:pt x="93" y="35"/>
                      <a:pt x="87" y="33"/>
                      <a:pt x="80" y="33"/>
                    </a:cubicBezTo>
                    <a:cubicBezTo>
                      <a:pt x="54" y="33"/>
                      <a:pt x="33" y="54"/>
                      <a:pt x="33" y="80"/>
                    </a:cubicBezTo>
                    <a:cubicBezTo>
                      <a:pt x="33" y="105"/>
                      <a:pt x="54" y="126"/>
                      <a:pt x="80" y="126"/>
                    </a:cubicBezTo>
                    <a:cubicBezTo>
                      <a:pt x="105" y="126"/>
                      <a:pt x="126" y="105"/>
                      <a:pt x="126" y="80"/>
                    </a:cubicBezTo>
                    <a:cubicBezTo>
                      <a:pt x="126" y="73"/>
                      <a:pt x="125" y="66"/>
                      <a:pt x="122" y="60"/>
                    </a:cubicBezTo>
                    <a:cubicBezTo>
                      <a:pt x="118" y="64"/>
                      <a:pt x="114" y="68"/>
                      <a:pt x="111" y="71"/>
                    </a:cubicBezTo>
                    <a:cubicBezTo>
                      <a:pt x="112" y="74"/>
                      <a:pt x="112" y="77"/>
                      <a:pt x="112" y="80"/>
                    </a:cubicBezTo>
                    <a:cubicBezTo>
                      <a:pt x="112" y="98"/>
                      <a:pt x="97" y="112"/>
                      <a:pt x="80" y="112"/>
                    </a:cubicBezTo>
                    <a:cubicBezTo>
                      <a:pt x="62" y="112"/>
                      <a:pt x="47" y="98"/>
                      <a:pt x="47" y="80"/>
                    </a:cubicBezTo>
                    <a:cubicBezTo>
                      <a:pt x="47" y="62"/>
                      <a:pt x="62" y="47"/>
                      <a:pt x="80" y="4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13" name="Freeform 57">
                <a:extLst>
                  <a:ext uri="{FF2B5EF4-FFF2-40B4-BE49-F238E27FC236}">
                    <a16:creationId xmlns:a16="http://schemas.microsoft.com/office/drawing/2014/main" id="{94474A3C-7F81-F6F8-2B55-5E143CC2FE5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21543" y="3230227"/>
                <a:ext cx="439248" cy="444023"/>
              </a:xfrm>
              <a:custGeom>
                <a:avLst/>
                <a:gdLst>
                  <a:gd name="T0" fmla="*/ 189 w 255"/>
                  <a:gd name="T1" fmla="*/ 89 h 259"/>
                  <a:gd name="T2" fmla="*/ 207 w 255"/>
                  <a:gd name="T3" fmla="*/ 145 h 259"/>
                  <a:gd name="T4" fmla="*/ 111 w 255"/>
                  <a:gd name="T5" fmla="*/ 241 h 259"/>
                  <a:gd name="T6" fmla="*/ 14 w 255"/>
                  <a:gd name="T7" fmla="*/ 145 h 259"/>
                  <a:gd name="T8" fmla="*/ 111 w 255"/>
                  <a:gd name="T9" fmla="*/ 48 h 259"/>
                  <a:gd name="T10" fmla="*/ 166 w 255"/>
                  <a:gd name="T11" fmla="*/ 66 h 259"/>
                  <a:gd name="T12" fmla="*/ 176 w 255"/>
                  <a:gd name="T13" fmla="*/ 56 h 259"/>
                  <a:gd name="T14" fmla="*/ 111 w 255"/>
                  <a:gd name="T15" fmla="*/ 34 h 259"/>
                  <a:gd name="T16" fmla="*/ 0 w 255"/>
                  <a:gd name="T17" fmla="*/ 145 h 259"/>
                  <a:gd name="T18" fmla="*/ 30 w 255"/>
                  <a:gd name="T19" fmla="*/ 220 h 259"/>
                  <a:gd name="T20" fmla="*/ 30 w 255"/>
                  <a:gd name="T21" fmla="*/ 220 h 259"/>
                  <a:gd name="T22" fmla="*/ 30 w 255"/>
                  <a:gd name="T23" fmla="*/ 259 h 259"/>
                  <a:gd name="T24" fmla="*/ 45 w 255"/>
                  <a:gd name="T25" fmla="*/ 259 h 259"/>
                  <a:gd name="T26" fmla="*/ 45 w 255"/>
                  <a:gd name="T27" fmla="*/ 233 h 259"/>
                  <a:gd name="T28" fmla="*/ 111 w 255"/>
                  <a:gd name="T29" fmla="*/ 255 h 259"/>
                  <a:gd name="T30" fmla="*/ 176 w 255"/>
                  <a:gd name="T31" fmla="*/ 233 h 259"/>
                  <a:gd name="T32" fmla="*/ 176 w 255"/>
                  <a:gd name="T33" fmla="*/ 259 h 259"/>
                  <a:gd name="T34" fmla="*/ 191 w 255"/>
                  <a:gd name="T35" fmla="*/ 259 h 259"/>
                  <a:gd name="T36" fmla="*/ 191 w 255"/>
                  <a:gd name="T37" fmla="*/ 220 h 259"/>
                  <a:gd name="T38" fmla="*/ 221 w 255"/>
                  <a:gd name="T39" fmla="*/ 145 h 259"/>
                  <a:gd name="T40" fmla="*/ 199 w 255"/>
                  <a:gd name="T41" fmla="*/ 79 h 259"/>
                  <a:gd name="T42" fmla="*/ 189 w 255"/>
                  <a:gd name="T43" fmla="*/ 89 h 259"/>
                  <a:gd name="T44" fmla="*/ 224 w 255"/>
                  <a:gd name="T45" fmla="*/ 31 h 259"/>
                  <a:gd name="T46" fmla="*/ 224 w 255"/>
                  <a:gd name="T47" fmla="*/ 0 h 259"/>
                  <a:gd name="T48" fmla="*/ 191 w 255"/>
                  <a:gd name="T49" fmla="*/ 34 h 259"/>
                  <a:gd name="T50" fmla="*/ 191 w 255"/>
                  <a:gd name="T51" fmla="*/ 56 h 259"/>
                  <a:gd name="T52" fmla="*/ 109 w 255"/>
                  <a:gd name="T53" fmla="*/ 139 h 259"/>
                  <a:gd name="T54" fmla="*/ 109 w 255"/>
                  <a:gd name="T55" fmla="*/ 147 h 259"/>
                  <a:gd name="T56" fmla="*/ 116 w 255"/>
                  <a:gd name="T57" fmla="*/ 147 h 259"/>
                  <a:gd name="T58" fmla="*/ 199 w 255"/>
                  <a:gd name="T59" fmla="*/ 64 h 259"/>
                  <a:gd name="T60" fmla="*/ 222 w 255"/>
                  <a:gd name="T61" fmla="*/ 64 h 259"/>
                  <a:gd name="T62" fmla="*/ 255 w 255"/>
                  <a:gd name="T63" fmla="*/ 31 h 259"/>
                  <a:gd name="T64" fmla="*/ 224 w 255"/>
                  <a:gd name="T65" fmla="*/ 31 h 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55" h="259">
                    <a:moveTo>
                      <a:pt x="189" y="89"/>
                    </a:moveTo>
                    <a:cubicBezTo>
                      <a:pt x="200" y="105"/>
                      <a:pt x="207" y="124"/>
                      <a:pt x="207" y="145"/>
                    </a:cubicBezTo>
                    <a:cubicBezTo>
                      <a:pt x="207" y="198"/>
                      <a:pt x="164" y="241"/>
                      <a:pt x="111" y="241"/>
                    </a:cubicBezTo>
                    <a:cubicBezTo>
                      <a:pt x="57" y="241"/>
                      <a:pt x="14" y="198"/>
                      <a:pt x="14" y="145"/>
                    </a:cubicBezTo>
                    <a:cubicBezTo>
                      <a:pt x="14" y="91"/>
                      <a:pt x="57" y="48"/>
                      <a:pt x="111" y="48"/>
                    </a:cubicBezTo>
                    <a:cubicBezTo>
                      <a:pt x="131" y="48"/>
                      <a:pt x="150" y="55"/>
                      <a:pt x="166" y="66"/>
                    </a:cubicBezTo>
                    <a:cubicBezTo>
                      <a:pt x="170" y="63"/>
                      <a:pt x="173" y="59"/>
                      <a:pt x="176" y="56"/>
                    </a:cubicBezTo>
                    <a:cubicBezTo>
                      <a:pt x="158" y="43"/>
                      <a:pt x="135" y="34"/>
                      <a:pt x="111" y="34"/>
                    </a:cubicBezTo>
                    <a:cubicBezTo>
                      <a:pt x="50" y="34"/>
                      <a:pt x="0" y="84"/>
                      <a:pt x="0" y="145"/>
                    </a:cubicBezTo>
                    <a:cubicBezTo>
                      <a:pt x="0" y="174"/>
                      <a:pt x="12" y="200"/>
                      <a:pt x="30" y="220"/>
                    </a:cubicBezTo>
                    <a:cubicBezTo>
                      <a:pt x="30" y="220"/>
                      <a:pt x="30" y="220"/>
                      <a:pt x="30" y="220"/>
                    </a:cubicBezTo>
                    <a:cubicBezTo>
                      <a:pt x="30" y="259"/>
                      <a:pt x="30" y="259"/>
                      <a:pt x="30" y="259"/>
                    </a:cubicBezTo>
                    <a:cubicBezTo>
                      <a:pt x="45" y="259"/>
                      <a:pt x="45" y="259"/>
                      <a:pt x="45" y="259"/>
                    </a:cubicBezTo>
                    <a:cubicBezTo>
                      <a:pt x="45" y="233"/>
                      <a:pt x="45" y="233"/>
                      <a:pt x="45" y="233"/>
                    </a:cubicBezTo>
                    <a:cubicBezTo>
                      <a:pt x="63" y="247"/>
                      <a:pt x="86" y="255"/>
                      <a:pt x="111" y="255"/>
                    </a:cubicBezTo>
                    <a:cubicBezTo>
                      <a:pt x="135" y="255"/>
                      <a:pt x="158" y="247"/>
                      <a:pt x="176" y="233"/>
                    </a:cubicBezTo>
                    <a:cubicBezTo>
                      <a:pt x="176" y="259"/>
                      <a:pt x="176" y="259"/>
                      <a:pt x="176" y="259"/>
                    </a:cubicBezTo>
                    <a:cubicBezTo>
                      <a:pt x="191" y="259"/>
                      <a:pt x="191" y="259"/>
                      <a:pt x="191" y="259"/>
                    </a:cubicBezTo>
                    <a:cubicBezTo>
                      <a:pt x="191" y="220"/>
                      <a:pt x="191" y="220"/>
                      <a:pt x="191" y="220"/>
                    </a:cubicBezTo>
                    <a:cubicBezTo>
                      <a:pt x="209" y="200"/>
                      <a:pt x="221" y="174"/>
                      <a:pt x="221" y="145"/>
                    </a:cubicBezTo>
                    <a:cubicBezTo>
                      <a:pt x="221" y="120"/>
                      <a:pt x="213" y="97"/>
                      <a:pt x="199" y="79"/>
                    </a:cubicBezTo>
                    <a:cubicBezTo>
                      <a:pt x="196" y="82"/>
                      <a:pt x="193" y="85"/>
                      <a:pt x="189" y="89"/>
                    </a:cubicBezTo>
                    <a:close/>
                    <a:moveTo>
                      <a:pt x="224" y="31"/>
                    </a:moveTo>
                    <a:cubicBezTo>
                      <a:pt x="224" y="0"/>
                      <a:pt x="224" y="0"/>
                      <a:pt x="224" y="0"/>
                    </a:cubicBezTo>
                    <a:cubicBezTo>
                      <a:pt x="191" y="34"/>
                      <a:pt x="191" y="34"/>
                      <a:pt x="191" y="34"/>
                    </a:cubicBezTo>
                    <a:cubicBezTo>
                      <a:pt x="191" y="56"/>
                      <a:pt x="191" y="56"/>
                      <a:pt x="191" y="56"/>
                    </a:cubicBezTo>
                    <a:cubicBezTo>
                      <a:pt x="109" y="139"/>
                      <a:pt x="109" y="139"/>
                      <a:pt x="109" y="139"/>
                    </a:cubicBezTo>
                    <a:cubicBezTo>
                      <a:pt x="106" y="141"/>
                      <a:pt x="106" y="144"/>
                      <a:pt x="109" y="147"/>
                    </a:cubicBezTo>
                    <a:cubicBezTo>
                      <a:pt x="111" y="149"/>
                      <a:pt x="114" y="149"/>
                      <a:pt x="116" y="147"/>
                    </a:cubicBezTo>
                    <a:cubicBezTo>
                      <a:pt x="199" y="64"/>
                      <a:pt x="199" y="64"/>
                      <a:pt x="199" y="64"/>
                    </a:cubicBezTo>
                    <a:cubicBezTo>
                      <a:pt x="222" y="64"/>
                      <a:pt x="222" y="64"/>
                      <a:pt x="222" y="64"/>
                    </a:cubicBezTo>
                    <a:cubicBezTo>
                      <a:pt x="255" y="31"/>
                      <a:pt x="255" y="31"/>
                      <a:pt x="255" y="31"/>
                    </a:cubicBezTo>
                    <a:lnTo>
                      <a:pt x="224" y="31"/>
                    </a:lnTo>
                    <a:close/>
                  </a:path>
                </a:pathLst>
              </a:custGeom>
              <a:ln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</p:grp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B4823EEB-6C29-C393-CDEC-A62C562F4739}"/>
              </a:ext>
            </a:extLst>
          </p:cNvPr>
          <p:cNvSpPr/>
          <p:nvPr/>
        </p:nvSpPr>
        <p:spPr>
          <a:xfrm>
            <a:off x="367118" y="345113"/>
            <a:ext cx="7661072" cy="1911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70000"/>
              </a:lnSpc>
            </a:pPr>
            <a:r>
              <a:rPr sz="2400">
                <a:latin typeface="IRANYekanXFaNum"/>
              </a:rPr>
              <a:t>تمرین ۲: آیا مجموعه C={3,6} زیرمجموعه مجموعه D={1,2,3,4,5,6} است؟ بررسی کنید.</a:t>
            </a:r>
            <a:endParaRPr lang="en-US" sz="2400" dirty="0"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5E110FF-7878-6B1C-107B-1847276C8D07}"/>
              </a:ext>
            </a:extLst>
          </p:cNvPr>
          <p:cNvSpPr/>
          <p:nvPr/>
        </p:nvSpPr>
        <p:spPr>
          <a:xfrm>
            <a:off x="1466772" y="3529002"/>
            <a:ext cx="2638014" cy="1807036"/>
          </a:xfrm>
          <a:prstGeom prst="rect">
            <a:avLst/>
          </a:prstGeom>
          <a:noFill/>
          <a:ln w="57150">
            <a:extLst>
              <a:ext uri="{C807C97D-BFC1-408E-A445-0C87EB9F89A2}">
                <ask:lineSketchStyleProps xmlns:ask="http://schemas.microsoft.com/office/drawing/2018/sketchyshapes" sd="3063210888">
                  <a:custGeom>
                    <a:avLst/>
                    <a:gdLst>
                      <a:gd name="connsiteX0" fmla="*/ 0 w 3240000"/>
                      <a:gd name="connsiteY0" fmla="*/ 0 h 2160000"/>
                      <a:gd name="connsiteX1" fmla="*/ 3240000 w 3240000"/>
                      <a:gd name="connsiteY1" fmla="*/ 0 h 2160000"/>
                      <a:gd name="connsiteX2" fmla="*/ 3240000 w 3240000"/>
                      <a:gd name="connsiteY2" fmla="*/ 2160000 h 2160000"/>
                      <a:gd name="connsiteX3" fmla="*/ 0 w 3240000"/>
                      <a:gd name="connsiteY3" fmla="*/ 2160000 h 2160000"/>
                      <a:gd name="connsiteX4" fmla="*/ 0 w 3240000"/>
                      <a:gd name="connsiteY4" fmla="*/ 0 h 2160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3240000" h="2160000" extrusionOk="0">
                        <a:moveTo>
                          <a:pt x="0" y="0"/>
                        </a:moveTo>
                        <a:cubicBezTo>
                          <a:pt x="1418711" y="17799"/>
                          <a:pt x="2123696" y="28214"/>
                          <a:pt x="3240000" y="0"/>
                        </a:cubicBezTo>
                        <a:cubicBezTo>
                          <a:pt x="3201431" y="714417"/>
                          <a:pt x="3301011" y="1520226"/>
                          <a:pt x="3240000" y="2160000"/>
                        </a:cubicBezTo>
                        <a:cubicBezTo>
                          <a:pt x="2782179" y="2323363"/>
                          <a:pt x="1126580" y="2152031"/>
                          <a:pt x="0" y="2160000"/>
                        </a:cubicBezTo>
                        <a:cubicBezTo>
                          <a:pt x="147673" y="1567315"/>
                          <a:pt x="-116920" y="905731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4EE284D-D101-36BC-713B-E7F8BF4053B3}"/>
              </a:ext>
            </a:extLst>
          </p:cNvPr>
          <p:cNvSpPr/>
          <p:nvPr/>
        </p:nvSpPr>
        <p:spPr>
          <a:xfrm>
            <a:off x="904829" y="3032475"/>
            <a:ext cx="3790252" cy="2816782"/>
          </a:xfrm>
          <a:prstGeom prst="rect">
            <a:avLst/>
          </a:prstGeom>
          <a:noFill/>
          <a:ln w="57150">
            <a:solidFill>
              <a:srgbClr val="92D050"/>
            </a:solidFill>
            <a:prstDash val="dash"/>
            <a:extLst>
              <a:ext uri="{C807C97D-BFC1-408E-A445-0C87EB9F89A2}">
                <ask:lineSketchStyleProps xmlns:ask="http://schemas.microsoft.com/office/drawing/2018/sketchyshapes" sd="3063210888">
                  <a:custGeom>
                    <a:avLst/>
                    <a:gdLst>
                      <a:gd name="connsiteX0" fmla="*/ 0 w 3240000"/>
                      <a:gd name="connsiteY0" fmla="*/ 0 h 2160000"/>
                      <a:gd name="connsiteX1" fmla="*/ 3240000 w 3240000"/>
                      <a:gd name="connsiteY1" fmla="*/ 0 h 2160000"/>
                      <a:gd name="connsiteX2" fmla="*/ 3240000 w 3240000"/>
                      <a:gd name="connsiteY2" fmla="*/ 2160000 h 2160000"/>
                      <a:gd name="connsiteX3" fmla="*/ 0 w 3240000"/>
                      <a:gd name="connsiteY3" fmla="*/ 2160000 h 2160000"/>
                      <a:gd name="connsiteX4" fmla="*/ 0 w 3240000"/>
                      <a:gd name="connsiteY4" fmla="*/ 0 h 2160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3240000" h="2160000" extrusionOk="0">
                        <a:moveTo>
                          <a:pt x="0" y="0"/>
                        </a:moveTo>
                        <a:cubicBezTo>
                          <a:pt x="1418711" y="17799"/>
                          <a:pt x="2123696" y="28214"/>
                          <a:pt x="3240000" y="0"/>
                        </a:cubicBezTo>
                        <a:cubicBezTo>
                          <a:pt x="3201431" y="714417"/>
                          <a:pt x="3301011" y="1520226"/>
                          <a:pt x="3240000" y="2160000"/>
                        </a:cubicBezTo>
                        <a:cubicBezTo>
                          <a:pt x="2782179" y="2323363"/>
                          <a:pt x="1126580" y="2152031"/>
                          <a:pt x="0" y="2160000"/>
                        </a:cubicBezTo>
                        <a:cubicBezTo>
                          <a:pt x="147673" y="1567315"/>
                          <a:pt x="-116920" y="905731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2913CE9-3F7B-C89C-EC6A-2F67F9D6936E}"/>
              </a:ext>
            </a:extLst>
          </p:cNvPr>
          <p:cNvSpPr txBox="1"/>
          <p:nvPr/>
        </p:nvSpPr>
        <p:spPr>
          <a:xfrm>
            <a:off x="1587465" y="4256200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>
                <a:solidFill>
                  <a:srgbClr val="C00000"/>
                </a:solidFill>
                <a:latin typeface="IRANYekanXVFaNum DemiBold"/>
              </a:rPr>
              <a:t>C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8C6D775-665F-5563-B3BC-1B7CF6D77F05}"/>
              </a:ext>
            </a:extLst>
          </p:cNvPr>
          <p:cNvSpPr txBox="1"/>
          <p:nvPr/>
        </p:nvSpPr>
        <p:spPr>
          <a:xfrm>
            <a:off x="4233844" y="3599863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>
                <a:solidFill>
                  <a:srgbClr val="C00000"/>
                </a:solidFill>
                <a:latin typeface="IRANYekanXVFaNum DemiBold"/>
              </a:rPr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6AA3224-E579-5B4C-34D9-4BF6C038978D}"/>
              </a:ext>
            </a:extLst>
          </p:cNvPr>
          <p:cNvSpPr txBox="1"/>
          <p:nvPr/>
        </p:nvSpPr>
        <p:spPr>
          <a:xfrm>
            <a:off x="982908" y="3588081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>
                <a:solidFill>
                  <a:srgbClr val="C00000"/>
                </a:solidFill>
                <a:latin typeface="IRANYekanXVFaNum DemiBold"/>
              </a:rPr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015DF41-902D-718F-5A86-DF3F913131C8}"/>
              </a:ext>
            </a:extLst>
          </p:cNvPr>
          <p:cNvSpPr txBox="1"/>
          <p:nvPr/>
        </p:nvSpPr>
        <p:spPr>
          <a:xfrm>
            <a:off x="1544551" y="3116766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>
                <a:solidFill>
                  <a:srgbClr val="C00000"/>
                </a:solidFill>
                <a:latin typeface="IRANYekanXVFaNum DemiBold"/>
              </a:rPr>
              <a:t>⊆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834E384-AD15-5F77-C144-72E235BAF20A}"/>
              </a:ext>
            </a:extLst>
          </p:cNvPr>
          <p:cNvSpPr txBox="1"/>
          <p:nvPr/>
        </p:nvSpPr>
        <p:spPr>
          <a:xfrm>
            <a:off x="1521186" y="5421847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>
                <a:solidFill>
                  <a:srgbClr val="C00000"/>
                </a:solidFill>
                <a:latin typeface="IRANYekanXVFaNum DemiBold"/>
              </a:rPr>
              <a:t>D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05BCD36-C68C-A4FE-30BD-B9F1C88B602D}"/>
              </a:ext>
            </a:extLst>
          </p:cNvPr>
          <p:cNvCxnSpPr>
            <a:cxnSpLocks/>
          </p:cNvCxnSpPr>
          <p:nvPr/>
        </p:nvCxnSpPr>
        <p:spPr>
          <a:xfrm>
            <a:off x="4161144" y="3529002"/>
            <a:ext cx="4353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65C6602-E16F-B011-C093-4343C6996AA6}"/>
              </a:ext>
            </a:extLst>
          </p:cNvPr>
          <p:cNvCxnSpPr>
            <a:cxnSpLocks/>
          </p:cNvCxnSpPr>
          <p:nvPr/>
        </p:nvCxnSpPr>
        <p:spPr>
          <a:xfrm>
            <a:off x="982908" y="3529002"/>
            <a:ext cx="42820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B385142-7BDF-0C43-34A8-5B52FFA5D2BA}"/>
              </a:ext>
            </a:extLst>
          </p:cNvPr>
          <p:cNvCxnSpPr>
            <a:cxnSpLocks/>
          </p:cNvCxnSpPr>
          <p:nvPr/>
        </p:nvCxnSpPr>
        <p:spPr>
          <a:xfrm>
            <a:off x="1466772" y="3116766"/>
            <a:ext cx="0" cy="3122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8A602CD-98E0-50D0-8706-B56519D8F29B}"/>
              </a:ext>
            </a:extLst>
          </p:cNvPr>
          <p:cNvCxnSpPr>
            <a:cxnSpLocks/>
          </p:cNvCxnSpPr>
          <p:nvPr/>
        </p:nvCxnSpPr>
        <p:spPr>
          <a:xfrm>
            <a:off x="1466772" y="5421847"/>
            <a:ext cx="0" cy="3122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921B3F4E-7DB2-EE92-A1FE-E719E97293CA}"/>
              </a:ext>
            </a:extLst>
          </p:cNvPr>
          <p:cNvSpPr txBox="1"/>
          <p:nvPr/>
        </p:nvSpPr>
        <p:spPr>
          <a:xfrm>
            <a:off x="1588538" y="2627620"/>
            <a:ext cx="2242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>
                <a:solidFill>
                  <a:srgbClr val="C00000"/>
                </a:solidFill>
                <a:latin typeface="IRANYekanXVFaNum DemiBold"/>
              </a:rPr>
              <a:t>3, 6 ∈ D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2C658DE-974C-0C5C-3F9C-926CA1FFBDA3}"/>
              </a:ext>
            </a:extLst>
          </p:cNvPr>
          <p:cNvSpPr/>
          <p:nvPr/>
        </p:nvSpPr>
        <p:spPr>
          <a:xfrm>
            <a:off x="4311816" y="2647948"/>
            <a:ext cx="2842415" cy="655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70000"/>
              </a:lnSpc>
            </a:pPr>
            <a:r>
              <a:rPr sz="2400">
                <a:solidFill>
                  <a:srgbClr val="6699FF"/>
                </a:solidFill>
                <a:latin typeface="IRANYekanXFaNum"/>
              </a:rPr>
              <a:t>بررسی زیرمجموعه</a:t>
            </a:r>
            <a:endParaRPr lang="en-US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606030F9-7AFE-AF97-17A9-4064515B0F07}"/>
                  </a:ext>
                </a:extLst>
              </p:cNvPr>
              <p:cNvSpPr/>
              <p:nvPr/>
            </p:nvSpPr>
            <p:spPr>
              <a:xfrm>
                <a:off x="6955988" y="2539840"/>
                <a:ext cx="2662019" cy="9142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7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a-IR" sz="2800" b="0" i="1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=</m:t>
                      </m:r>
                      <m:r>
                        <a:rPr lang="fa-IR" sz="2800" b="0" i="1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طول</m:t>
                      </m:r>
                      <m:r>
                        <a:rPr lang="fa-IR" sz="2800" b="0" i="1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×</m:t>
                      </m:r>
                      <m:r>
                        <a:rPr lang="fa-IR" sz="2800" b="0" i="1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عرض</m:t>
                      </m:r>
                    </m:oMath>
                  </m:oMathPara>
                </a14:m>
                <a:endParaRPr lang="en-US" sz="2800" dirty="0">
                  <a:solidFill>
                    <a:srgbClr val="6699FF"/>
                  </a:solidFill>
                  <a:latin typeface="IRANYekanXFaNum" pitchFamily="2" charset="-78"/>
                  <a:cs typeface="IRANYekanXFaNum" pitchFamily="2" charset="-78"/>
                </a:endParaRPr>
              </a:p>
            </p:txBody>
          </p:sp>
        </mc:Choice>
        <mc:Fallback xmlns="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606030F9-7AFE-AF97-17A9-4064515B0F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5988" y="2539840"/>
                <a:ext cx="2662019" cy="9142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Rectangle 35">
            <a:extLst>
              <a:ext uri="{FF2B5EF4-FFF2-40B4-BE49-F238E27FC236}">
                <a16:creationId xmlns:a16="http://schemas.microsoft.com/office/drawing/2014/main" id="{DFF5C03A-5F35-7242-DA2D-9D627414455B}"/>
              </a:ext>
            </a:extLst>
          </p:cNvPr>
          <p:cNvSpPr/>
          <p:nvPr/>
        </p:nvSpPr>
        <p:spPr>
          <a:xfrm>
            <a:off x="7021297" y="3327177"/>
            <a:ext cx="2662019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70000"/>
              </a:lnSpc>
            </a:pPr>
            <a:r>
              <a:rPr sz="2800">
                <a:solidFill>
                  <a:srgbClr val="6699FF"/>
                </a:solidFill>
                <a:latin typeface="IRANYekanXFaNum"/>
              </a:rPr>
              <a:t>C ⊆ D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AF46028-9B62-F7C4-E423-95AD75FC43F1}"/>
              </a:ext>
            </a:extLst>
          </p:cNvPr>
          <p:cNvSpPr/>
          <p:nvPr/>
        </p:nvSpPr>
        <p:spPr>
          <a:xfrm>
            <a:off x="7021297" y="4076076"/>
            <a:ext cx="2662019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70000"/>
              </a:lnSpc>
            </a:pPr>
            <a:r>
              <a:rPr sz="2800">
                <a:solidFill>
                  <a:srgbClr val="6699FF"/>
                </a:solidFill>
                <a:latin typeface="IRANYekanXFaNum"/>
              </a:rPr>
              <a:t>صحیح است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934A571-4FDB-50ED-7666-028B87158B05}"/>
              </a:ext>
            </a:extLst>
          </p:cNvPr>
          <p:cNvSpPr/>
          <p:nvPr/>
        </p:nvSpPr>
        <p:spPr>
          <a:xfrm>
            <a:off x="5554707" y="4766283"/>
            <a:ext cx="3884428" cy="655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70000"/>
              </a:lnSpc>
            </a:pPr>
            <a:r>
              <a:rPr sz="2400">
                <a:solidFill>
                  <a:srgbClr val="6699FF"/>
                </a:solidFill>
                <a:latin typeface="IRANYekanXFaNum"/>
              </a:rPr>
              <a:t>بله، چون تمام اعضای C در مجموعه D وجود دارند.</a:t>
            </a:r>
            <a:endParaRPr lang="en-US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507CD5E3-EE28-946F-CDAF-B2B6965F4B63}"/>
              </a:ext>
            </a:extLst>
          </p:cNvPr>
          <p:cNvGrpSpPr/>
          <p:nvPr/>
        </p:nvGrpSpPr>
        <p:grpSpPr>
          <a:xfrm>
            <a:off x="8023798" y="398416"/>
            <a:ext cx="1281578" cy="1459765"/>
            <a:chOff x="8023798" y="398416"/>
            <a:chExt cx="1281578" cy="1459765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4CBA0B7E-6D6E-49BE-96C9-147E11BC52F5}"/>
                </a:ext>
              </a:extLst>
            </p:cNvPr>
            <p:cNvGrpSpPr/>
            <p:nvPr/>
          </p:nvGrpSpPr>
          <p:grpSpPr>
            <a:xfrm>
              <a:off x="8023798" y="634175"/>
              <a:ext cx="1281578" cy="1224006"/>
              <a:chOff x="2026995" y="1759447"/>
              <a:chExt cx="1281578" cy="1224006"/>
            </a:xfrm>
          </p:grpSpPr>
          <p:grpSp>
            <p:nvGrpSpPr>
              <p:cNvPr id="51" name="Circle B">
                <a:extLst>
                  <a:ext uri="{FF2B5EF4-FFF2-40B4-BE49-F238E27FC236}">
                    <a16:creationId xmlns:a16="http://schemas.microsoft.com/office/drawing/2014/main" id="{C6228CE0-C60C-04B7-4D80-379BF868D6DF}"/>
                  </a:ext>
                </a:extLst>
              </p:cNvPr>
              <p:cNvGrpSpPr/>
              <p:nvPr/>
            </p:nvGrpSpPr>
            <p:grpSpPr>
              <a:xfrm>
                <a:off x="2050416" y="1759447"/>
                <a:ext cx="1229054" cy="1224006"/>
                <a:chOff x="3731763" y="2289353"/>
                <a:chExt cx="1341438" cy="1335925"/>
              </a:xfrm>
            </p:grpSpPr>
            <p:sp>
              <p:nvSpPr>
                <p:cNvPr id="53" name="Oval 73">
                  <a:extLst>
                    <a:ext uri="{FF2B5EF4-FFF2-40B4-BE49-F238E27FC236}">
                      <a16:creationId xmlns:a16="http://schemas.microsoft.com/office/drawing/2014/main" id="{EB87D2A8-BF48-5BAC-61FF-197C8C36A97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31763" y="2289353"/>
                  <a:ext cx="1341438" cy="1335925"/>
                </a:xfrm>
                <a:prstGeom prst="ellipse">
                  <a:avLst/>
                </a:prstGeom>
                <a:gradFill flip="none" rotWithShape="1">
                  <a:gsLst>
                    <a:gs pos="20000">
                      <a:srgbClr val="FFFFFF"/>
                    </a:gs>
                    <a:gs pos="100000">
                      <a:srgbClr val="DAD9D9"/>
                    </a:gs>
                  </a:gsLst>
                  <a:lin ang="2700000" scaled="1"/>
                  <a:tileRect/>
                </a:gradFill>
                <a:ln>
                  <a:noFill/>
                </a:ln>
                <a:effectLst>
                  <a:outerShdw blurRad="381000" dist="177800" dir="2700000" algn="tl" rotWithShape="0">
                    <a:prstClr val="black">
                      <a:alpha val="70000"/>
                    </a:prstClr>
                  </a:outer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350" dirty="0">
                    <a:latin typeface="Lato" panose="020F0502020204030203" pitchFamily="34" charset="0"/>
                  </a:endParaRPr>
                </a:p>
              </p:txBody>
            </p:sp>
            <p:pic>
              <p:nvPicPr>
                <p:cNvPr id="54" name="Texture">
                  <a:extLst>
                    <a:ext uri="{FF2B5EF4-FFF2-40B4-BE49-F238E27FC236}">
                      <a16:creationId xmlns:a16="http://schemas.microsoft.com/office/drawing/2014/main" id="{AD1A8C38-D21A-5651-0846-3786F6DE5F1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840103" y="2392141"/>
                  <a:ext cx="1187212" cy="1187213"/>
                </a:xfrm>
                <a:prstGeom prst="rect">
                  <a:avLst/>
                </a:prstGeom>
              </p:spPr>
            </p:pic>
          </p:grpSp>
          <p:sp>
            <p:nvSpPr>
              <p:cNvPr id="52" name="B">
                <a:extLst>
                  <a:ext uri="{FF2B5EF4-FFF2-40B4-BE49-F238E27FC236}">
                    <a16:creationId xmlns:a16="http://schemas.microsoft.com/office/drawing/2014/main" id="{388BD527-42CA-D979-B8BF-FF29DF29B2A3}"/>
                  </a:ext>
                </a:extLst>
              </p:cNvPr>
              <p:cNvSpPr txBox="1"/>
              <p:nvPr/>
            </p:nvSpPr>
            <p:spPr>
              <a:xfrm>
                <a:off x="2026995" y="2103813"/>
                <a:ext cx="128157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3600">
                    <a:solidFill>
                      <a:srgbClr val="FF0000"/>
                    </a:solidFill>
                    <a:latin typeface="IRANYekanXFaNum Heavy" pitchFamily="2" charset="-78"/>
                    <a:ea typeface="Roboto Condensed" panose="02000000000000000000" pitchFamily="2" charset="0"/>
                    <a:cs typeface="IRANYekanXFaNum Heavy" pitchFamily="2" charset="-78"/>
                  </a:defRPr>
                </a:lvl1pPr>
              </a:lstStyle>
              <a:p>
                <a:r>
                  <a:rPr lang="fa-I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مثال</a:t>
                </a:r>
                <a:endParaRPr lang="ru-RU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  <p:sp>
          <p:nvSpPr>
            <p:cNvPr id="50" name="A">
              <a:extLst>
                <a:ext uri="{FF2B5EF4-FFF2-40B4-BE49-F238E27FC236}">
                  <a16:creationId xmlns:a16="http://schemas.microsoft.com/office/drawing/2014/main" id="{BDF42983-0102-F3B5-846E-BEEB4A570B79}"/>
                </a:ext>
              </a:extLst>
            </p:cNvPr>
            <p:cNvSpPr txBox="1"/>
            <p:nvPr/>
          </p:nvSpPr>
          <p:spPr>
            <a:xfrm>
              <a:off x="8116228" y="398416"/>
              <a:ext cx="266863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a-IR" sz="60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IRANYekanXFaNum Heavy" pitchFamily="2" charset="-78"/>
                  <a:ea typeface="Roboto Condensed" panose="02000000000000000000" pitchFamily="2" charset="0"/>
                  <a:cs typeface="IRANYekanXFaNum Heavy" pitchFamily="2" charset="-78"/>
                </a:rPr>
                <a:t>2</a:t>
              </a:r>
              <a:endParaRPr lang="ru-RU" sz="6000" b="1" dirty="0">
                <a:ln w="13462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  <a:cs typeface="IRANYekanXFaNum Heavy" pitchFamily="2" charset="-78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615FEF29-8C8A-65DF-2AF6-8E77F2970E3E}"/>
              </a:ext>
            </a:extLst>
          </p:cNvPr>
          <p:cNvSpPr txBox="1"/>
          <p:nvPr/>
        </p:nvSpPr>
        <p:spPr>
          <a:xfrm>
            <a:off x="4750736" y="4068641"/>
            <a:ext cx="12390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>
                <a:solidFill>
                  <a:srgbClr val="C00000"/>
                </a:solidFill>
                <a:latin typeface="IRANYekanXVFaNum DemiBold"/>
              </a:rPr>
              <a:t>C = {3, 6}</a:t>
            </a:r>
          </a:p>
          <a:p>
            <a:pPr algn="r"/>
            <a:r>
              <a:rPr>
                <a:solidFill>
                  <a:srgbClr val="C00000"/>
                </a:solidFill>
                <a:latin typeface="IRANYekanXVFaNum DemiBold"/>
              </a:rPr>
              <a:t>D = {1..6}</a:t>
            </a:r>
          </a:p>
        </p:txBody>
      </p:sp>
    </p:spTree>
    <p:extLst>
      <p:ext uri="{BB962C8B-B14F-4D97-AF65-F5344CB8AC3E}">
        <p14:creationId xmlns:p14="http://schemas.microsoft.com/office/powerpoint/2010/main" val="33592572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10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4" grpId="0" build="allAtOnce"/>
      <p:bldP spid="36" grpId="0" build="allAtOnce"/>
      <p:bldP spid="38" grpId="0" build="allAtOnce"/>
      <p:bldP spid="40" grpId="0" build="allAtOnce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973C8-ABF3-0C0F-AF45-D12D0D82F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 75">
            <a:extLst>
              <a:ext uri="{FF2B5EF4-FFF2-40B4-BE49-F238E27FC236}">
                <a16:creationId xmlns:a16="http://schemas.microsoft.com/office/drawing/2014/main" id="{DC2C21AB-F4D4-5DEB-5044-DEFFF8B2BC5A}"/>
              </a:ext>
            </a:extLst>
          </p:cNvPr>
          <p:cNvSpPr/>
          <p:nvPr/>
        </p:nvSpPr>
        <p:spPr>
          <a:xfrm>
            <a:off x="6249575" y="2989923"/>
            <a:ext cx="1671079" cy="1704009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96B1A71-1B7D-D2BC-98E1-B32336A6EBFE}"/>
              </a:ext>
            </a:extLst>
          </p:cNvPr>
          <p:cNvSpPr/>
          <p:nvPr/>
        </p:nvSpPr>
        <p:spPr>
          <a:xfrm>
            <a:off x="2880471" y="2989923"/>
            <a:ext cx="1671079" cy="2236125"/>
          </a:xfrm>
          <a:prstGeom prst="rect">
            <a:avLst/>
          </a:prstGeom>
          <a:solidFill>
            <a:srgbClr val="92D050">
              <a:alpha val="50000"/>
            </a:srgb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01AD378E-782F-65E4-6018-485103881B42}"/>
              </a:ext>
            </a:extLst>
          </p:cNvPr>
          <p:cNvSpPr/>
          <p:nvPr/>
        </p:nvSpPr>
        <p:spPr>
          <a:xfrm>
            <a:off x="4551550" y="2989923"/>
            <a:ext cx="1671079" cy="2236125"/>
          </a:xfrm>
          <a:prstGeom prst="rect">
            <a:avLst/>
          </a:pr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85E09B2-06B3-C89B-10DA-73D81864DCEE}"/>
              </a:ext>
            </a:extLst>
          </p:cNvPr>
          <p:cNvSpPr/>
          <p:nvPr/>
        </p:nvSpPr>
        <p:spPr>
          <a:xfrm>
            <a:off x="215642" y="111756"/>
            <a:ext cx="8632177" cy="2168800"/>
          </a:xfrm>
          <a:prstGeom prst="roundRect">
            <a:avLst>
              <a:gd name="adj" fmla="val 34686"/>
            </a:avLst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DZ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30E0315-878C-5B93-5A57-84CA42B924F0}"/>
              </a:ext>
            </a:extLst>
          </p:cNvPr>
          <p:cNvGrpSpPr/>
          <p:nvPr/>
        </p:nvGrpSpPr>
        <p:grpSpPr>
          <a:xfrm rot="5400000">
            <a:off x="9079518" y="755454"/>
            <a:ext cx="1666266" cy="993876"/>
            <a:chOff x="5263043" y="3924314"/>
            <a:chExt cx="1666266" cy="993876"/>
          </a:xfrm>
        </p:grpSpPr>
        <p:sp>
          <p:nvSpPr>
            <p:cNvPr id="22" name="Arc 111">
              <a:extLst>
                <a:ext uri="{FF2B5EF4-FFF2-40B4-BE49-F238E27FC236}">
                  <a16:creationId xmlns:a16="http://schemas.microsoft.com/office/drawing/2014/main" id="{3A7497F8-18F5-6781-C6FF-F7581717E4E6}"/>
                </a:ext>
              </a:extLst>
            </p:cNvPr>
            <p:cNvSpPr>
              <a:spLocks/>
            </p:cNvSpPr>
            <p:nvPr/>
          </p:nvSpPr>
          <p:spPr>
            <a:xfrm rot="7125828">
              <a:off x="5634265" y="3553092"/>
              <a:ext cx="923822" cy="1666266"/>
            </a:xfrm>
            <a:custGeom>
              <a:avLst/>
              <a:gdLst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2" fmla="*/ 1568256 w 3136511"/>
                <a:gd name="connsiteY2" fmla="*/ 1874520 h 3749040"/>
                <a:gd name="connsiteX3" fmla="*/ 2026459 w 3136511"/>
                <a:gd name="connsiteY3" fmla="*/ 81794 h 3749040"/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8203 w 1568259"/>
                <a:gd name="connsiteY0" fmla="*/ 0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026135"/>
                <a:gd name="connsiteY0" fmla="*/ 0 h 1776354"/>
                <a:gd name="connsiteX1" fmla="*/ 1026135 w 1026135"/>
                <a:gd name="connsiteY1" fmla="*/ 1776354 h 1776354"/>
                <a:gd name="connsiteX2" fmla="*/ 0 w 1026135"/>
                <a:gd name="connsiteY2" fmla="*/ 1191335 h 1776354"/>
                <a:gd name="connsiteX3" fmla="*/ 27726 w 1026135"/>
                <a:gd name="connsiteY3" fmla="*/ 0 h 1776354"/>
                <a:gd name="connsiteX0" fmla="*/ 20520 w 1026135"/>
                <a:gd name="connsiteY0" fmla="*/ 34379 h 1776354"/>
                <a:gd name="connsiteX1" fmla="*/ 884205 w 1026135"/>
                <a:gd name="connsiteY1" fmla="*/ 1632603 h 1776354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23822" h="1666266" stroke="0" extrusionOk="0">
                  <a:moveTo>
                    <a:pt x="27726" y="0"/>
                  </a:moveTo>
                  <a:cubicBezTo>
                    <a:pt x="1059256" y="699389"/>
                    <a:pt x="841732" y="475354"/>
                    <a:pt x="917895" y="1666266"/>
                  </a:cubicBezTo>
                  <a:lnTo>
                    <a:pt x="0" y="1191335"/>
                  </a:lnTo>
                  <a:lnTo>
                    <a:pt x="27726" y="0"/>
                  </a:lnTo>
                  <a:close/>
                </a:path>
                <a:path w="923822" h="1666266" fill="none">
                  <a:moveTo>
                    <a:pt x="20520" y="34379"/>
                  </a:moveTo>
                  <a:cubicBezTo>
                    <a:pt x="787091" y="294637"/>
                    <a:pt x="1028502" y="898728"/>
                    <a:pt x="884205" y="1632603"/>
                  </a:cubicBezTo>
                </a:path>
              </a:pathLst>
            </a:custGeom>
            <a:ln w="28575" cap="rnd">
              <a:solidFill>
                <a:srgbClr val="767B7B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13C83EAA-2B55-B984-2EFC-5323D83D75A5}"/>
                </a:ext>
              </a:extLst>
            </p:cNvPr>
            <p:cNvSpPr/>
            <p:nvPr/>
          </p:nvSpPr>
          <p:spPr>
            <a:xfrm>
              <a:off x="6020181" y="4749058"/>
              <a:ext cx="200440" cy="169132"/>
            </a:xfrm>
            <a:custGeom>
              <a:avLst/>
              <a:gdLst>
                <a:gd name="connsiteX0" fmla="*/ 28037 w 200440"/>
                <a:gd name="connsiteY0" fmla="*/ 0 h 169132"/>
                <a:gd name="connsiteX1" fmla="*/ 44586 w 200440"/>
                <a:gd name="connsiteY1" fmla="*/ 1769 h 169132"/>
                <a:gd name="connsiteX2" fmla="*/ 166182 w 200440"/>
                <a:gd name="connsiteY2" fmla="*/ 789 h 169132"/>
                <a:gd name="connsiteX3" fmla="*/ 172411 w 200440"/>
                <a:gd name="connsiteY3" fmla="*/ 11 h 169132"/>
                <a:gd name="connsiteX4" fmla="*/ 192564 w 200440"/>
                <a:gd name="connsiteY4" fmla="*/ 29902 h 169132"/>
                <a:gd name="connsiteX5" fmla="*/ 200440 w 200440"/>
                <a:gd name="connsiteY5" fmla="*/ 68912 h 169132"/>
                <a:gd name="connsiteX6" fmla="*/ 100220 w 200440"/>
                <a:gd name="connsiteY6" fmla="*/ 169132 h 169132"/>
                <a:gd name="connsiteX7" fmla="*/ 0 w 200440"/>
                <a:gd name="connsiteY7" fmla="*/ 68912 h 169132"/>
                <a:gd name="connsiteX8" fmla="*/ 7876 w 200440"/>
                <a:gd name="connsiteY8" fmla="*/ 29902 h 169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0440" h="169132">
                  <a:moveTo>
                    <a:pt x="28037" y="0"/>
                  </a:moveTo>
                  <a:lnTo>
                    <a:pt x="44586" y="1769"/>
                  </a:lnTo>
                  <a:cubicBezTo>
                    <a:pt x="84217" y="3762"/>
                    <a:pt x="124733" y="3518"/>
                    <a:pt x="166182" y="789"/>
                  </a:cubicBezTo>
                  <a:lnTo>
                    <a:pt x="172411" y="11"/>
                  </a:lnTo>
                  <a:lnTo>
                    <a:pt x="192564" y="29902"/>
                  </a:lnTo>
                  <a:cubicBezTo>
                    <a:pt x="197636" y="41892"/>
                    <a:pt x="200440" y="55075"/>
                    <a:pt x="200440" y="68912"/>
                  </a:cubicBezTo>
                  <a:cubicBezTo>
                    <a:pt x="200440" y="124262"/>
                    <a:pt x="155570" y="169132"/>
                    <a:pt x="100220" y="169132"/>
                  </a:cubicBezTo>
                  <a:cubicBezTo>
                    <a:pt x="44870" y="169132"/>
                    <a:pt x="0" y="124262"/>
                    <a:pt x="0" y="68912"/>
                  </a:cubicBezTo>
                  <a:cubicBezTo>
                    <a:pt x="0" y="55075"/>
                    <a:pt x="2805" y="41892"/>
                    <a:pt x="7876" y="29902"/>
                  </a:cubicBezTo>
                  <a:close/>
                </a:path>
              </a:pathLst>
            </a:custGeom>
            <a:solidFill>
              <a:srgbClr val="767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E49B815-B47E-C5B2-F4D8-2EFF33EDFCD7}"/>
              </a:ext>
            </a:extLst>
          </p:cNvPr>
          <p:cNvSpPr/>
          <p:nvPr/>
        </p:nvSpPr>
        <p:spPr>
          <a:xfrm>
            <a:off x="11529568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8F369DB-265C-B32C-7618-C94F37CD3FD0}"/>
              </a:ext>
            </a:extLst>
          </p:cNvPr>
          <p:cNvSpPr/>
          <p:nvPr/>
        </p:nvSpPr>
        <p:spPr>
          <a:xfrm flipH="1">
            <a:off x="9683316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06EA4A30-8885-E74A-C330-D5A0DE27B193}"/>
              </a:ext>
            </a:extLst>
          </p:cNvPr>
          <p:cNvSpPr>
            <a:spLocks noChangeAspect="1"/>
          </p:cNvSpPr>
          <p:nvPr/>
        </p:nvSpPr>
        <p:spPr>
          <a:xfrm>
            <a:off x="9802197" y="163553"/>
            <a:ext cx="1966302" cy="2199640"/>
          </a:xfrm>
          <a:custGeom>
            <a:avLst/>
            <a:gdLst>
              <a:gd name="connsiteX0" fmla="*/ 983151 w 1966302"/>
              <a:gd name="connsiteY0" fmla="*/ 0 h 2199640"/>
              <a:gd name="connsiteX1" fmla="*/ 1893033 w 1966302"/>
              <a:gd name="connsiteY1" fmla="*/ 484900 h 2199640"/>
              <a:gd name="connsiteX2" fmla="*/ 1966302 w 1966302"/>
              <a:gd name="connsiteY2" fmla="*/ 620201 h 2199640"/>
              <a:gd name="connsiteX3" fmla="*/ 1944102 w 1966302"/>
              <a:gd name="connsiteY3" fmla="*/ 631189 h 2199640"/>
              <a:gd name="connsiteX4" fmla="*/ 1670855 w 1966302"/>
              <a:gd name="connsiteY4" fmla="*/ 1099820 h 2199640"/>
              <a:gd name="connsiteX5" fmla="*/ 1944102 w 1966302"/>
              <a:gd name="connsiteY5" fmla="*/ 1568451 h 2199640"/>
              <a:gd name="connsiteX6" fmla="*/ 1966302 w 1966302"/>
              <a:gd name="connsiteY6" fmla="*/ 1579440 h 2199640"/>
              <a:gd name="connsiteX7" fmla="*/ 1893033 w 1966302"/>
              <a:gd name="connsiteY7" fmla="*/ 1714740 h 2199640"/>
              <a:gd name="connsiteX8" fmla="*/ 983151 w 1966302"/>
              <a:gd name="connsiteY8" fmla="*/ 2199640 h 2199640"/>
              <a:gd name="connsiteX9" fmla="*/ 73269 w 1966302"/>
              <a:gd name="connsiteY9" fmla="*/ 1714740 h 2199640"/>
              <a:gd name="connsiteX10" fmla="*/ 0 w 1966302"/>
              <a:gd name="connsiteY10" fmla="*/ 1579439 h 2199640"/>
              <a:gd name="connsiteX11" fmla="*/ 22200 w 1966302"/>
              <a:gd name="connsiteY11" fmla="*/ 1568451 h 2199640"/>
              <a:gd name="connsiteX12" fmla="*/ 295446 w 1966302"/>
              <a:gd name="connsiteY12" fmla="*/ 1099820 h 2199640"/>
              <a:gd name="connsiteX13" fmla="*/ 22200 w 1966302"/>
              <a:gd name="connsiteY13" fmla="*/ 631189 h 2199640"/>
              <a:gd name="connsiteX14" fmla="*/ 0 w 1966302"/>
              <a:gd name="connsiteY14" fmla="*/ 620201 h 2199640"/>
              <a:gd name="connsiteX15" fmla="*/ 73269 w 1966302"/>
              <a:gd name="connsiteY15" fmla="*/ 484900 h 2199640"/>
              <a:gd name="connsiteX16" fmla="*/ 983151 w 1966302"/>
              <a:gd name="connsiteY16" fmla="*/ 0 h 2199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966302" h="2199640">
                <a:moveTo>
                  <a:pt x="983151" y="0"/>
                </a:moveTo>
                <a:cubicBezTo>
                  <a:pt x="1361908" y="0"/>
                  <a:pt x="1695844" y="192346"/>
                  <a:pt x="1893033" y="484900"/>
                </a:cubicBezTo>
                <a:lnTo>
                  <a:pt x="1966302" y="620201"/>
                </a:lnTo>
                <a:lnTo>
                  <a:pt x="1944102" y="631189"/>
                </a:lnTo>
                <a:cubicBezTo>
                  <a:pt x="1779244" y="732750"/>
                  <a:pt x="1670855" y="904743"/>
                  <a:pt x="1670855" y="1099820"/>
                </a:cubicBezTo>
                <a:cubicBezTo>
                  <a:pt x="1670855" y="1294898"/>
                  <a:pt x="1779244" y="1466890"/>
                  <a:pt x="1944102" y="1568451"/>
                </a:cubicBezTo>
                <a:lnTo>
                  <a:pt x="1966302" y="1579440"/>
                </a:lnTo>
                <a:lnTo>
                  <a:pt x="1893033" y="1714740"/>
                </a:lnTo>
                <a:cubicBezTo>
                  <a:pt x="1695844" y="2007294"/>
                  <a:pt x="1361908" y="2199640"/>
                  <a:pt x="983151" y="2199640"/>
                </a:cubicBezTo>
                <a:cubicBezTo>
                  <a:pt x="604394" y="2199640"/>
                  <a:pt x="270459" y="2007294"/>
                  <a:pt x="73269" y="1714740"/>
                </a:cubicBezTo>
                <a:lnTo>
                  <a:pt x="0" y="1579439"/>
                </a:lnTo>
                <a:lnTo>
                  <a:pt x="22200" y="1568451"/>
                </a:lnTo>
                <a:cubicBezTo>
                  <a:pt x="187057" y="1466890"/>
                  <a:pt x="295446" y="1294898"/>
                  <a:pt x="295446" y="1099820"/>
                </a:cubicBezTo>
                <a:cubicBezTo>
                  <a:pt x="295446" y="904743"/>
                  <a:pt x="187057" y="732750"/>
                  <a:pt x="22200" y="631189"/>
                </a:cubicBezTo>
                <a:lnTo>
                  <a:pt x="0" y="620201"/>
                </a:lnTo>
                <a:lnTo>
                  <a:pt x="73269" y="484900"/>
                </a:lnTo>
                <a:cubicBezTo>
                  <a:pt x="270459" y="192346"/>
                  <a:pt x="604394" y="0"/>
                  <a:pt x="983151" y="0"/>
                </a:cubicBezTo>
                <a:close/>
              </a:path>
            </a:pathLst>
          </a:cu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7646549-F2AA-4261-3006-3E936566270F}"/>
              </a:ext>
            </a:extLst>
          </p:cNvPr>
          <p:cNvGrpSpPr/>
          <p:nvPr/>
        </p:nvGrpSpPr>
        <p:grpSpPr>
          <a:xfrm>
            <a:off x="10153750" y="634175"/>
            <a:ext cx="1287780" cy="1291590"/>
            <a:chOff x="7688342" y="576301"/>
            <a:chExt cx="1287780" cy="1291590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93A9C145-5C35-D153-86D9-0D4BA53E0F4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88342" y="576301"/>
              <a:ext cx="1287780" cy="129159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38100" dir="2700000" sx="105000" sy="105000" algn="tl" rotWithShape="0">
                <a:prstClr val="black">
                  <a:alpha val="4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grpSp>
          <p:nvGrpSpPr>
            <p:cNvPr id="29" name="Target">
              <a:extLst>
                <a:ext uri="{FF2B5EF4-FFF2-40B4-BE49-F238E27FC236}">
                  <a16:creationId xmlns:a16="http://schemas.microsoft.com/office/drawing/2014/main" id="{6EBB67E7-D9C0-8664-540F-13061F1ECF79}"/>
                </a:ext>
              </a:extLst>
            </p:cNvPr>
            <p:cNvGrpSpPr/>
            <p:nvPr/>
          </p:nvGrpSpPr>
          <p:grpSpPr>
            <a:xfrm>
              <a:off x="7956103" y="770172"/>
              <a:ext cx="839566" cy="848693"/>
              <a:chOff x="7021543" y="3230227"/>
              <a:chExt cx="439248" cy="444023"/>
            </a:xfrm>
            <a:effectLst>
              <a:reflection blurRad="6350" stA="20000" endPos="35000" dir="5400000" sy="-100000" algn="bl" rotWithShape="0"/>
            </a:effectLst>
          </p:grpSpPr>
          <p:sp>
            <p:nvSpPr>
              <p:cNvPr id="30" name="Freeform 56">
                <a:extLst>
                  <a:ext uri="{FF2B5EF4-FFF2-40B4-BE49-F238E27FC236}">
                    <a16:creationId xmlns:a16="http://schemas.microsoft.com/office/drawing/2014/main" id="{0A45AF95-E602-AE84-915A-6579A5CE211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75017" y="3340994"/>
                <a:ext cx="274053" cy="273098"/>
              </a:xfrm>
              <a:custGeom>
                <a:avLst/>
                <a:gdLst>
                  <a:gd name="T0" fmla="*/ 146 w 159"/>
                  <a:gd name="T1" fmla="*/ 36 h 159"/>
                  <a:gd name="T2" fmla="*/ 136 w 159"/>
                  <a:gd name="T3" fmla="*/ 46 h 159"/>
                  <a:gd name="T4" fmla="*/ 145 w 159"/>
                  <a:gd name="T5" fmla="*/ 80 h 159"/>
                  <a:gd name="T6" fmla="*/ 80 w 159"/>
                  <a:gd name="T7" fmla="*/ 145 h 159"/>
                  <a:gd name="T8" fmla="*/ 14 w 159"/>
                  <a:gd name="T9" fmla="*/ 80 h 159"/>
                  <a:gd name="T10" fmla="*/ 80 w 159"/>
                  <a:gd name="T11" fmla="*/ 14 h 159"/>
                  <a:gd name="T12" fmla="*/ 113 w 159"/>
                  <a:gd name="T13" fmla="*/ 23 h 159"/>
                  <a:gd name="T14" fmla="*/ 123 w 159"/>
                  <a:gd name="T15" fmla="*/ 13 h 159"/>
                  <a:gd name="T16" fmla="*/ 80 w 159"/>
                  <a:gd name="T17" fmla="*/ 0 h 159"/>
                  <a:gd name="T18" fmla="*/ 0 w 159"/>
                  <a:gd name="T19" fmla="*/ 80 h 159"/>
                  <a:gd name="T20" fmla="*/ 80 w 159"/>
                  <a:gd name="T21" fmla="*/ 159 h 159"/>
                  <a:gd name="T22" fmla="*/ 159 w 159"/>
                  <a:gd name="T23" fmla="*/ 80 h 159"/>
                  <a:gd name="T24" fmla="*/ 146 w 159"/>
                  <a:gd name="T25" fmla="*/ 36 h 159"/>
                  <a:gd name="T26" fmla="*/ 80 w 159"/>
                  <a:gd name="T27" fmla="*/ 47 h 159"/>
                  <a:gd name="T28" fmla="*/ 88 w 159"/>
                  <a:gd name="T29" fmla="*/ 48 h 159"/>
                  <a:gd name="T30" fmla="*/ 99 w 159"/>
                  <a:gd name="T31" fmla="*/ 37 h 159"/>
                  <a:gd name="T32" fmla="*/ 80 w 159"/>
                  <a:gd name="T33" fmla="*/ 33 h 159"/>
                  <a:gd name="T34" fmla="*/ 33 w 159"/>
                  <a:gd name="T35" fmla="*/ 80 h 159"/>
                  <a:gd name="T36" fmla="*/ 80 w 159"/>
                  <a:gd name="T37" fmla="*/ 126 h 159"/>
                  <a:gd name="T38" fmla="*/ 126 w 159"/>
                  <a:gd name="T39" fmla="*/ 80 h 159"/>
                  <a:gd name="T40" fmla="*/ 122 w 159"/>
                  <a:gd name="T41" fmla="*/ 60 h 159"/>
                  <a:gd name="T42" fmla="*/ 111 w 159"/>
                  <a:gd name="T43" fmla="*/ 71 h 159"/>
                  <a:gd name="T44" fmla="*/ 112 w 159"/>
                  <a:gd name="T45" fmla="*/ 80 h 159"/>
                  <a:gd name="T46" fmla="*/ 80 w 159"/>
                  <a:gd name="T47" fmla="*/ 112 h 159"/>
                  <a:gd name="T48" fmla="*/ 47 w 159"/>
                  <a:gd name="T49" fmla="*/ 80 h 159"/>
                  <a:gd name="T50" fmla="*/ 80 w 159"/>
                  <a:gd name="T51" fmla="*/ 47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59" h="159">
                    <a:moveTo>
                      <a:pt x="146" y="36"/>
                    </a:moveTo>
                    <a:cubicBezTo>
                      <a:pt x="143" y="39"/>
                      <a:pt x="139" y="43"/>
                      <a:pt x="136" y="46"/>
                    </a:cubicBezTo>
                    <a:cubicBezTo>
                      <a:pt x="141" y="56"/>
                      <a:pt x="145" y="67"/>
                      <a:pt x="145" y="80"/>
                    </a:cubicBezTo>
                    <a:cubicBezTo>
                      <a:pt x="145" y="116"/>
                      <a:pt x="116" y="145"/>
                      <a:pt x="80" y="145"/>
                    </a:cubicBezTo>
                    <a:cubicBezTo>
                      <a:pt x="43" y="145"/>
                      <a:pt x="14" y="116"/>
                      <a:pt x="14" y="80"/>
                    </a:cubicBezTo>
                    <a:cubicBezTo>
                      <a:pt x="14" y="43"/>
                      <a:pt x="43" y="14"/>
                      <a:pt x="80" y="14"/>
                    </a:cubicBezTo>
                    <a:cubicBezTo>
                      <a:pt x="92" y="14"/>
                      <a:pt x="103" y="18"/>
                      <a:pt x="113" y="23"/>
                    </a:cubicBezTo>
                    <a:cubicBezTo>
                      <a:pt x="116" y="20"/>
                      <a:pt x="120" y="17"/>
                      <a:pt x="123" y="13"/>
                    </a:cubicBezTo>
                    <a:cubicBezTo>
                      <a:pt x="111" y="5"/>
                      <a:pt x="96" y="0"/>
                      <a:pt x="80" y="0"/>
                    </a:cubicBezTo>
                    <a:cubicBezTo>
                      <a:pt x="36" y="0"/>
                      <a:pt x="0" y="36"/>
                      <a:pt x="0" y="80"/>
                    </a:cubicBezTo>
                    <a:cubicBezTo>
                      <a:pt x="0" y="124"/>
                      <a:pt x="36" y="159"/>
                      <a:pt x="80" y="159"/>
                    </a:cubicBezTo>
                    <a:cubicBezTo>
                      <a:pt x="123" y="159"/>
                      <a:pt x="159" y="124"/>
                      <a:pt x="159" y="80"/>
                    </a:cubicBezTo>
                    <a:cubicBezTo>
                      <a:pt x="159" y="63"/>
                      <a:pt x="154" y="48"/>
                      <a:pt x="146" y="36"/>
                    </a:cubicBezTo>
                    <a:close/>
                    <a:moveTo>
                      <a:pt x="80" y="47"/>
                    </a:moveTo>
                    <a:cubicBezTo>
                      <a:pt x="83" y="47"/>
                      <a:pt x="85" y="48"/>
                      <a:pt x="88" y="48"/>
                    </a:cubicBezTo>
                    <a:cubicBezTo>
                      <a:pt x="92" y="45"/>
                      <a:pt x="95" y="41"/>
                      <a:pt x="99" y="37"/>
                    </a:cubicBezTo>
                    <a:cubicBezTo>
                      <a:pt x="93" y="35"/>
                      <a:pt x="87" y="33"/>
                      <a:pt x="80" y="33"/>
                    </a:cubicBezTo>
                    <a:cubicBezTo>
                      <a:pt x="54" y="33"/>
                      <a:pt x="33" y="54"/>
                      <a:pt x="33" y="80"/>
                    </a:cubicBezTo>
                    <a:cubicBezTo>
                      <a:pt x="33" y="105"/>
                      <a:pt x="54" y="126"/>
                      <a:pt x="80" y="126"/>
                    </a:cubicBezTo>
                    <a:cubicBezTo>
                      <a:pt x="105" y="126"/>
                      <a:pt x="126" y="105"/>
                      <a:pt x="126" y="80"/>
                    </a:cubicBezTo>
                    <a:cubicBezTo>
                      <a:pt x="126" y="73"/>
                      <a:pt x="125" y="66"/>
                      <a:pt x="122" y="60"/>
                    </a:cubicBezTo>
                    <a:cubicBezTo>
                      <a:pt x="118" y="64"/>
                      <a:pt x="114" y="68"/>
                      <a:pt x="111" y="71"/>
                    </a:cubicBezTo>
                    <a:cubicBezTo>
                      <a:pt x="112" y="74"/>
                      <a:pt x="112" y="77"/>
                      <a:pt x="112" y="80"/>
                    </a:cubicBezTo>
                    <a:cubicBezTo>
                      <a:pt x="112" y="98"/>
                      <a:pt x="97" y="112"/>
                      <a:pt x="80" y="112"/>
                    </a:cubicBezTo>
                    <a:cubicBezTo>
                      <a:pt x="62" y="112"/>
                      <a:pt x="47" y="98"/>
                      <a:pt x="47" y="80"/>
                    </a:cubicBezTo>
                    <a:cubicBezTo>
                      <a:pt x="47" y="62"/>
                      <a:pt x="62" y="47"/>
                      <a:pt x="80" y="4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31" name="Freeform 57">
                <a:extLst>
                  <a:ext uri="{FF2B5EF4-FFF2-40B4-BE49-F238E27FC236}">
                    <a16:creationId xmlns:a16="http://schemas.microsoft.com/office/drawing/2014/main" id="{02975AE8-4E8F-30F9-5038-04C24DD3AA3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21543" y="3230227"/>
                <a:ext cx="439248" cy="444023"/>
              </a:xfrm>
              <a:custGeom>
                <a:avLst/>
                <a:gdLst>
                  <a:gd name="T0" fmla="*/ 189 w 255"/>
                  <a:gd name="T1" fmla="*/ 89 h 259"/>
                  <a:gd name="T2" fmla="*/ 207 w 255"/>
                  <a:gd name="T3" fmla="*/ 145 h 259"/>
                  <a:gd name="T4" fmla="*/ 111 w 255"/>
                  <a:gd name="T5" fmla="*/ 241 h 259"/>
                  <a:gd name="T6" fmla="*/ 14 w 255"/>
                  <a:gd name="T7" fmla="*/ 145 h 259"/>
                  <a:gd name="T8" fmla="*/ 111 w 255"/>
                  <a:gd name="T9" fmla="*/ 48 h 259"/>
                  <a:gd name="T10" fmla="*/ 166 w 255"/>
                  <a:gd name="T11" fmla="*/ 66 h 259"/>
                  <a:gd name="T12" fmla="*/ 176 w 255"/>
                  <a:gd name="T13" fmla="*/ 56 h 259"/>
                  <a:gd name="T14" fmla="*/ 111 w 255"/>
                  <a:gd name="T15" fmla="*/ 34 h 259"/>
                  <a:gd name="T16" fmla="*/ 0 w 255"/>
                  <a:gd name="T17" fmla="*/ 145 h 259"/>
                  <a:gd name="T18" fmla="*/ 30 w 255"/>
                  <a:gd name="T19" fmla="*/ 220 h 259"/>
                  <a:gd name="T20" fmla="*/ 30 w 255"/>
                  <a:gd name="T21" fmla="*/ 220 h 259"/>
                  <a:gd name="T22" fmla="*/ 30 w 255"/>
                  <a:gd name="T23" fmla="*/ 259 h 259"/>
                  <a:gd name="T24" fmla="*/ 45 w 255"/>
                  <a:gd name="T25" fmla="*/ 259 h 259"/>
                  <a:gd name="T26" fmla="*/ 45 w 255"/>
                  <a:gd name="T27" fmla="*/ 233 h 259"/>
                  <a:gd name="T28" fmla="*/ 111 w 255"/>
                  <a:gd name="T29" fmla="*/ 255 h 259"/>
                  <a:gd name="T30" fmla="*/ 176 w 255"/>
                  <a:gd name="T31" fmla="*/ 233 h 259"/>
                  <a:gd name="T32" fmla="*/ 176 w 255"/>
                  <a:gd name="T33" fmla="*/ 259 h 259"/>
                  <a:gd name="T34" fmla="*/ 191 w 255"/>
                  <a:gd name="T35" fmla="*/ 259 h 259"/>
                  <a:gd name="T36" fmla="*/ 191 w 255"/>
                  <a:gd name="T37" fmla="*/ 220 h 259"/>
                  <a:gd name="T38" fmla="*/ 221 w 255"/>
                  <a:gd name="T39" fmla="*/ 145 h 259"/>
                  <a:gd name="T40" fmla="*/ 199 w 255"/>
                  <a:gd name="T41" fmla="*/ 79 h 259"/>
                  <a:gd name="T42" fmla="*/ 189 w 255"/>
                  <a:gd name="T43" fmla="*/ 89 h 259"/>
                  <a:gd name="T44" fmla="*/ 224 w 255"/>
                  <a:gd name="T45" fmla="*/ 31 h 259"/>
                  <a:gd name="T46" fmla="*/ 224 w 255"/>
                  <a:gd name="T47" fmla="*/ 0 h 259"/>
                  <a:gd name="T48" fmla="*/ 191 w 255"/>
                  <a:gd name="T49" fmla="*/ 34 h 259"/>
                  <a:gd name="T50" fmla="*/ 191 w 255"/>
                  <a:gd name="T51" fmla="*/ 56 h 259"/>
                  <a:gd name="T52" fmla="*/ 109 w 255"/>
                  <a:gd name="T53" fmla="*/ 139 h 259"/>
                  <a:gd name="T54" fmla="*/ 109 w 255"/>
                  <a:gd name="T55" fmla="*/ 147 h 259"/>
                  <a:gd name="T56" fmla="*/ 116 w 255"/>
                  <a:gd name="T57" fmla="*/ 147 h 259"/>
                  <a:gd name="T58" fmla="*/ 199 w 255"/>
                  <a:gd name="T59" fmla="*/ 64 h 259"/>
                  <a:gd name="T60" fmla="*/ 222 w 255"/>
                  <a:gd name="T61" fmla="*/ 64 h 259"/>
                  <a:gd name="T62" fmla="*/ 255 w 255"/>
                  <a:gd name="T63" fmla="*/ 31 h 259"/>
                  <a:gd name="T64" fmla="*/ 224 w 255"/>
                  <a:gd name="T65" fmla="*/ 31 h 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55" h="259">
                    <a:moveTo>
                      <a:pt x="189" y="89"/>
                    </a:moveTo>
                    <a:cubicBezTo>
                      <a:pt x="200" y="105"/>
                      <a:pt x="207" y="124"/>
                      <a:pt x="207" y="145"/>
                    </a:cubicBezTo>
                    <a:cubicBezTo>
                      <a:pt x="207" y="198"/>
                      <a:pt x="164" y="241"/>
                      <a:pt x="111" y="241"/>
                    </a:cubicBezTo>
                    <a:cubicBezTo>
                      <a:pt x="57" y="241"/>
                      <a:pt x="14" y="198"/>
                      <a:pt x="14" y="145"/>
                    </a:cubicBezTo>
                    <a:cubicBezTo>
                      <a:pt x="14" y="91"/>
                      <a:pt x="57" y="48"/>
                      <a:pt x="111" y="48"/>
                    </a:cubicBezTo>
                    <a:cubicBezTo>
                      <a:pt x="131" y="48"/>
                      <a:pt x="150" y="55"/>
                      <a:pt x="166" y="66"/>
                    </a:cubicBezTo>
                    <a:cubicBezTo>
                      <a:pt x="170" y="63"/>
                      <a:pt x="173" y="59"/>
                      <a:pt x="176" y="56"/>
                    </a:cubicBezTo>
                    <a:cubicBezTo>
                      <a:pt x="158" y="43"/>
                      <a:pt x="135" y="34"/>
                      <a:pt x="111" y="34"/>
                    </a:cubicBezTo>
                    <a:cubicBezTo>
                      <a:pt x="50" y="34"/>
                      <a:pt x="0" y="84"/>
                      <a:pt x="0" y="145"/>
                    </a:cubicBezTo>
                    <a:cubicBezTo>
                      <a:pt x="0" y="174"/>
                      <a:pt x="12" y="200"/>
                      <a:pt x="30" y="220"/>
                    </a:cubicBezTo>
                    <a:cubicBezTo>
                      <a:pt x="30" y="220"/>
                      <a:pt x="30" y="220"/>
                      <a:pt x="30" y="220"/>
                    </a:cubicBezTo>
                    <a:cubicBezTo>
                      <a:pt x="30" y="259"/>
                      <a:pt x="30" y="259"/>
                      <a:pt x="30" y="259"/>
                    </a:cubicBezTo>
                    <a:cubicBezTo>
                      <a:pt x="45" y="259"/>
                      <a:pt x="45" y="259"/>
                      <a:pt x="45" y="259"/>
                    </a:cubicBezTo>
                    <a:cubicBezTo>
                      <a:pt x="45" y="233"/>
                      <a:pt x="45" y="233"/>
                      <a:pt x="45" y="233"/>
                    </a:cubicBezTo>
                    <a:cubicBezTo>
                      <a:pt x="63" y="247"/>
                      <a:pt x="86" y="255"/>
                      <a:pt x="111" y="255"/>
                    </a:cubicBezTo>
                    <a:cubicBezTo>
                      <a:pt x="135" y="255"/>
                      <a:pt x="158" y="247"/>
                      <a:pt x="176" y="233"/>
                    </a:cubicBezTo>
                    <a:cubicBezTo>
                      <a:pt x="176" y="259"/>
                      <a:pt x="176" y="259"/>
                      <a:pt x="176" y="259"/>
                    </a:cubicBezTo>
                    <a:cubicBezTo>
                      <a:pt x="191" y="259"/>
                      <a:pt x="191" y="259"/>
                      <a:pt x="191" y="259"/>
                    </a:cubicBezTo>
                    <a:cubicBezTo>
                      <a:pt x="191" y="220"/>
                      <a:pt x="191" y="220"/>
                      <a:pt x="191" y="220"/>
                    </a:cubicBezTo>
                    <a:cubicBezTo>
                      <a:pt x="209" y="200"/>
                      <a:pt x="221" y="174"/>
                      <a:pt x="221" y="145"/>
                    </a:cubicBezTo>
                    <a:cubicBezTo>
                      <a:pt x="221" y="120"/>
                      <a:pt x="213" y="97"/>
                      <a:pt x="199" y="79"/>
                    </a:cubicBezTo>
                    <a:cubicBezTo>
                      <a:pt x="196" y="82"/>
                      <a:pt x="193" y="85"/>
                      <a:pt x="189" y="89"/>
                    </a:cubicBezTo>
                    <a:close/>
                    <a:moveTo>
                      <a:pt x="224" y="31"/>
                    </a:moveTo>
                    <a:cubicBezTo>
                      <a:pt x="224" y="0"/>
                      <a:pt x="224" y="0"/>
                      <a:pt x="224" y="0"/>
                    </a:cubicBezTo>
                    <a:cubicBezTo>
                      <a:pt x="191" y="34"/>
                      <a:pt x="191" y="34"/>
                      <a:pt x="191" y="34"/>
                    </a:cubicBezTo>
                    <a:cubicBezTo>
                      <a:pt x="191" y="56"/>
                      <a:pt x="191" y="56"/>
                      <a:pt x="191" y="56"/>
                    </a:cubicBezTo>
                    <a:cubicBezTo>
                      <a:pt x="109" y="139"/>
                      <a:pt x="109" y="139"/>
                      <a:pt x="109" y="139"/>
                    </a:cubicBezTo>
                    <a:cubicBezTo>
                      <a:pt x="106" y="141"/>
                      <a:pt x="106" y="144"/>
                      <a:pt x="109" y="147"/>
                    </a:cubicBezTo>
                    <a:cubicBezTo>
                      <a:pt x="111" y="149"/>
                      <a:pt x="114" y="149"/>
                      <a:pt x="116" y="147"/>
                    </a:cubicBezTo>
                    <a:cubicBezTo>
                      <a:pt x="199" y="64"/>
                      <a:pt x="199" y="64"/>
                      <a:pt x="199" y="64"/>
                    </a:cubicBezTo>
                    <a:cubicBezTo>
                      <a:pt x="222" y="64"/>
                      <a:pt x="222" y="64"/>
                      <a:pt x="222" y="64"/>
                    </a:cubicBezTo>
                    <a:cubicBezTo>
                      <a:pt x="255" y="31"/>
                      <a:pt x="255" y="31"/>
                      <a:pt x="255" y="31"/>
                    </a:cubicBezTo>
                    <a:lnTo>
                      <a:pt x="224" y="31"/>
                    </a:lnTo>
                    <a:close/>
                  </a:path>
                </a:pathLst>
              </a:custGeom>
              <a:ln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0983E7C7-0A06-51B7-C8FA-27F930EB0F5A}"/>
                  </a:ext>
                </a:extLst>
              </p:cNvPr>
              <p:cNvSpPr/>
              <p:nvPr/>
            </p:nvSpPr>
            <p:spPr>
              <a:xfrm>
                <a:off x="400158" y="17416"/>
                <a:ext cx="7661072" cy="21687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 rtl="1">
                  <a:lnSpc>
                    <a:spcPct val="150000"/>
                  </a:lnSpc>
                </a:pPr>
                <a:r>
                  <a:rPr lang="fa-IR" sz="2400" dirty="0">
                    <a:latin typeface="IRANYekanXFaNum" pitchFamily="2" charset="-78"/>
                    <a:cs typeface="IRANYekanXFaNum" pitchFamily="2" charset="-78"/>
                  </a:rPr>
                  <a:t>کشاورزی در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a-IR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IRANYekanXFaNum" pitchFamily="2" charset="-78"/>
                          </a:rPr>
                        </m:ctrlPr>
                      </m:fPr>
                      <m:num>
                        <m:r>
                          <a:rPr lang="fa-IR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IRANYekanXFaNum" pitchFamily="2" charset="-78"/>
                          </a:rPr>
                          <m:t>1</m:t>
                        </m:r>
                      </m:num>
                      <m:den>
                        <m:r>
                          <a:rPr lang="fa-IR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IRANYekanXFaNum" pitchFamily="2" charset="-78"/>
                          </a:rPr>
                          <m:t>3</m:t>
                        </m:r>
                      </m:den>
                    </m:f>
                  </m:oMath>
                </a14:m>
                <a:r>
                  <a:rPr lang="fa-IR" sz="2400" dirty="0">
                    <a:solidFill>
                      <a:srgbClr val="FF0000"/>
                    </a:solidFill>
                    <a:latin typeface="IRANYekanXFaNum" pitchFamily="2" charset="-78"/>
                    <a:cs typeface="IRANYekanXFaNum" pitchFamily="2" charset="-78"/>
                  </a:rPr>
                  <a:t> </a:t>
                </a:r>
                <a:r>
                  <a:rPr lang="fa-IR" sz="2400" dirty="0">
                    <a:latin typeface="IRANYekanXFaNum" pitchFamily="2" charset="-78"/>
                    <a:cs typeface="IRANYekanXFaNum" pitchFamily="2" charset="-78"/>
                  </a:rPr>
                  <a:t> زمین خود درخت سیب و در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a-IR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IRANYekanXFaNum" pitchFamily="2" charset="-78"/>
                          </a:rPr>
                        </m:ctrlPr>
                      </m:fPr>
                      <m:num>
                        <m:r>
                          <a:rPr lang="fa-IR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IRANYekanXFaNum" pitchFamily="2" charset="-78"/>
                          </a:rPr>
                          <m:t>1</m:t>
                        </m:r>
                      </m:num>
                      <m:den>
                        <m:r>
                          <a:rPr lang="fa-IR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IRANYekanXFaNum" pitchFamily="2" charset="-78"/>
                          </a:rPr>
                          <m:t>2</m:t>
                        </m:r>
                      </m:den>
                    </m:f>
                  </m:oMath>
                </a14:m>
                <a:r>
                  <a:rPr lang="fa-IR" sz="2400" dirty="0">
                    <a:latin typeface="IRANYekanXFaNum" pitchFamily="2" charset="-78"/>
                    <a:cs typeface="IRANYekanXFaNum" pitchFamily="2" charset="-78"/>
                  </a:rPr>
                  <a:t> باقی مانده درخت زرد آلو و در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a-IR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IRANYekanXFaNum" pitchFamily="2" charset="-78"/>
                          </a:rPr>
                        </m:ctrlPr>
                      </m:fPr>
                      <m:num>
                        <m:r>
                          <a:rPr lang="fa-IR" sz="2400" b="0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IRANYekanXFaNum" pitchFamily="2" charset="-78"/>
                          </a:rPr>
                          <m:t>3</m:t>
                        </m:r>
                      </m:num>
                      <m:den>
                        <m:r>
                          <a:rPr lang="fa-IR" sz="2400" b="0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IRANYekanXFaNum" pitchFamily="2" charset="-78"/>
                          </a:rPr>
                          <m:t>4</m:t>
                        </m:r>
                      </m:den>
                    </m:f>
                    <m:r>
                      <a:rPr lang="fa-IR" sz="2400" b="0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IRANYekanXFaNum" pitchFamily="2" charset="-78"/>
                      </a:rPr>
                      <m:t>  </m:t>
                    </m:r>
                  </m:oMath>
                </a14:m>
                <a:r>
                  <a:rPr lang="fa-IR" sz="2400" dirty="0">
                    <a:latin typeface="IRANYekanXFaNum" pitchFamily="2" charset="-78"/>
                    <a:cs typeface="IRANYekanXFaNum" pitchFamily="2" charset="-78"/>
                  </a:rPr>
                  <a:t> باقیمانده هلو و در قسمت باقیمانده گلابی کاشته است. او در چه کسری از زمین گلابی کاشته است؟</a:t>
                </a:r>
                <a:endParaRPr lang="en-US" sz="2400" dirty="0">
                  <a:latin typeface="IRANYekanXFaNum" pitchFamily="2" charset="-78"/>
                  <a:cs typeface="IRANYekanXFaNum" pitchFamily="2" charset="-78"/>
                </a:endParaRPr>
              </a:p>
            </p:txBody>
          </p:sp>
        </mc:Choice>
        <mc:Fallback xmlns="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0983E7C7-0A06-51B7-C8FA-27F930EB0F5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158" y="17416"/>
                <a:ext cx="7661072" cy="2168799"/>
              </a:xfrm>
              <a:prstGeom prst="rect">
                <a:avLst/>
              </a:prstGeom>
              <a:blipFill>
                <a:blip r:embed="rId2"/>
                <a:stretch>
                  <a:fillRect l="-2229" r="-1274" b="-53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 descr="A tree with apples on it&#10;&#10;AI-generated content may be incorrect.">
            <a:extLst>
              <a:ext uri="{FF2B5EF4-FFF2-40B4-BE49-F238E27FC236}">
                <a16:creationId xmlns:a16="http://schemas.microsoft.com/office/drawing/2014/main" id="{7BC53865-4666-E082-6389-28DBE8F1DA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3750" y="4633406"/>
            <a:ext cx="1990657" cy="197897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C4807F22-1C8A-F47B-807A-1BF09D2829A8}"/>
              </a:ext>
            </a:extLst>
          </p:cNvPr>
          <p:cNvGrpSpPr/>
          <p:nvPr/>
        </p:nvGrpSpPr>
        <p:grpSpPr>
          <a:xfrm>
            <a:off x="8012918" y="406349"/>
            <a:ext cx="1292458" cy="1451832"/>
            <a:chOff x="8012918" y="406349"/>
            <a:chExt cx="1292458" cy="1451832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FD0A3959-7005-D743-5F33-9C175671942B}"/>
                </a:ext>
              </a:extLst>
            </p:cNvPr>
            <p:cNvGrpSpPr/>
            <p:nvPr/>
          </p:nvGrpSpPr>
          <p:grpSpPr>
            <a:xfrm>
              <a:off x="8023798" y="634175"/>
              <a:ext cx="1281578" cy="1224006"/>
              <a:chOff x="2026995" y="1759447"/>
              <a:chExt cx="1281578" cy="1224006"/>
            </a:xfrm>
          </p:grpSpPr>
          <p:grpSp>
            <p:nvGrpSpPr>
              <p:cNvPr id="34" name="Circle B">
                <a:extLst>
                  <a:ext uri="{FF2B5EF4-FFF2-40B4-BE49-F238E27FC236}">
                    <a16:creationId xmlns:a16="http://schemas.microsoft.com/office/drawing/2014/main" id="{EB606F07-64C2-4AF8-A458-448DEB9B66C9}"/>
                  </a:ext>
                </a:extLst>
              </p:cNvPr>
              <p:cNvGrpSpPr/>
              <p:nvPr/>
            </p:nvGrpSpPr>
            <p:grpSpPr>
              <a:xfrm>
                <a:off x="2050416" y="1759447"/>
                <a:ext cx="1229054" cy="1224006"/>
                <a:chOff x="3731763" y="2289353"/>
                <a:chExt cx="1341438" cy="1335925"/>
              </a:xfrm>
            </p:grpSpPr>
            <p:sp>
              <p:nvSpPr>
                <p:cNvPr id="36" name="Oval 73">
                  <a:extLst>
                    <a:ext uri="{FF2B5EF4-FFF2-40B4-BE49-F238E27FC236}">
                      <a16:creationId xmlns:a16="http://schemas.microsoft.com/office/drawing/2014/main" id="{D0799FD0-EC7F-9301-CD11-BA6F535A211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31763" y="2289353"/>
                  <a:ext cx="1341438" cy="1335925"/>
                </a:xfrm>
                <a:prstGeom prst="ellipse">
                  <a:avLst/>
                </a:prstGeom>
                <a:gradFill flip="none" rotWithShape="1">
                  <a:gsLst>
                    <a:gs pos="20000">
                      <a:srgbClr val="FFFFFF"/>
                    </a:gs>
                    <a:gs pos="100000">
                      <a:srgbClr val="DAD9D9"/>
                    </a:gs>
                  </a:gsLst>
                  <a:lin ang="2700000" scaled="1"/>
                  <a:tileRect/>
                </a:gradFill>
                <a:ln>
                  <a:noFill/>
                </a:ln>
                <a:effectLst>
                  <a:outerShdw blurRad="381000" dist="177800" dir="2700000" algn="tl" rotWithShape="0">
                    <a:prstClr val="black">
                      <a:alpha val="70000"/>
                    </a:prstClr>
                  </a:outer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350" dirty="0">
                    <a:latin typeface="Lato" panose="020F0502020204030203" pitchFamily="34" charset="0"/>
                  </a:endParaRPr>
                </a:p>
              </p:txBody>
            </p:sp>
            <p:pic>
              <p:nvPicPr>
                <p:cNvPr id="37" name="Texture">
                  <a:extLst>
                    <a:ext uri="{FF2B5EF4-FFF2-40B4-BE49-F238E27FC236}">
                      <a16:creationId xmlns:a16="http://schemas.microsoft.com/office/drawing/2014/main" id="{2761ABD8-51FC-5B6F-87BE-7736C94A6B4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840103" y="2392141"/>
                  <a:ext cx="1187212" cy="1187213"/>
                </a:xfrm>
                <a:prstGeom prst="rect">
                  <a:avLst/>
                </a:prstGeom>
              </p:spPr>
            </p:pic>
          </p:grpSp>
          <p:sp>
            <p:nvSpPr>
              <p:cNvPr id="35" name="B">
                <a:extLst>
                  <a:ext uri="{FF2B5EF4-FFF2-40B4-BE49-F238E27FC236}">
                    <a16:creationId xmlns:a16="http://schemas.microsoft.com/office/drawing/2014/main" id="{8BC639AC-604D-774D-E473-75494F118FE8}"/>
                  </a:ext>
                </a:extLst>
              </p:cNvPr>
              <p:cNvSpPr txBox="1"/>
              <p:nvPr/>
            </p:nvSpPr>
            <p:spPr>
              <a:xfrm>
                <a:off x="2026995" y="2103813"/>
                <a:ext cx="128157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3600">
                    <a:solidFill>
                      <a:srgbClr val="FF0000"/>
                    </a:solidFill>
                    <a:latin typeface="IRANYekanXFaNum Heavy" pitchFamily="2" charset="-78"/>
                    <a:ea typeface="Roboto Condensed" panose="02000000000000000000" pitchFamily="2" charset="0"/>
                    <a:cs typeface="IRANYekanXFaNum Heavy" pitchFamily="2" charset="-78"/>
                  </a:defRPr>
                </a:lvl1pPr>
              </a:lstStyle>
              <a:p>
                <a:r>
                  <a:rPr lang="fa-I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مثال</a:t>
                </a:r>
                <a:endParaRPr lang="ru-RU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  <p:sp>
          <p:nvSpPr>
            <p:cNvPr id="10" name="A">
              <a:extLst>
                <a:ext uri="{FF2B5EF4-FFF2-40B4-BE49-F238E27FC236}">
                  <a16:creationId xmlns:a16="http://schemas.microsoft.com/office/drawing/2014/main" id="{7CA04C87-2237-1E21-D1DA-196FDE853EFB}"/>
                </a:ext>
              </a:extLst>
            </p:cNvPr>
            <p:cNvSpPr txBox="1"/>
            <p:nvPr/>
          </p:nvSpPr>
          <p:spPr>
            <a:xfrm>
              <a:off x="8012918" y="406349"/>
              <a:ext cx="605341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a-IR" sz="60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IRANYekanXFaNum Heavy" pitchFamily="2" charset="-78"/>
                  <a:ea typeface="Roboto Condensed" panose="02000000000000000000" pitchFamily="2" charset="0"/>
                  <a:cs typeface="IRANYekanXFaNum Heavy" pitchFamily="2" charset="-78"/>
                </a:rPr>
                <a:t>3</a:t>
              </a:r>
              <a:endParaRPr lang="ru-RU" sz="6000" b="1" dirty="0">
                <a:ln w="13462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  <a:cs typeface="IRANYekanXFaNum Heavy" pitchFamily="2" charset="-78"/>
              </a:endParaRPr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9A6E2DC6-27D3-A375-0EC0-65E9A89E636D}"/>
              </a:ext>
            </a:extLst>
          </p:cNvPr>
          <p:cNvSpPr/>
          <p:nvPr/>
        </p:nvSpPr>
        <p:spPr>
          <a:xfrm>
            <a:off x="2846272" y="2959310"/>
            <a:ext cx="5115847" cy="2302625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4D4E691-16C5-AB9B-DBD7-41AD03DF2FCD}"/>
              </a:ext>
            </a:extLst>
          </p:cNvPr>
          <p:cNvCxnSpPr>
            <a:cxnSpLocks/>
          </p:cNvCxnSpPr>
          <p:nvPr/>
        </p:nvCxnSpPr>
        <p:spPr>
          <a:xfrm flipV="1">
            <a:off x="6256836" y="2959310"/>
            <a:ext cx="0" cy="2240115"/>
          </a:xfrm>
          <a:prstGeom prst="line">
            <a:avLst/>
          </a:prstGeom>
          <a:ln w="57150">
            <a:solidFill>
              <a:srgbClr val="00B05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A88CB185-A7CB-BA79-964C-EA4BC28C2C08}"/>
              </a:ext>
            </a:extLst>
          </p:cNvPr>
          <p:cNvCxnSpPr>
            <a:cxnSpLocks/>
          </p:cNvCxnSpPr>
          <p:nvPr/>
        </p:nvCxnSpPr>
        <p:spPr>
          <a:xfrm flipV="1">
            <a:off x="4551554" y="2959310"/>
            <a:ext cx="0" cy="2236125"/>
          </a:xfrm>
          <a:prstGeom prst="line">
            <a:avLst/>
          </a:prstGeom>
          <a:ln w="57150">
            <a:solidFill>
              <a:srgbClr val="00B05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AF3AB61A-A046-F40B-F508-58F809740C68}"/>
              </a:ext>
            </a:extLst>
          </p:cNvPr>
          <p:cNvCxnSpPr>
            <a:cxnSpLocks/>
          </p:cNvCxnSpPr>
          <p:nvPr/>
        </p:nvCxnSpPr>
        <p:spPr>
          <a:xfrm>
            <a:off x="2897063" y="3557926"/>
            <a:ext cx="5168635" cy="0"/>
          </a:xfrm>
          <a:prstGeom prst="line">
            <a:avLst/>
          </a:prstGeom>
          <a:ln w="57150">
            <a:solidFill>
              <a:srgbClr val="007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9FB7D3EB-6797-C8F5-6229-B651CBA4B185}"/>
              </a:ext>
            </a:extLst>
          </p:cNvPr>
          <p:cNvCxnSpPr>
            <a:cxnSpLocks/>
          </p:cNvCxnSpPr>
          <p:nvPr/>
        </p:nvCxnSpPr>
        <p:spPr>
          <a:xfrm flipV="1">
            <a:off x="2897063" y="4110623"/>
            <a:ext cx="5115855" cy="15306"/>
          </a:xfrm>
          <a:prstGeom prst="line">
            <a:avLst/>
          </a:prstGeom>
          <a:ln w="57150">
            <a:solidFill>
              <a:srgbClr val="007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B9FDD739-A368-B2B4-68B6-76C7C52DC7B8}"/>
              </a:ext>
            </a:extLst>
          </p:cNvPr>
          <p:cNvCxnSpPr>
            <a:cxnSpLocks/>
          </p:cNvCxnSpPr>
          <p:nvPr/>
        </p:nvCxnSpPr>
        <p:spPr>
          <a:xfrm flipV="1">
            <a:off x="2897063" y="4674900"/>
            <a:ext cx="5115855" cy="19032"/>
          </a:xfrm>
          <a:prstGeom prst="line">
            <a:avLst/>
          </a:prstGeom>
          <a:ln w="57150">
            <a:solidFill>
              <a:srgbClr val="007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E5227347-B8B5-6696-CB40-299D676D4A31}"/>
                  </a:ext>
                </a:extLst>
              </p:cNvPr>
              <p:cNvSpPr/>
              <p:nvPr/>
            </p:nvSpPr>
            <p:spPr>
              <a:xfrm>
                <a:off x="2983470" y="5350475"/>
                <a:ext cx="4841450" cy="10201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 rtl="1">
                  <a:lnSpc>
                    <a:spcPct val="170000"/>
                  </a:lnSpc>
                </a:pPr>
                <a:r>
                  <a:rPr lang="fa-IR" sz="2800" dirty="0">
                    <a:solidFill>
                      <a:srgbClr val="6699FF"/>
                    </a:solidFill>
                    <a:latin typeface="IRANYekanXFaNum" pitchFamily="2" charset="-78"/>
                    <a:cs typeface="IRANYekanXFaNum" pitchFamily="2" charset="-78"/>
                  </a:rPr>
                  <a:t>او در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a-IR" sz="2800" b="0" i="1" smtClean="0">
                            <a:solidFill>
                              <a:srgbClr val="6699FF"/>
                            </a:solidFill>
                            <a:latin typeface="Cambria Math" panose="02040503050406030204" pitchFamily="18" charset="0"/>
                            <a:cs typeface="IRANYekanXFaNum" pitchFamily="2" charset="-78"/>
                          </a:rPr>
                        </m:ctrlPr>
                      </m:fPr>
                      <m:num>
                        <m:r>
                          <a:rPr lang="fa-IR" sz="2800" b="0" i="1" smtClean="0">
                            <a:solidFill>
                              <a:srgbClr val="6699FF"/>
                            </a:solidFill>
                            <a:latin typeface="Cambria Math" panose="02040503050406030204" pitchFamily="18" charset="0"/>
                            <a:cs typeface="IRANYekanXFaNum" pitchFamily="2" charset="-78"/>
                          </a:rPr>
                          <m:t>1</m:t>
                        </m:r>
                      </m:num>
                      <m:den>
                        <m:r>
                          <a:rPr lang="fa-IR" sz="2800" b="0" i="1" smtClean="0">
                            <a:solidFill>
                              <a:srgbClr val="6699FF"/>
                            </a:solidFill>
                            <a:latin typeface="Cambria Math" panose="02040503050406030204" pitchFamily="18" charset="0"/>
                            <a:cs typeface="IRANYekanXFaNum" pitchFamily="2" charset="-78"/>
                          </a:rPr>
                          <m:t>12</m:t>
                        </m:r>
                      </m:den>
                    </m:f>
                  </m:oMath>
                </a14:m>
                <a:r>
                  <a:rPr lang="fa-IR" sz="2800" dirty="0">
                    <a:solidFill>
                      <a:srgbClr val="6699FF"/>
                    </a:solidFill>
                    <a:latin typeface="IRANYekanXFaNum" pitchFamily="2" charset="-78"/>
                    <a:cs typeface="IRANYekanXFaNum" pitchFamily="2" charset="-78"/>
                  </a:rPr>
                  <a:t> زمین گلابی کاشته است.</a:t>
                </a:r>
                <a:endParaRPr lang="en-US" sz="2800" dirty="0">
                  <a:solidFill>
                    <a:srgbClr val="6699FF"/>
                  </a:solidFill>
                  <a:latin typeface="IRANYekanXFaNum" pitchFamily="2" charset="-78"/>
                  <a:cs typeface="IRANYekanXFaNum" pitchFamily="2" charset="-78"/>
                </a:endParaRPr>
              </a:p>
            </p:txBody>
          </p:sp>
        </mc:Choice>
        <mc:Fallback xmlns=""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E5227347-B8B5-6696-CB40-299D676D4A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3470" y="5350475"/>
                <a:ext cx="4841450" cy="1020151"/>
              </a:xfrm>
              <a:prstGeom prst="rect">
                <a:avLst/>
              </a:prstGeom>
              <a:blipFill>
                <a:blip r:embed="rId6"/>
                <a:stretch>
                  <a:fillRect l="-252" r="-2516" b="-10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00955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p14:presetBounceEnd="68182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8182">
                                          <p:cBhvr additive="base">
                                            <p:cTn id="7" dur="11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8182">
                                          <p:cBhvr additive="base">
                                            <p:cTn id="8" dur="11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2" presetClass="entr" presetSubtype="8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2" dur="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2" presetClass="entr" presetSubtype="2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16" dur="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2" fill="hold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nodeType="withEffect" p14:presetBounceEnd="68182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8182">
                                          <p:cBhvr additive="base">
                                            <p:cTn id="23" dur="11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8182">
                                          <p:cBhvr additive="base">
                                            <p:cTn id="24" dur="11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900"/>
                                </p:stCondLst>
                                <p:childTnLst>
                                  <p:par>
                                    <p:cTn id="26" presetID="1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500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9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2400"/>
                                </p:stCondLst>
                                <p:childTnLst>
                                  <p:par>
                                    <p:cTn id="31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3" dur="5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2900"/>
                                </p:stCondLst>
                                <p:childTnLst>
                                  <p:par>
                                    <p:cTn id="35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9" fill="hold">
                          <p:stCondLst>
                            <p:cond delay="indefinite"/>
                          </p:stCondLst>
                          <p:childTnLst>
                            <p:par>
                              <p:cTn id="4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1" presetID="53" presetClass="entr" presetSubtype="16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3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4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5" dur="5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6" fill="hold">
                          <p:stCondLst>
                            <p:cond delay="indefinite"/>
                          </p:stCondLst>
                          <p:childTnLst>
                            <p:par>
                              <p:cTn id="4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8" presetID="22" presetClass="entr" presetSubtype="1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50" dur="25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1" fill="hold">
                                <p:stCondLst>
                                  <p:cond delay="250"/>
                                </p:stCondLst>
                                <p:childTnLst>
                                  <p:par>
                                    <p:cTn id="52" presetID="22" presetClass="entr" presetSubtype="1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54" dur="25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5" fill="hold">
                          <p:stCondLst>
                            <p:cond delay="indefinite"/>
                          </p:stCondLst>
                          <p:childTnLst>
                            <p:par>
                              <p:cTn id="5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7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9" dur="5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0" fill="hold">
                          <p:stCondLst>
                            <p:cond delay="indefinite"/>
                          </p:stCondLst>
                          <p:childTnLst>
                            <p:par>
                              <p:cTn id="6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2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5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5" fill="hold">
                          <p:stCondLst>
                            <p:cond delay="indefinite"/>
                          </p:stCondLst>
                          <p:childTnLst>
                            <p:par>
                              <p:cTn id="6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7" presetID="22" presetClass="entr" presetSubtype="2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69" dur="500"/>
                                            <p:tgtEl>
                                              <p:spTgt spid="5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0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71" presetID="2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73" dur="500"/>
                                            <p:tgtEl>
                                              <p:spTgt spid="5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4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75" presetID="2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77" dur="500"/>
                                            <p:tgtEl>
                                              <p:spTgt spid="6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8" fill="hold">
                          <p:stCondLst>
                            <p:cond delay="indefinite"/>
                          </p:stCondLst>
                          <p:childTnLst>
                            <p:par>
                              <p:cTn id="7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0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500"/>
                                            <p:tgtEl>
                                              <p:spTgt spid="7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3" fill="hold">
                          <p:stCondLst>
                            <p:cond delay="indefinite"/>
                          </p:stCondLst>
                          <p:childTnLst>
                            <p:par>
                              <p:cTn id="8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5" presetID="22" presetClass="entr" presetSubtype="2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87" dur="1000"/>
                                            <p:tgtEl>
                                              <p:spTgt spid="7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76" grpId="0" animBg="1"/>
          <p:bldP spid="48" grpId="0" animBg="1"/>
          <p:bldP spid="52" grpId="0" animBg="1"/>
          <p:bldP spid="20" grpId="0" animBg="1"/>
          <p:bldP spid="24" grpId="0" animBg="1"/>
          <p:bldP spid="25" grpId="0" animBg="1"/>
          <p:bldP spid="26" grpId="0" animBg="1"/>
          <p:bldP spid="32" grpId="0"/>
          <p:bldP spid="11" grpId="0" animBg="1"/>
          <p:bldP spid="77" grpId="0" build="allAtOnce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1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1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2" presetClass="entr" presetSubtype="8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2" dur="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2" presetClass="entr" presetSubtype="2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16" dur="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2" fill="hold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11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11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900"/>
                                </p:stCondLst>
                                <p:childTnLst>
                                  <p:par>
                                    <p:cTn id="26" presetID="1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500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9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2400"/>
                                </p:stCondLst>
                                <p:childTnLst>
                                  <p:par>
                                    <p:cTn id="31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3" dur="5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2900"/>
                                </p:stCondLst>
                                <p:childTnLst>
                                  <p:par>
                                    <p:cTn id="35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9" fill="hold">
                          <p:stCondLst>
                            <p:cond delay="indefinite"/>
                          </p:stCondLst>
                          <p:childTnLst>
                            <p:par>
                              <p:cTn id="4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1" presetID="53" presetClass="entr" presetSubtype="16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3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4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5" dur="5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6" fill="hold">
                          <p:stCondLst>
                            <p:cond delay="indefinite"/>
                          </p:stCondLst>
                          <p:childTnLst>
                            <p:par>
                              <p:cTn id="4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8" presetID="22" presetClass="entr" presetSubtype="1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50" dur="25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1" fill="hold">
                                <p:stCondLst>
                                  <p:cond delay="250"/>
                                </p:stCondLst>
                                <p:childTnLst>
                                  <p:par>
                                    <p:cTn id="52" presetID="22" presetClass="entr" presetSubtype="1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54" dur="25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5" fill="hold">
                          <p:stCondLst>
                            <p:cond delay="indefinite"/>
                          </p:stCondLst>
                          <p:childTnLst>
                            <p:par>
                              <p:cTn id="5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7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9" dur="5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0" fill="hold">
                          <p:stCondLst>
                            <p:cond delay="indefinite"/>
                          </p:stCondLst>
                          <p:childTnLst>
                            <p:par>
                              <p:cTn id="6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2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5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5" fill="hold">
                          <p:stCondLst>
                            <p:cond delay="indefinite"/>
                          </p:stCondLst>
                          <p:childTnLst>
                            <p:par>
                              <p:cTn id="6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7" presetID="22" presetClass="entr" presetSubtype="2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69" dur="500"/>
                                            <p:tgtEl>
                                              <p:spTgt spid="5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0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71" presetID="2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73" dur="500"/>
                                            <p:tgtEl>
                                              <p:spTgt spid="5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4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75" presetID="2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77" dur="500"/>
                                            <p:tgtEl>
                                              <p:spTgt spid="6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8" fill="hold">
                          <p:stCondLst>
                            <p:cond delay="indefinite"/>
                          </p:stCondLst>
                          <p:childTnLst>
                            <p:par>
                              <p:cTn id="7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0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500"/>
                                            <p:tgtEl>
                                              <p:spTgt spid="7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3" fill="hold">
                          <p:stCondLst>
                            <p:cond delay="indefinite"/>
                          </p:stCondLst>
                          <p:childTnLst>
                            <p:par>
                              <p:cTn id="8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5" presetID="22" presetClass="entr" presetSubtype="2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87" dur="1000"/>
                                            <p:tgtEl>
                                              <p:spTgt spid="7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76" grpId="0" animBg="1"/>
          <p:bldP spid="48" grpId="0" animBg="1"/>
          <p:bldP spid="52" grpId="0" animBg="1"/>
          <p:bldP spid="20" grpId="0" animBg="1"/>
          <p:bldP spid="24" grpId="0" animBg="1"/>
          <p:bldP spid="25" grpId="0" animBg="1"/>
          <p:bldP spid="26" grpId="0" animBg="1"/>
          <p:bldP spid="32" grpId="0"/>
          <p:bldP spid="11" grpId="0" animBg="1"/>
          <p:bldP spid="77" grpId="0" build="allAtOnce"/>
        </p:bldLst>
      </p:timing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7F4D7-AB7E-834B-936E-86C345A89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47574B7-3AE9-BE28-2CCB-53046A3C53F7}"/>
              </a:ext>
            </a:extLst>
          </p:cNvPr>
          <p:cNvSpPr/>
          <p:nvPr/>
        </p:nvSpPr>
        <p:spPr>
          <a:xfrm>
            <a:off x="215642" y="111756"/>
            <a:ext cx="8632177" cy="2168800"/>
          </a:xfrm>
          <a:prstGeom prst="roundRect">
            <a:avLst>
              <a:gd name="adj" fmla="val 34686"/>
            </a:avLst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DZ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D00AEDB-7657-6E8E-D19A-3674D0B124E2}"/>
              </a:ext>
            </a:extLst>
          </p:cNvPr>
          <p:cNvGrpSpPr/>
          <p:nvPr/>
        </p:nvGrpSpPr>
        <p:grpSpPr>
          <a:xfrm rot="5400000">
            <a:off x="9079518" y="755454"/>
            <a:ext cx="1666266" cy="993876"/>
            <a:chOff x="5263043" y="3924314"/>
            <a:chExt cx="1666266" cy="993876"/>
          </a:xfrm>
        </p:grpSpPr>
        <p:sp>
          <p:nvSpPr>
            <p:cNvPr id="22" name="Arc 111">
              <a:extLst>
                <a:ext uri="{FF2B5EF4-FFF2-40B4-BE49-F238E27FC236}">
                  <a16:creationId xmlns:a16="http://schemas.microsoft.com/office/drawing/2014/main" id="{56EBD175-C515-E6BE-9652-BB601EB6CFCE}"/>
                </a:ext>
              </a:extLst>
            </p:cNvPr>
            <p:cNvSpPr>
              <a:spLocks/>
            </p:cNvSpPr>
            <p:nvPr/>
          </p:nvSpPr>
          <p:spPr>
            <a:xfrm rot="7125828">
              <a:off x="5634265" y="3553092"/>
              <a:ext cx="923822" cy="1666266"/>
            </a:xfrm>
            <a:custGeom>
              <a:avLst/>
              <a:gdLst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2" fmla="*/ 1568256 w 3136511"/>
                <a:gd name="connsiteY2" fmla="*/ 1874520 h 3749040"/>
                <a:gd name="connsiteX3" fmla="*/ 2026459 w 3136511"/>
                <a:gd name="connsiteY3" fmla="*/ 81794 h 3749040"/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8203 w 1568259"/>
                <a:gd name="connsiteY0" fmla="*/ 0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026135"/>
                <a:gd name="connsiteY0" fmla="*/ 0 h 1776354"/>
                <a:gd name="connsiteX1" fmla="*/ 1026135 w 1026135"/>
                <a:gd name="connsiteY1" fmla="*/ 1776354 h 1776354"/>
                <a:gd name="connsiteX2" fmla="*/ 0 w 1026135"/>
                <a:gd name="connsiteY2" fmla="*/ 1191335 h 1776354"/>
                <a:gd name="connsiteX3" fmla="*/ 27726 w 1026135"/>
                <a:gd name="connsiteY3" fmla="*/ 0 h 1776354"/>
                <a:gd name="connsiteX0" fmla="*/ 20520 w 1026135"/>
                <a:gd name="connsiteY0" fmla="*/ 34379 h 1776354"/>
                <a:gd name="connsiteX1" fmla="*/ 884205 w 1026135"/>
                <a:gd name="connsiteY1" fmla="*/ 1632603 h 1776354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23822" h="1666266" stroke="0" extrusionOk="0">
                  <a:moveTo>
                    <a:pt x="27726" y="0"/>
                  </a:moveTo>
                  <a:cubicBezTo>
                    <a:pt x="1059256" y="699389"/>
                    <a:pt x="841732" y="475354"/>
                    <a:pt x="917895" y="1666266"/>
                  </a:cubicBezTo>
                  <a:lnTo>
                    <a:pt x="0" y="1191335"/>
                  </a:lnTo>
                  <a:lnTo>
                    <a:pt x="27726" y="0"/>
                  </a:lnTo>
                  <a:close/>
                </a:path>
                <a:path w="923822" h="1666266" fill="none">
                  <a:moveTo>
                    <a:pt x="20520" y="34379"/>
                  </a:moveTo>
                  <a:cubicBezTo>
                    <a:pt x="787091" y="294637"/>
                    <a:pt x="1028502" y="898728"/>
                    <a:pt x="884205" y="1632603"/>
                  </a:cubicBezTo>
                </a:path>
              </a:pathLst>
            </a:custGeom>
            <a:ln w="28575" cap="rnd">
              <a:solidFill>
                <a:srgbClr val="767B7B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F4129BCF-EA82-2BE8-8F14-F5F47437AD6D}"/>
                </a:ext>
              </a:extLst>
            </p:cNvPr>
            <p:cNvSpPr/>
            <p:nvPr/>
          </p:nvSpPr>
          <p:spPr>
            <a:xfrm>
              <a:off x="6020181" y="4749058"/>
              <a:ext cx="200440" cy="169132"/>
            </a:xfrm>
            <a:custGeom>
              <a:avLst/>
              <a:gdLst>
                <a:gd name="connsiteX0" fmla="*/ 28037 w 200440"/>
                <a:gd name="connsiteY0" fmla="*/ 0 h 169132"/>
                <a:gd name="connsiteX1" fmla="*/ 44586 w 200440"/>
                <a:gd name="connsiteY1" fmla="*/ 1769 h 169132"/>
                <a:gd name="connsiteX2" fmla="*/ 166182 w 200440"/>
                <a:gd name="connsiteY2" fmla="*/ 789 h 169132"/>
                <a:gd name="connsiteX3" fmla="*/ 172411 w 200440"/>
                <a:gd name="connsiteY3" fmla="*/ 11 h 169132"/>
                <a:gd name="connsiteX4" fmla="*/ 192564 w 200440"/>
                <a:gd name="connsiteY4" fmla="*/ 29902 h 169132"/>
                <a:gd name="connsiteX5" fmla="*/ 200440 w 200440"/>
                <a:gd name="connsiteY5" fmla="*/ 68912 h 169132"/>
                <a:gd name="connsiteX6" fmla="*/ 100220 w 200440"/>
                <a:gd name="connsiteY6" fmla="*/ 169132 h 169132"/>
                <a:gd name="connsiteX7" fmla="*/ 0 w 200440"/>
                <a:gd name="connsiteY7" fmla="*/ 68912 h 169132"/>
                <a:gd name="connsiteX8" fmla="*/ 7876 w 200440"/>
                <a:gd name="connsiteY8" fmla="*/ 29902 h 169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0440" h="169132">
                  <a:moveTo>
                    <a:pt x="28037" y="0"/>
                  </a:moveTo>
                  <a:lnTo>
                    <a:pt x="44586" y="1769"/>
                  </a:lnTo>
                  <a:cubicBezTo>
                    <a:pt x="84217" y="3762"/>
                    <a:pt x="124733" y="3518"/>
                    <a:pt x="166182" y="789"/>
                  </a:cubicBezTo>
                  <a:lnTo>
                    <a:pt x="172411" y="11"/>
                  </a:lnTo>
                  <a:lnTo>
                    <a:pt x="192564" y="29902"/>
                  </a:lnTo>
                  <a:cubicBezTo>
                    <a:pt x="197636" y="41892"/>
                    <a:pt x="200440" y="55075"/>
                    <a:pt x="200440" y="68912"/>
                  </a:cubicBezTo>
                  <a:cubicBezTo>
                    <a:pt x="200440" y="124262"/>
                    <a:pt x="155570" y="169132"/>
                    <a:pt x="100220" y="169132"/>
                  </a:cubicBezTo>
                  <a:cubicBezTo>
                    <a:pt x="44870" y="169132"/>
                    <a:pt x="0" y="124262"/>
                    <a:pt x="0" y="68912"/>
                  </a:cubicBezTo>
                  <a:cubicBezTo>
                    <a:pt x="0" y="55075"/>
                    <a:pt x="2805" y="41892"/>
                    <a:pt x="7876" y="29902"/>
                  </a:cubicBezTo>
                  <a:close/>
                </a:path>
              </a:pathLst>
            </a:custGeom>
            <a:solidFill>
              <a:srgbClr val="767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F18F08E-D643-D664-DD85-BA906CBA6011}"/>
              </a:ext>
            </a:extLst>
          </p:cNvPr>
          <p:cNvSpPr/>
          <p:nvPr/>
        </p:nvSpPr>
        <p:spPr>
          <a:xfrm>
            <a:off x="11529568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4DFD30BE-B1D5-2C4F-0A67-440D2D52EF33}"/>
              </a:ext>
            </a:extLst>
          </p:cNvPr>
          <p:cNvSpPr/>
          <p:nvPr/>
        </p:nvSpPr>
        <p:spPr>
          <a:xfrm flipH="1">
            <a:off x="9683316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67A1D16E-6971-9974-8F06-A09371B6D19A}"/>
              </a:ext>
            </a:extLst>
          </p:cNvPr>
          <p:cNvSpPr>
            <a:spLocks noChangeAspect="1"/>
          </p:cNvSpPr>
          <p:nvPr/>
        </p:nvSpPr>
        <p:spPr>
          <a:xfrm>
            <a:off x="9802197" y="163553"/>
            <a:ext cx="1966302" cy="2199640"/>
          </a:xfrm>
          <a:custGeom>
            <a:avLst/>
            <a:gdLst>
              <a:gd name="connsiteX0" fmla="*/ 983151 w 1966302"/>
              <a:gd name="connsiteY0" fmla="*/ 0 h 2199640"/>
              <a:gd name="connsiteX1" fmla="*/ 1893033 w 1966302"/>
              <a:gd name="connsiteY1" fmla="*/ 484900 h 2199640"/>
              <a:gd name="connsiteX2" fmla="*/ 1966302 w 1966302"/>
              <a:gd name="connsiteY2" fmla="*/ 620201 h 2199640"/>
              <a:gd name="connsiteX3" fmla="*/ 1944102 w 1966302"/>
              <a:gd name="connsiteY3" fmla="*/ 631189 h 2199640"/>
              <a:gd name="connsiteX4" fmla="*/ 1670855 w 1966302"/>
              <a:gd name="connsiteY4" fmla="*/ 1099820 h 2199640"/>
              <a:gd name="connsiteX5" fmla="*/ 1944102 w 1966302"/>
              <a:gd name="connsiteY5" fmla="*/ 1568451 h 2199640"/>
              <a:gd name="connsiteX6" fmla="*/ 1966302 w 1966302"/>
              <a:gd name="connsiteY6" fmla="*/ 1579440 h 2199640"/>
              <a:gd name="connsiteX7" fmla="*/ 1893033 w 1966302"/>
              <a:gd name="connsiteY7" fmla="*/ 1714740 h 2199640"/>
              <a:gd name="connsiteX8" fmla="*/ 983151 w 1966302"/>
              <a:gd name="connsiteY8" fmla="*/ 2199640 h 2199640"/>
              <a:gd name="connsiteX9" fmla="*/ 73269 w 1966302"/>
              <a:gd name="connsiteY9" fmla="*/ 1714740 h 2199640"/>
              <a:gd name="connsiteX10" fmla="*/ 0 w 1966302"/>
              <a:gd name="connsiteY10" fmla="*/ 1579439 h 2199640"/>
              <a:gd name="connsiteX11" fmla="*/ 22200 w 1966302"/>
              <a:gd name="connsiteY11" fmla="*/ 1568451 h 2199640"/>
              <a:gd name="connsiteX12" fmla="*/ 295446 w 1966302"/>
              <a:gd name="connsiteY12" fmla="*/ 1099820 h 2199640"/>
              <a:gd name="connsiteX13" fmla="*/ 22200 w 1966302"/>
              <a:gd name="connsiteY13" fmla="*/ 631189 h 2199640"/>
              <a:gd name="connsiteX14" fmla="*/ 0 w 1966302"/>
              <a:gd name="connsiteY14" fmla="*/ 620201 h 2199640"/>
              <a:gd name="connsiteX15" fmla="*/ 73269 w 1966302"/>
              <a:gd name="connsiteY15" fmla="*/ 484900 h 2199640"/>
              <a:gd name="connsiteX16" fmla="*/ 983151 w 1966302"/>
              <a:gd name="connsiteY16" fmla="*/ 0 h 2199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966302" h="2199640">
                <a:moveTo>
                  <a:pt x="983151" y="0"/>
                </a:moveTo>
                <a:cubicBezTo>
                  <a:pt x="1361908" y="0"/>
                  <a:pt x="1695844" y="192346"/>
                  <a:pt x="1893033" y="484900"/>
                </a:cubicBezTo>
                <a:lnTo>
                  <a:pt x="1966302" y="620201"/>
                </a:lnTo>
                <a:lnTo>
                  <a:pt x="1944102" y="631189"/>
                </a:lnTo>
                <a:cubicBezTo>
                  <a:pt x="1779244" y="732750"/>
                  <a:pt x="1670855" y="904743"/>
                  <a:pt x="1670855" y="1099820"/>
                </a:cubicBezTo>
                <a:cubicBezTo>
                  <a:pt x="1670855" y="1294898"/>
                  <a:pt x="1779244" y="1466890"/>
                  <a:pt x="1944102" y="1568451"/>
                </a:cubicBezTo>
                <a:lnTo>
                  <a:pt x="1966302" y="1579440"/>
                </a:lnTo>
                <a:lnTo>
                  <a:pt x="1893033" y="1714740"/>
                </a:lnTo>
                <a:cubicBezTo>
                  <a:pt x="1695844" y="2007294"/>
                  <a:pt x="1361908" y="2199640"/>
                  <a:pt x="983151" y="2199640"/>
                </a:cubicBezTo>
                <a:cubicBezTo>
                  <a:pt x="604394" y="2199640"/>
                  <a:pt x="270459" y="2007294"/>
                  <a:pt x="73269" y="1714740"/>
                </a:cubicBezTo>
                <a:lnTo>
                  <a:pt x="0" y="1579439"/>
                </a:lnTo>
                <a:lnTo>
                  <a:pt x="22200" y="1568451"/>
                </a:lnTo>
                <a:cubicBezTo>
                  <a:pt x="187057" y="1466890"/>
                  <a:pt x="295446" y="1294898"/>
                  <a:pt x="295446" y="1099820"/>
                </a:cubicBezTo>
                <a:cubicBezTo>
                  <a:pt x="295446" y="904743"/>
                  <a:pt x="187057" y="732750"/>
                  <a:pt x="22200" y="631189"/>
                </a:cubicBezTo>
                <a:lnTo>
                  <a:pt x="0" y="620201"/>
                </a:lnTo>
                <a:lnTo>
                  <a:pt x="73269" y="484900"/>
                </a:lnTo>
                <a:cubicBezTo>
                  <a:pt x="270459" y="192346"/>
                  <a:pt x="604394" y="0"/>
                  <a:pt x="983151" y="0"/>
                </a:cubicBezTo>
                <a:close/>
              </a:path>
            </a:pathLst>
          </a:cu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57E2DBE-F02B-69AE-9D1F-3CE005B19FA4}"/>
              </a:ext>
            </a:extLst>
          </p:cNvPr>
          <p:cNvGrpSpPr/>
          <p:nvPr/>
        </p:nvGrpSpPr>
        <p:grpSpPr>
          <a:xfrm>
            <a:off x="10153750" y="634175"/>
            <a:ext cx="1287780" cy="1291590"/>
            <a:chOff x="7688342" y="576301"/>
            <a:chExt cx="1287780" cy="1291590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D3C1E958-643C-EA84-73E9-A0D73F03E66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88342" y="576301"/>
              <a:ext cx="1287780" cy="129159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38100" dir="2700000" sx="105000" sy="105000" algn="tl" rotWithShape="0">
                <a:prstClr val="black">
                  <a:alpha val="4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grpSp>
          <p:nvGrpSpPr>
            <p:cNvPr id="29" name="Target">
              <a:extLst>
                <a:ext uri="{FF2B5EF4-FFF2-40B4-BE49-F238E27FC236}">
                  <a16:creationId xmlns:a16="http://schemas.microsoft.com/office/drawing/2014/main" id="{FD1F2B79-D3C0-AC0D-1770-3913B7F644C1}"/>
                </a:ext>
              </a:extLst>
            </p:cNvPr>
            <p:cNvGrpSpPr/>
            <p:nvPr/>
          </p:nvGrpSpPr>
          <p:grpSpPr>
            <a:xfrm>
              <a:off x="7956103" y="770172"/>
              <a:ext cx="839566" cy="848693"/>
              <a:chOff x="7021543" y="3230227"/>
              <a:chExt cx="439248" cy="444023"/>
            </a:xfrm>
            <a:effectLst>
              <a:reflection blurRad="6350" stA="20000" endPos="35000" dir="5400000" sy="-100000" algn="bl" rotWithShape="0"/>
            </a:effectLst>
          </p:grpSpPr>
          <p:sp>
            <p:nvSpPr>
              <p:cNvPr id="30" name="Freeform 56">
                <a:extLst>
                  <a:ext uri="{FF2B5EF4-FFF2-40B4-BE49-F238E27FC236}">
                    <a16:creationId xmlns:a16="http://schemas.microsoft.com/office/drawing/2014/main" id="{5AA3B952-CA72-4E11-C5D7-1047B4BAC46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75017" y="3340994"/>
                <a:ext cx="274053" cy="273098"/>
              </a:xfrm>
              <a:custGeom>
                <a:avLst/>
                <a:gdLst>
                  <a:gd name="T0" fmla="*/ 146 w 159"/>
                  <a:gd name="T1" fmla="*/ 36 h 159"/>
                  <a:gd name="T2" fmla="*/ 136 w 159"/>
                  <a:gd name="T3" fmla="*/ 46 h 159"/>
                  <a:gd name="T4" fmla="*/ 145 w 159"/>
                  <a:gd name="T5" fmla="*/ 80 h 159"/>
                  <a:gd name="T6" fmla="*/ 80 w 159"/>
                  <a:gd name="T7" fmla="*/ 145 h 159"/>
                  <a:gd name="T8" fmla="*/ 14 w 159"/>
                  <a:gd name="T9" fmla="*/ 80 h 159"/>
                  <a:gd name="T10" fmla="*/ 80 w 159"/>
                  <a:gd name="T11" fmla="*/ 14 h 159"/>
                  <a:gd name="T12" fmla="*/ 113 w 159"/>
                  <a:gd name="T13" fmla="*/ 23 h 159"/>
                  <a:gd name="T14" fmla="*/ 123 w 159"/>
                  <a:gd name="T15" fmla="*/ 13 h 159"/>
                  <a:gd name="T16" fmla="*/ 80 w 159"/>
                  <a:gd name="T17" fmla="*/ 0 h 159"/>
                  <a:gd name="T18" fmla="*/ 0 w 159"/>
                  <a:gd name="T19" fmla="*/ 80 h 159"/>
                  <a:gd name="T20" fmla="*/ 80 w 159"/>
                  <a:gd name="T21" fmla="*/ 159 h 159"/>
                  <a:gd name="T22" fmla="*/ 159 w 159"/>
                  <a:gd name="T23" fmla="*/ 80 h 159"/>
                  <a:gd name="T24" fmla="*/ 146 w 159"/>
                  <a:gd name="T25" fmla="*/ 36 h 159"/>
                  <a:gd name="T26" fmla="*/ 80 w 159"/>
                  <a:gd name="T27" fmla="*/ 47 h 159"/>
                  <a:gd name="T28" fmla="*/ 88 w 159"/>
                  <a:gd name="T29" fmla="*/ 48 h 159"/>
                  <a:gd name="T30" fmla="*/ 99 w 159"/>
                  <a:gd name="T31" fmla="*/ 37 h 159"/>
                  <a:gd name="T32" fmla="*/ 80 w 159"/>
                  <a:gd name="T33" fmla="*/ 33 h 159"/>
                  <a:gd name="T34" fmla="*/ 33 w 159"/>
                  <a:gd name="T35" fmla="*/ 80 h 159"/>
                  <a:gd name="T36" fmla="*/ 80 w 159"/>
                  <a:gd name="T37" fmla="*/ 126 h 159"/>
                  <a:gd name="T38" fmla="*/ 126 w 159"/>
                  <a:gd name="T39" fmla="*/ 80 h 159"/>
                  <a:gd name="T40" fmla="*/ 122 w 159"/>
                  <a:gd name="T41" fmla="*/ 60 h 159"/>
                  <a:gd name="T42" fmla="*/ 111 w 159"/>
                  <a:gd name="T43" fmla="*/ 71 h 159"/>
                  <a:gd name="T44" fmla="*/ 112 w 159"/>
                  <a:gd name="T45" fmla="*/ 80 h 159"/>
                  <a:gd name="T46" fmla="*/ 80 w 159"/>
                  <a:gd name="T47" fmla="*/ 112 h 159"/>
                  <a:gd name="T48" fmla="*/ 47 w 159"/>
                  <a:gd name="T49" fmla="*/ 80 h 159"/>
                  <a:gd name="T50" fmla="*/ 80 w 159"/>
                  <a:gd name="T51" fmla="*/ 47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59" h="159">
                    <a:moveTo>
                      <a:pt x="146" y="36"/>
                    </a:moveTo>
                    <a:cubicBezTo>
                      <a:pt x="143" y="39"/>
                      <a:pt x="139" y="43"/>
                      <a:pt x="136" y="46"/>
                    </a:cubicBezTo>
                    <a:cubicBezTo>
                      <a:pt x="141" y="56"/>
                      <a:pt x="145" y="67"/>
                      <a:pt x="145" y="80"/>
                    </a:cubicBezTo>
                    <a:cubicBezTo>
                      <a:pt x="145" y="116"/>
                      <a:pt x="116" y="145"/>
                      <a:pt x="80" y="145"/>
                    </a:cubicBezTo>
                    <a:cubicBezTo>
                      <a:pt x="43" y="145"/>
                      <a:pt x="14" y="116"/>
                      <a:pt x="14" y="80"/>
                    </a:cubicBezTo>
                    <a:cubicBezTo>
                      <a:pt x="14" y="43"/>
                      <a:pt x="43" y="14"/>
                      <a:pt x="80" y="14"/>
                    </a:cubicBezTo>
                    <a:cubicBezTo>
                      <a:pt x="92" y="14"/>
                      <a:pt x="103" y="18"/>
                      <a:pt x="113" y="23"/>
                    </a:cubicBezTo>
                    <a:cubicBezTo>
                      <a:pt x="116" y="20"/>
                      <a:pt x="120" y="17"/>
                      <a:pt x="123" y="13"/>
                    </a:cubicBezTo>
                    <a:cubicBezTo>
                      <a:pt x="111" y="5"/>
                      <a:pt x="96" y="0"/>
                      <a:pt x="80" y="0"/>
                    </a:cubicBezTo>
                    <a:cubicBezTo>
                      <a:pt x="36" y="0"/>
                      <a:pt x="0" y="36"/>
                      <a:pt x="0" y="80"/>
                    </a:cubicBezTo>
                    <a:cubicBezTo>
                      <a:pt x="0" y="124"/>
                      <a:pt x="36" y="159"/>
                      <a:pt x="80" y="159"/>
                    </a:cubicBezTo>
                    <a:cubicBezTo>
                      <a:pt x="123" y="159"/>
                      <a:pt x="159" y="124"/>
                      <a:pt x="159" y="80"/>
                    </a:cubicBezTo>
                    <a:cubicBezTo>
                      <a:pt x="159" y="63"/>
                      <a:pt x="154" y="48"/>
                      <a:pt x="146" y="36"/>
                    </a:cubicBezTo>
                    <a:close/>
                    <a:moveTo>
                      <a:pt x="80" y="47"/>
                    </a:moveTo>
                    <a:cubicBezTo>
                      <a:pt x="83" y="47"/>
                      <a:pt x="85" y="48"/>
                      <a:pt x="88" y="48"/>
                    </a:cubicBezTo>
                    <a:cubicBezTo>
                      <a:pt x="92" y="45"/>
                      <a:pt x="95" y="41"/>
                      <a:pt x="99" y="37"/>
                    </a:cubicBezTo>
                    <a:cubicBezTo>
                      <a:pt x="93" y="35"/>
                      <a:pt x="87" y="33"/>
                      <a:pt x="80" y="33"/>
                    </a:cubicBezTo>
                    <a:cubicBezTo>
                      <a:pt x="54" y="33"/>
                      <a:pt x="33" y="54"/>
                      <a:pt x="33" y="80"/>
                    </a:cubicBezTo>
                    <a:cubicBezTo>
                      <a:pt x="33" y="105"/>
                      <a:pt x="54" y="126"/>
                      <a:pt x="80" y="126"/>
                    </a:cubicBezTo>
                    <a:cubicBezTo>
                      <a:pt x="105" y="126"/>
                      <a:pt x="126" y="105"/>
                      <a:pt x="126" y="80"/>
                    </a:cubicBezTo>
                    <a:cubicBezTo>
                      <a:pt x="126" y="73"/>
                      <a:pt x="125" y="66"/>
                      <a:pt x="122" y="60"/>
                    </a:cubicBezTo>
                    <a:cubicBezTo>
                      <a:pt x="118" y="64"/>
                      <a:pt x="114" y="68"/>
                      <a:pt x="111" y="71"/>
                    </a:cubicBezTo>
                    <a:cubicBezTo>
                      <a:pt x="112" y="74"/>
                      <a:pt x="112" y="77"/>
                      <a:pt x="112" y="80"/>
                    </a:cubicBezTo>
                    <a:cubicBezTo>
                      <a:pt x="112" y="98"/>
                      <a:pt x="97" y="112"/>
                      <a:pt x="80" y="112"/>
                    </a:cubicBezTo>
                    <a:cubicBezTo>
                      <a:pt x="62" y="112"/>
                      <a:pt x="47" y="98"/>
                      <a:pt x="47" y="80"/>
                    </a:cubicBezTo>
                    <a:cubicBezTo>
                      <a:pt x="47" y="62"/>
                      <a:pt x="62" y="47"/>
                      <a:pt x="80" y="4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31" name="Freeform 57">
                <a:extLst>
                  <a:ext uri="{FF2B5EF4-FFF2-40B4-BE49-F238E27FC236}">
                    <a16:creationId xmlns:a16="http://schemas.microsoft.com/office/drawing/2014/main" id="{B56C7BC5-F3F3-4A96-AC30-D59EEBC1BF9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21543" y="3230227"/>
                <a:ext cx="439248" cy="444023"/>
              </a:xfrm>
              <a:custGeom>
                <a:avLst/>
                <a:gdLst>
                  <a:gd name="T0" fmla="*/ 189 w 255"/>
                  <a:gd name="T1" fmla="*/ 89 h 259"/>
                  <a:gd name="T2" fmla="*/ 207 w 255"/>
                  <a:gd name="T3" fmla="*/ 145 h 259"/>
                  <a:gd name="T4" fmla="*/ 111 w 255"/>
                  <a:gd name="T5" fmla="*/ 241 h 259"/>
                  <a:gd name="T6" fmla="*/ 14 w 255"/>
                  <a:gd name="T7" fmla="*/ 145 h 259"/>
                  <a:gd name="T8" fmla="*/ 111 w 255"/>
                  <a:gd name="T9" fmla="*/ 48 h 259"/>
                  <a:gd name="T10" fmla="*/ 166 w 255"/>
                  <a:gd name="T11" fmla="*/ 66 h 259"/>
                  <a:gd name="T12" fmla="*/ 176 w 255"/>
                  <a:gd name="T13" fmla="*/ 56 h 259"/>
                  <a:gd name="T14" fmla="*/ 111 w 255"/>
                  <a:gd name="T15" fmla="*/ 34 h 259"/>
                  <a:gd name="T16" fmla="*/ 0 w 255"/>
                  <a:gd name="T17" fmla="*/ 145 h 259"/>
                  <a:gd name="T18" fmla="*/ 30 w 255"/>
                  <a:gd name="T19" fmla="*/ 220 h 259"/>
                  <a:gd name="T20" fmla="*/ 30 w 255"/>
                  <a:gd name="T21" fmla="*/ 220 h 259"/>
                  <a:gd name="T22" fmla="*/ 30 w 255"/>
                  <a:gd name="T23" fmla="*/ 259 h 259"/>
                  <a:gd name="T24" fmla="*/ 45 w 255"/>
                  <a:gd name="T25" fmla="*/ 259 h 259"/>
                  <a:gd name="T26" fmla="*/ 45 w 255"/>
                  <a:gd name="T27" fmla="*/ 233 h 259"/>
                  <a:gd name="T28" fmla="*/ 111 w 255"/>
                  <a:gd name="T29" fmla="*/ 255 h 259"/>
                  <a:gd name="T30" fmla="*/ 176 w 255"/>
                  <a:gd name="T31" fmla="*/ 233 h 259"/>
                  <a:gd name="T32" fmla="*/ 176 w 255"/>
                  <a:gd name="T33" fmla="*/ 259 h 259"/>
                  <a:gd name="T34" fmla="*/ 191 w 255"/>
                  <a:gd name="T35" fmla="*/ 259 h 259"/>
                  <a:gd name="T36" fmla="*/ 191 w 255"/>
                  <a:gd name="T37" fmla="*/ 220 h 259"/>
                  <a:gd name="T38" fmla="*/ 221 w 255"/>
                  <a:gd name="T39" fmla="*/ 145 h 259"/>
                  <a:gd name="T40" fmla="*/ 199 w 255"/>
                  <a:gd name="T41" fmla="*/ 79 h 259"/>
                  <a:gd name="T42" fmla="*/ 189 w 255"/>
                  <a:gd name="T43" fmla="*/ 89 h 259"/>
                  <a:gd name="T44" fmla="*/ 224 w 255"/>
                  <a:gd name="T45" fmla="*/ 31 h 259"/>
                  <a:gd name="T46" fmla="*/ 224 w 255"/>
                  <a:gd name="T47" fmla="*/ 0 h 259"/>
                  <a:gd name="T48" fmla="*/ 191 w 255"/>
                  <a:gd name="T49" fmla="*/ 34 h 259"/>
                  <a:gd name="T50" fmla="*/ 191 w 255"/>
                  <a:gd name="T51" fmla="*/ 56 h 259"/>
                  <a:gd name="T52" fmla="*/ 109 w 255"/>
                  <a:gd name="T53" fmla="*/ 139 h 259"/>
                  <a:gd name="T54" fmla="*/ 109 w 255"/>
                  <a:gd name="T55" fmla="*/ 147 h 259"/>
                  <a:gd name="T56" fmla="*/ 116 w 255"/>
                  <a:gd name="T57" fmla="*/ 147 h 259"/>
                  <a:gd name="T58" fmla="*/ 199 w 255"/>
                  <a:gd name="T59" fmla="*/ 64 h 259"/>
                  <a:gd name="T60" fmla="*/ 222 w 255"/>
                  <a:gd name="T61" fmla="*/ 64 h 259"/>
                  <a:gd name="T62" fmla="*/ 255 w 255"/>
                  <a:gd name="T63" fmla="*/ 31 h 259"/>
                  <a:gd name="T64" fmla="*/ 224 w 255"/>
                  <a:gd name="T65" fmla="*/ 31 h 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55" h="259">
                    <a:moveTo>
                      <a:pt x="189" y="89"/>
                    </a:moveTo>
                    <a:cubicBezTo>
                      <a:pt x="200" y="105"/>
                      <a:pt x="207" y="124"/>
                      <a:pt x="207" y="145"/>
                    </a:cubicBezTo>
                    <a:cubicBezTo>
                      <a:pt x="207" y="198"/>
                      <a:pt x="164" y="241"/>
                      <a:pt x="111" y="241"/>
                    </a:cubicBezTo>
                    <a:cubicBezTo>
                      <a:pt x="57" y="241"/>
                      <a:pt x="14" y="198"/>
                      <a:pt x="14" y="145"/>
                    </a:cubicBezTo>
                    <a:cubicBezTo>
                      <a:pt x="14" y="91"/>
                      <a:pt x="57" y="48"/>
                      <a:pt x="111" y="48"/>
                    </a:cubicBezTo>
                    <a:cubicBezTo>
                      <a:pt x="131" y="48"/>
                      <a:pt x="150" y="55"/>
                      <a:pt x="166" y="66"/>
                    </a:cubicBezTo>
                    <a:cubicBezTo>
                      <a:pt x="170" y="63"/>
                      <a:pt x="173" y="59"/>
                      <a:pt x="176" y="56"/>
                    </a:cubicBezTo>
                    <a:cubicBezTo>
                      <a:pt x="158" y="43"/>
                      <a:pt x="135" y="34"/>
                      <a:pt x="111" y="34"/>
                    </a:cubicBezTo>
                    <a:cubicBezTo>
                      <a:pt x="50" y="34"/>
                      <a:pt x="0" y="84"/>
                      <a:pt x="0" y="145"/>
                    </a:cubicBezTo>
                    <a:cubicBezTo>
                      <a:pt x="0" y="174"/>
                      <a:pt x="12" y="200"/>
                      <a:pt x="30" y="220"/>
                    </a:cubicBezTo>
                    <a:cubicBezTo>
                      <a:pt x="30" y="220"/>
                      <a:pt x="30" y="220"/>
                      <a:pt x="30" y="220"/>
                    </a:cubicBezTo>
                    <a:cubicBezTo>
                      <a:pt x="30" y="259"/>
                      <a:pt x="30" y="259"/>
                      <a:pt x="30" y="259"/>
                    </a:cubicBezTo>
                    <a:cubicBezTo>
                      <a:pt x="45" y="259"/>
                      <a:pt x="45" y="259"/>
                      <a:pt x="45" y="259"/>
                    </a:cubicBezTo>
                    <a:cubicBezTo>
                      <a:pt x="45" y="233"/>
                      <a:pt x="45" y="233"/>
                      <a:pt x="45" y="233"/>
                    </a:cubicBezTo>
                    <a:cubicBezTo>
                      <a:pt x="63" y="247"/>
                      <a:pt x="86" y="255"/>
                      <a:pt x="111" y="255"/>
                    </a:cubicBezTo>
                    <a:cubicBezTo>
                      <a:pt x="135" y="255"/>
                      <a:pt x="158" y="247"/>
                      <a:pt x="176" y="233"/>
                    </a:cubicBezTo>
                    <a:cubicBezTo>
                      <a:pt x="176" y="259"/>
                      <a:pt x="176" y="259"/>
                      <a:pt x="176" y="259"/>
                    </a:cubicBezTo>
                    <a:cubicBezTo>
                      <a:pt x="191" y="259"/>
                      <a:pt x="191" y="259"/>
                      <a:pt x="191" y="259"/>
                    </a:cubicBezTo>
                    <a:cubicBezTo>
                      <a:pt x="191" y="220"/>
                      <a:pt x="191" y="220"/>
                      <a:pt x="191" y="220"/>
                    </a:cubicBezTo>
                    <a:cubicBezTo>
                      <a:pt x="209" y="200"/>
                      <a:pt x="221" y="174"/>
                      <a:pt x="221" y="145"/>
                    </a:cubicBezTo>
                    <a:cubicBezTo>
                      <a:pt x="221" y="120"/>
                      <a:pt x="213" y="97"/>
                      <a:pt x="199" y="79"/>
                    </a:cubicBezTo>
                    <a:cubicBezTo>
                      <a:pt x="196" y="82"/>
                      <a:pt x="193" y="85"/>
                      <a:pt x="189" y="89"/>
                    </a:cubicBezTo>
                    <a:close/>
                    <a:moveTo>
                      <a:pt x="224" y="31"/>
                    </a:moveTo>
                    <a:cubicBezTo>
                      <a:pt x="224" y="0"/>
                      <a:pt x="224" y="0"/>
                      <a:pt x="224" y="0"/>
                    </a:cubicBezTo>
                    <a:cubicBezTo>
                      <a:pt x="191" y="34"/>
                      <a:pt x="191" y="34"/>
                      <a:pt x="191" y="34"/>
                    </a:cubicBezTo>
                    <a:cubicBezTo>
                      <a:pt x="191" y="56"/>
                      <a:pt x="191" y="56"/>
                      <a:pt x="191" y="56"/>
                    </a:cubicBezTo>
                    <a:cubicBezTo>
                      <a:pt x="109" y="139"/>
                      <a:pt x="109" y="139"/>
                      <a:pt x="109" y="139"/>
                    </a:cubicBezTo>
                    <a:cubicBezTo>
                      <a:pt x="106" y="141"/>
                      <a:pt x="106" y="144"/>
                      <a:pt x="109" y="147"/>
                    </a:cubicBezTo>
                    <a:cubicBezTo>
                      <a:pt x="111" y="149"/>
                      <a:pt x="114" y="149"/>
                      <a:pt x="116" y="147"/>
                    </a:cubicBezTo>
                    <a:cubicBezTo>
                      <a:pt x="199" y="64"/>
                      <a:pt x="199" y="64"/>
                      <a:pt x="199" y="64"/>
                    </a:cubicBezTo>
                    <a:cubicBezTo>
                      <a:pt x="222" y="64"/>
                      <a:pt x="222" y="64"/>
                      <a:pt x="222" y="64"/>
                    </a:cubicBezTo>
                    <a:cubicBezTo>
                      <a:pt x="255" y="31"/>
                      <a:pt x="255" y="31"/>
                      <a:pt x="255" y="31"/>
                    </a:cubicBezTo>
                    <a:lnTo>
                      <a:pt x="224" y="31"/>
                    </a:lnTo>
                    <a:close/>
                  </a:path>
                </a:pathLst>
              </a:custGeom>
              <a:ln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</p:grp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2C0B5157-CAB3-EDC1-B5D8-B0E7EB43F95C}"/>
              </a:ext>
            </a:extLst>
          </p:cNvPr>
          <p:cNvSpPr/>
          <p:nvPr/>
        </p:nvSpPr>
        <p:spPr>
          <a:xfrm>
            <a:off x="400158" y="17416"/>
            <a:ext cx="7661072" cy="2262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50000"/>
              </a:lnSpc>
            </a:pPr>
            <a:r>
              <a:rPr sz="2400">
                <a:latin typeface="IRANYekanXFaNum"/>
              </a:rPr>
              <a:t>تمرین ۳: کدام یک از مجموعه‌های E={1,3,5,7,9} و F={2,4,6,8,10,...} متناهی و کدام نامتناهی است؟</a:t>
            </a:r>
            <a:endParaRPr lang="en-US" sz="2400" dirty="0">
              <a:latin typeface="IRANYekanXFaNum" pitchFamily="2" charset="-78"/>
              <a:cs typeface="IRANYekanXFaNum" pitchFamily="2" charset="-78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35AE7CE-28F3-2F0E-1F82-C317DB40F851}"/>
              </a:ext>
            </a:extLst>
          </p:cNvPr>
          <p:cNvGrpSpPr/>
          <p:nvPr/>
        </p:nvGrpSpPr>
        <p:grpSpPr>
          <a:xfrm>
            <a:off x="8012918" y="406349"/>
            <a:ext cx="1292458" cy="1451832"/>
            <a:chOff x="8012918" y="406349"/>
            <a:chExt cx="1292458" cy="1451832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6F6F501A-D34A-4E0A-42BE-1DA706E29E93}"/>
                </a:ext>
              </a:extLst>
            </p:cNvPr>
            <p:cNvGrpSpPr/>
            <p:nvPr/>
          </p:nvGrpSpPr>
          <p:grpSpPr>
            <a:xfrm>
              <a:off x="8023798" y="634175"/>
              <a:ext cx="1281578" cy="1224006"/>
              <a:chOff x="2026995" y="1759447"/>
              <a:chExt cx="1281578" cy="1224006"/>
            </a:xfrm>
          </p:grpSpPr>
          <p:grpSp>
            <p:nvGrpSpPr>
              <p:cNvPr id="34" name="Circle B">
                <a:extLst>
                  <a:ext uri="{FF2B5EF4-FFF2-40B4-BE49-F238E27FC236}">
                    <a16:creationId xmlns:a16="http://schemas.microsoft.com/office/drawing/2014/main" id="{09742316-43B0-8A33-EA6D-BB41D171D77D}"/>
                  </a:ext>
                </a:extLst>
              </p:cNvPr>
              <p:cNvGrpSpPr/>
              <p:nvPr/>
            </p:nvGrpSpPr>
            <p:grpSpPr>
              <a:xfrm>
                <a:off x="2050416" y="1759447"/>
                <a:ext cx="1229054" cy="1224006"/>
                <a:chOff x="3731763" y="2289353"/>
                <a:chExt cx="1341438" cy="1335925"/>
              </a:xfrm>
            </p:grpSpPr>
            <p:sp>
              <p:nvSpPr>
                <p:cNvPr id="36" name="Oval 73">
                  <a:extLst>
                    <a:ext uri="{FF2B5EF4-FFF2-40B4-BE49-F238E27FC236}">
                      <a16:creationId xmlns:a16="http://schemas.microsoft.com/office/drawing/2014/main" id="{62B622FD-0978-2A02-0471-3857CA6539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31763" y="2289353"/>
                  <a:ext cx="1341438" cy="1335925"/>
                </a:xfrm>
                <a:prstGeom prst="ellipse">
                  <a:avLst/>
                </a:prstGeom>
                <a:gradFill flip="none" rotWithShape="1">
                  <a:gsLst>
                    <a:gs pos="20000">
                      <a:srgbClr val="FFFFFF"/>
                    </a:gs>
                    <a:gs pos="100000">
                      <a:srgbClr val="DAD9D9"/>
                    </a:gs>
                  </a:gsLst>
                  <a:lin ang="2700000" scaled="1"/>
                  <a:tileRect/>
                </a:gradFill>
                <a:ln>
                  <a:noFill/>
                </a:ln>
                <a:effectLst>
                  <a:outerShdw blurRad="381000" dist="177800" dir="2700000" algn="tl" rotWithShape="0">
                    <a:prstClr val="black">
                      <a:alpha val="70000"/>
                    </a:prstClr>
                  </a:outer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350" dirty="0">
                    <a:latin typeface="Lato" panose="020F0502020204030203" pitchFamily="34" charset="0"/>
                  </a:endParaRPr>
                </a:p>
              </p:txBody>
            </p:sp>
            <p:pic>
              <p:nvPicPr>
                <p:cNvPr id="37" name="Texture">
                  <a:extLst>
                    <a:ext uri="{FF2B5EF4-FFF2-40B4-BE49-F238E27FC236}">
                      <a16:creationId xmlns:a16="http://schemas.microsoft.com/office/drawing/2014/main" id="{BE99A4AE-E00A-86B1-F0A3-8CD3DC02862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840103" y="2392141"/>
                  <a:ext cx="1187212" cy="1187213"/>
                </a:xfrm>
                <a:prstGeom prst="rect">
                  <a:avLst/>
                </a:prstGeom>
              </p:spPr>
            </p:pic>
          </p:grpSp>
          <p:sp>
            <p:nvSpPr>
              <p:cNvPr id="35" name="B">
                <a:extLst>
                  <a:ext uri="{FF2B5EF4-FFF2-40B4-BE49-F238E27FC236}">
                    <a16:creationId xmlns:a16="http://schemas.microsoft.com/office/drawing/2014/main" id="{1EF52119-F1C4-3637-6D60-5B513704FBD1}"/>
                  </a:ext>
                </a:extLst>
              </p:cNvPr>
              <p:cNvSpPr txBox="1"/>
              <p:nvPr/>
            </p:nvSpPr>
            <p:spPr>
              <a:xfrm>
                <a:off x="2026995" y="2103813"/>
                <a:ext cx="128157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3600">
                    <a:solidFill>
                      <a:srgbClr val="FF0000"/>
                    </a:solidFill>
                    <a:latin typeface="IRANYekanXFaNum Heavy" pitchFamily="2" charset="-78"/>
                    <a:ea typeface="Roboto Condensed" panose="02000000000000000000" pitchFamily="2" charset="0"/>
                    <a:cs typeface="IRANYekanXFaNum Heavy" pitchFamily="2" charset="-78"/>
                  </a:defRPr>
                </a:lvl1pPr>
              </a:lstStyle>
              <a:p>
                <a:r>
                  <a:rPr lang="fa-I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مثال</a:t>
                </a:r>
                <a:endParaRPr lang="ru-RU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  <p:sp>
          <p:nvSpPr>
            <p:cNvPr id="10" name="A">
              <a:extLst>
                <a:ext uri="{FF2B5EF4-FFF2-40B4-BE49-F238E27FC236}">
                  <a16:creationId xmlns:a16="http://schemas.microsoft.com/office/drawing/2014/main" id="{1908AF0C-EC0B-9B85-7670-190619613041}"/>
                </a:ext>
              </a:extLst>
            </p:cNvPr>
            <p:cNvSpPr txBox="1"/>
            <p:nvPr/>
          </p:nvSpPr>
          <p:spPr>
            <a:xfrm>
              <a:off x="8012918" y="406349"/>
              <a:ext cx="605341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a-IR" sz="60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IRANYekanXFaNum Heavy" pitchFamily="2" charset="-78"/>
                  <a:ea typeface="Roboto Condensed" panose="02000000000000000000" pitchFamily="2" charset="0"/>
                  <a:cs typeface="IRANYekanXFaNum Heavy" pitchFamily="2" charset="-78"/>
                </a:rPr>
                <a:t>4</a:t>
              </a:r>
              <a:endParaRPr lang="ru-RU" sz="6000" b="1" dirty="0">
                <a:ln w="13462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  <a:cs typeface="IRANYekanXFaNum Heavy" pitchFamily="2" charset="-78"/>
              </a:endParaRP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DC9C6FBE-1A9C-FBEC-17BD-5FA25941A70E}"/>
              </a:ext>
            </a:extLst>
          </p:cNvPr>
          <p:cNvSpPr/>
          <p:nvPr/>
        </p:nvSpPr>
        <p:spPr>
          <a:xfrm rot="5400000">
            <a:off x="2101612" y="3898198"/>
            <a:ext cx="2182722" cy="1341802"/>
          </a:xfrm>
          <a:prstGeom prst="rect">
            <a:avLst/>
          </a:prstGeom>
          <a:noFill/>
          <a:ln w="57150">
            <a:extLst>
              <a:ext uri="{C807C97D-BFC1-408E-A445-0C87EB9F89A2}">
                <ask:lineSketchStyleProps xmlns:ask="http://schemas.microsoft.com/office/drawing/2018/sketchyshapes" sd="3063210888">
                  <a:custGeom>
                    <a:avLst/>
                    <a:gdLst>
                      <a:gd name="connsiteX0" fmla="*/ 0 w 3240000"/>
                      <a:gd name="connsiteY0" fmla="*/ 0 h 2160000"/>
                      <a:gd name="connsiteX1" fmla="*/ 3240000 w 3240000"/>
                      <a:gd name="connsiteY1" fmla="*/ 0 h 2160000"/>
                      <a:gd name="connsiteX2" fmla="*/ 3240000 w 3240000"/>
                      <a:gd name="connsiteY2" fmla="*/ 2160000 h 2160000"/>
                      <a:gd name="connsiteX3" fmla="*/ 0 w 3240000"/>
                      <a:gd name="connsiteY3" fmla="*/ 2160000 h 2160000"/>
                      <a:gd name="connsiteX4" fmla="*/ 0 w 3240000"/>
                      <a:gd name="connsiteY4" fmla="*/ 0 h 2160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3240000" h="2160000" extrusionOk="0">
                        <a:moveTo>
                          <a:pt x="0" y="0"/>
                        </a:moveTo>
                        <a:cubicBezTo>
                          <a:pt x="1418711" y="17799"/>
                          <a:pt x="2123696" y="28214"/>
                          <a:pt x="3240000" y="0"/>
                        </a:cubicBezTo>
                        <a:cubicBezTo>
                          <a:pt x="3201431" y="714417"/>
                          <a:pt x="3301011" y="1520226"/>
                          <a:pt x="3240000" y="2160000"/>
                        </a:cubicBezTo>
                        <a:cubicBezTo>
                          <a:pt x="2782179" y="2323363"/>
                          <a:pt x="1126580" y="2152031"/>
                          <a:pt x="0" y="2160000"/>
                        </a:cubicBezTo>
                        <a:cubicBezTo>
                          <a:pt x="147673" y="1567315"/>
                          <a:pt x="-116920" y="905731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641C1B4-5BEA-B7AF-E614-5F9D09B87CE3}"/>
              </a:ext>
            </a:extLst>
          </p:cNvPr>
          <p:cNvSpPr/>
          <p:nvPr/>
        </p:nvSpPr>
        <p:spPr>
          <a:xfrm rot="5400000">
            <a:off x="1639101" y="3531654"/>
            <a:ext cx="3136096" cy="2091582"/>
          </a:xfrm>
          <a:prstGeom prst="rect">
            <a:avLst/>
          </a:prstGeom>
          <a:noFill/>
          <a:ln w="57150">
            <a:solidFill>
              <a:srgbClr val="92D050"/>
            </a:solidFill>
            <a:prstDash val="dash"/>
            <a:extLst>
              <a:ext uri="{C807C97D-BFC1-408E-A445-0C87EB9F89A2}">
                <ask:lineSketchStyleProps xmlns:ask="http://schemas.microsoft.com/office/drawing/2018/sketchyshapes" sd="3063210888">
                  <a:custGeom>
                    <a:avLst/>
                    <a:gdLst>
                      <a:gd name="connsiteX0" fmla="*/ 0 w 3240000"/>
                      <a:gd name="connsiteY0" fmla="*/ 0 h 2160000"/>
                      <a:gd name="connsiteX1" fmla="*/ 3240000 w 3240000"/>
                      <a:gd name="connsiteY1" fmla="*/ 0 h 2160000"/>
                      <a:gd name="connsiteX2" fmla="*/ 3240000 w 3240000"/>
                      <a:gd name="connsiteY2" fmla="*/ 2160000 h 2160000"/>
                      <a:gd name="connsiteX3" fmla="*/ 0 w 3240000"/>
                      <a:gd name="connsiteY3" fmla="*/ 2160000 h 2160000"/>
                      <a:gd name="connsiteX4" fmla="*/ 0 w 3240000"/>
                      <a:gd name="connsiteY4" fmla="*/ 0 h 2160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3240000" h="2160000" extrusionOk="0">
                        <a:moveTo>
                          <a:pt x="0" y="0"/>
                        </a:moveTo>
                        <a:cubicBezTo>
                          <a:pt x="1418711" y="17799"/>
                          <a:pt x="2123696" y="28214"/>
                          <a:pt x="3240000" y="0"/>
                        </a:cubicBezTo>
                        <a:cubicBezTo>
                          <a:pt x="3201431" y="714417"/>
                          <a:pt x="3301011" y="1520226"/>
                          <a:pt x="3240000" y="2160000"/>
                        </a:cubicBezTo>
                        <a:cubicBezTo>
                          <a:pt x="2782179" y="2323363"/>
                          <a:pt x="1126580" y="2152031"/>
                          <a:pt x="0" y="2160000"/>
                        </a:cubicBezTo>
                        <a:cubicBezTo>
                          <a:pt x="147673" y="1567315"/>
                          <a:pt x="-116920" y="905731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BA25F2-B862-7729-D2F7-EA75728F895B}"/>
              </a:ext>
            </a:extLst>
          </p:cNvPr>
          <p:cNvSpPr txBox="1"/>
          <p:nvPr/>
        </p:nvSpPr>
        <p:spPr>
          <a:xfrm>
            <a:off x="2973287" y="3578997"/>
            <a:ext cx="404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>
                <a:solidFill>
                  <a:srgbClr val="C00000"/>
                </a:solidFill>
                <a:latin typeface="IRANYekanXVFaNum DemiBold"/>
              </a:rPr>
              <a:t>1</a:t>
            </a:r>
            <a:endParaRPr lang="en-US" dirty="0">
              <a:solidFill>
                <a:srgbClr val="C00000"/>
              </a:solidFill>
              <a:latin typeface="IRANYekanXVFaNum DemiBold" pitchFamily="2" charset="-78"/>
              <a:cs typeface="IRANYekanXVFaNum DemiBold" pitchFamily="2" charset="-78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65834A-E706-C6EF-BC10-8F55748EDCC9}"/>
              </a:ext>
            </a:extLst>
          </p:cNvPr>
          <p:cNvSpPr txBox="1"/>
          <p:nvPr/>
        </p:nvSpPr>
        <p:spPr>
          <a:xfrm>
            <a:off x="2521785" y="4384433"/>
            <a:ext cx="388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>
                <a:solidFill>
                  <a:srgbClr val="C00000"/>
                </a:solidFill>
                <a:latin typeface="IRANYekanXVFaNum DemiBold"/>
              </a:rPr>
              <a:t>3</a:t>
            </a:r>
            <a:endParaRPr lang="en-US" dirty="0">
              <a:solidFill>
                <a:srgbClr val="C00000"/>
              </a:solidFill>
              <a:latin typeface="IRANYekanXVFaNum DemiBold" pitchFamily="2" charset="-78"/>
              <a:cs typeface="IRANYekanXVFaNum DemiBold" pitchFamily="2" charset="-7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1E4B94-1C03-4D01-158A-A41B55E9B6EF}"/>
              </a:ext>
            </a:extLst>
          </p:cNvPr>
          <p:cNvSpPr txBox="1"/>
          <p:nvPr/>
        </p:nvSpPr>
        <p:spPr>
          <a:xfrm>
            <a:off x="3947840" y="3509332"/>
            <a:ext cx="247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>
                <a:solidFill>
                  <a:srgbClr val="C00000"/>
                </a:solidFill>
                <a:latin typeface="IRANYekanXVFaNum DemiBold"/>
              </a:rPr>
              <a:t>5</a:t>
            </a:r>
            <a:endParaRPr lang="en-US" dirty="0">
              <a:solidFill>
                <a:srgbClr val="C00000"/>
              </a:solidFill>
              <a:latin typeface="IRANYekanXVFaNum DemiBold" pitchFamily="2" charset="-78"/>
              <a:cs typeface="IRANYekanXVFaNum DemiBold" pitchFamily="2" charset="-78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B803A8-614B-A79A-82A3-D7882902AFE4}"/>
              </a:ext>
            </a:extLst>
          </p:cNvPr>
          <p:cNvSpPr txBox="1"/>
          <p:nvPr/>
        </p:nvSpPr>
        <p:spPr>
          <a:xfrm>
            <a:off x="2217871" y="3512583"/>
            <a:ext cx="247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>
                <a:solidFill>
                  <a:srgbClr val="C00000"/>
                </a:solidFill>
                <a:latin typeface="IRANYekanXVFaNum DemiBold"/>
              </a:rPr>
              <a:t>7</a:t>
            </a:r>
            <a:endParaRPr lang="en-US" dirty="0">
              <a:solidFill>
                <a:srgbClr val="C00000"/>
              </a:solidFill>
              <a:latin typeface="IRANYekanXVFaNum DemiBold" pitchFamily="2" charset="-78"/>
              <a:cs typeface="IRANYekanXVFaNum DemiBold" pitchFamily="2" charset="-78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3CB6B0-1022-D783-C887-66EA0FA3596F}"/>
              </a:ext>
            </a:extLst>
          </p:cNvPr>
          <p:cNvSpPr txBox="1"/>
          <p:nvPr/>
        </p:nvSpPr>
        <p:spPr>
          <a:xfrm>
            <a:off x="2610687" y="3084956"/>
            <a:ext cx="247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>
                <a:solidFill>
                  <a:srgbClr val="C00000"/>
                </a:solidFill>
                <a:latin typeface="IRANYekanXVFaNum DemiBold"/>
              </a:rPr>
              <a:t>9</a:t>
            </a:r>
            <a:endParaRPr lang="en-US" dirty="0">
              <a:solidFill>
                <a:srgbClr val="C00000"/>
              </a:solidFill>
              <a:latin typeface="IRANYekanXVFaNum DemiBold" pitchFamily="2" charset="-78"/>
              <a:cs typeface="IRANYekanXVFaNum DemiBold" pitchFamily="2" charset="-78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8188EA-DA85-0660-28A1-F37E47EB9D97}"/>
              </a:ext>
            </a:extLst>
          </p:cNvPr>
          <p:cNvSpPr txBox="1"/>
          <p:nvPr/>
        </p:nvSpPr>
        <p:spPr>
          <a:xfrm>
            <a:off x="2572061" y="5744475"/>
            <a:ext cx="247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>
                <a:solidFill>
                  <a:srgbClr val="C00000"/>
                </a:solidFill>
                <a:latin typeface="IRANYekanXVFaNum DemiBold"/>
              </a:rPr>
              <a:t>...</a:t>
            </a:r>
            <a:endParaRPr lang="en-US" dirty="0">
              <a:solidFill>
                <a:srgbClr val="C00000"/>
              </a:solidFill>
              <a:latin typeface="IRANYekanXVFaNum DemiBold" pitchFamily="2" charset="-78"/>
              <a:cs typeface="IRANYekanXVFaNum DemiBold" pitchFamily="2" charset="-78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70736F2-3C5C-217B-CD07-2A3E6948B572}"/>
              </a:ext>
            </a:extLst>
          </p:cNvPr>
          <p:cNvCxnSpPr>
            <a:cxnSpLocks/>
          </p:cNvCxnSpPr>
          <p:nvPr/>
        </p:nvCxnSpPr>
        <p:spPr>
          <a:xfrm>
            <a:off x="3952194" y="3480674"/>
            <a:ext cx="24718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738231F-961A-A54E-461C-A35DF856B15D}"/>
              </a:ext>
            </a:extLst>
          </p:cNvPr>
          <p:cNvCxnSpPr>
            <a:cxnSpLocks/>
          </p:cNvCxnSpPr>
          <p:nvPr/>
        </p:nvCxnSpPr>
        <p:spPr>
          <a:xfrm>
            <a:off x="2243877" y="3470921"/>
            <a:ext cx="198877" cy="681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E5F9172-ED70-6218-6C2F-5A4EF233D965}"/>
              </a:ext>
            </a:extLst>
          </p:cNvPr>
          <p:cNvCxnSpPr>
            <a:cxnSpLocks/>
          </p:cNvCxnSpPr>
          <p:nvPr/>
        </p:nvCxnSpPr>
        <p:spPr>
          <a:xfrm>
            <a:off x="2532908" y="3084956"/>
            <a:ext cx="0" cy="3122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123C843-042E-E9C1-B8D2-70AA26F624CE}"/>
              </a:ext>
            </a:extLst>
          </p:cNvPr>
          <p:cNvCxnSpPr>
            <a:cxnSpLocks/>
          </p:cNvCxnSpPr>
          <p:nvPr/>
        </p:nvCxnSpPr>
        <p:spPr>
          <a:xfrm>
            <a:off x="2517647" y="5744475"/>
            <a:ext cx="0" cy="3122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2F2ED15-0019-3199-B66B-0267129DAF24}"/>
              </a:ext>
            </a:extLst>
          </p:cNvPr>
          <p:cNvSpPr txBox="1"/>
          <p:nvPr/>
        </p:nvSpPr>
        <p:spPr>
          <a:xfrm>
            <a:off x="2919586" y="2623373"/>
            <a:ext cx="3914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>
                <a:solidFill>
                  <a:srgbClr val="C00000"/>
                </a:solidFill>
                <a:latin typeface="IRANYekanXVFaNum DemiBold"/>
              </a:rPr>
              <a:t>E</a:t>
            </a:r>
            <a:endParaRPr lang="en-US" dirty="0">
              <a:solidFill>
                <a:srgbClr val="C00000"/>
              </a:solidFill>
              <a:latin typeface="IRANYekanXVFaNum DemiBold" pitchFamily="2" charset="-78"/>
              <a:cs typeface="IRANYekanXVFaNum DemiBold" pitchFamily="2" charset="-78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B7A6366-4F2E-F20D-715E-A4E4A41B8EAC}"/>
              </a:ext>
            </a:extLst>
          </p:cNvPr>
          <p:cNvSpPr txBox="1"/>
          <p:nvPr/>
        </p:nvSpPr>
        <p:spPr>
          <a:xfrm>
            <a:off x="1639640" y="4392779"/>
            <a:ext cx="417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>
                <a:solidFill>
                  <a:srgbClr val="C00000"/>
                </a:solidFill>
                <a:latin typeface="IRANYekanXVFaNum DemiBold"/>
              </a:rPr>
              <a:t>F</a:t>
            </a:r>
            <a:endParaRPr lang="en-US" dirty="0">
              <a:solidFill>
                <a:srgbClr val="C00000"/>
              </a:solidFill>
              <a:latin typeface="IRANYekanXVFaNum DemiBold" pitchFamily="2" charset="-78"/>
              <a:cs typeface="IRANYekanXVFaNum DemiBold" pitchFamily="2" charset="-78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5F6442A-440B-D48A-2C0A-9CB10243ACEF}"/>
              </a:ext>
            </a:extLst>
          </p:cNvPr>
          <p:cNvSpPr/>
          <p:nvPr/>
        </p:nvSpPr>
        <p:spPr>
          <a:xfrm>
            <a:off x="4531135" y="2501939"/>
            <a:ext cx="2544647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70000"/>
              </a:lnSpc>
            </a:pPr>
            <a:r>
              <a:rPr sz="2800">
                <a:solidFill>
                  <a:srgbClr val="6699FF"/>
                </a:solidFill>
                <a:latin typeface="IRANYekanXFaNum"/>
              </a:rPr>
              <a:t>تشخیص نوع مجموعه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04993E2-391E-B078-0A73-916DD52F5781}"/>
              </a:ext>
            </a:extLst>
          </p:cNvPr>
          <p:cNvSpPr/>
          <p:nvPr/>
        </p:nvSpPr>
        <p:spPr>
          <a:xfrm>
            <a:off x="6955988" y="2539840"/>
            <a:ext cx="2662019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70000"/>
              </a:lnSpc>
            </a:pPr>
            <a:r>
              <a:rPr sz="2800">
                <a:solidFill>
                  <a:srgbClr val="6699FF"/>
                </a:solidFill>
                <a:latin typeface="IRANYekanXFaNum"/>
              </a:rPr>
              <a:t>تعداد اعضای E: ۵ عضو (معین)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46AD2893-7A6F-ADEA-F420-9DD28801B324}"/>
              </a:ext>
            </a:extLst>
          </p:cNvPr>
          <p:cNvSpPr/>
          <p:nvPr/>
        </p:nvSpPr>
        <p:spPr>
          <a:xfrm>
            <a:off x="7021297" y="3327177"/>
            <a:ext cx="2662019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70000"/>
              </a:lnSpc>
            </a:pPr>
            <a:r>
              <a:rPr sz="2800">
                <a:solidFill>
                  <a:srgbClr val="6699FF"/>
                </a:solidFill>
                <a:latin typeface="IRANYekanXFaNum"/>
              </a:rPr>
              <a:t>تعداد اعضای F: نامحدود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DD13424-4088-88EE-F550-987700A9A177}"/>
              </a:ext>
            </a:extLst>
          </p:cNvPr>
          <p:cNvSpPr/>
          <p:nvPr/>
        </p:nvSpPr>
        <p:spPr>
          <a:xfrm>
            <a:off x="7021297" y="4076076"/>
            <a:ext cx="2662019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70000"/>
              </a:lnSpc>
            </a:pPr>
            <a:r>
              <a:rPr sz="2800">
                <a:solidFill>
                  <a:srgbClr val="6699FF"/>
                </a:solidFill>
                <a:latin typeface="IRANYekanXFaNum"/>
              </a:rPr>
              <a:t>E متناهی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5143D1A6-C63D-97F7-EC2F-B24D8E92CC83}"/>
              </a:ext>
            </a:extLst>
          </p:cNvPr>
          <p:cNvSpPr/>
          <p:nvPr/>
        </p:nvSpPr>
        <p:spPr>
          <a:xfrm>
            <a:off x="7074869" y="4729688"/>
            <a:ext cx="2662019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70000"/>
              </a:lnSpc>
            </a:pPr>
            <a:r>
              <a:rPr sz="2800">
                <a:solidFill>
                  <a:srgbClr val="6699FF"/>
                </a:solidFill>
                <a:latin typeface="IRANYekanXFaNum"/>
              </a:rPr>
              <a:t>F نامتناهی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DA52B316-AA9B-E154-1CB8-04233DA58D70}"/>
              </a:ext>
            </a:extLst>
          </p:cNvPr>
          <p:cNvSpPr/>
          <p:nvPr/>
        </p:nvSpPr>
        <p:spPr>
          <a:xfrm>
            <a:off x="4811486" y="5504741"/>
            <a:ext cx="6379028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70000"/>
              </a:lnSpc>
            </a:pPr>
            <a:r>
              <a:rPr sz="2800">
                <a:solidFill>
                  <a:srgbClr val="6699FF"/>
                </a:solidFill>
                <a:latin typeface="IRANYekanXFaNum"/>
              </a:rPr>
              <a:t>مجموعه E متناهی و مجموعه F نامتناهی است.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4213494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p14:presetBounceEnd="68182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8182">
                                          <p:cBhvr additive="base">
                                            <p:cTn id="7" dur="11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8182">
                                          <p:cBhvr additive="base">
                                            <p:cTn id="8" dur="11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2" presetClass="entr" presetSubtype="8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2" dur="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2" presetClass="entr" presetSubtype="2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16" dur="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2" fill="hold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nodeType="withEffect" p14:presetBounceEnd="68182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8182">
                                          <p:cBhvr additive="base">
                                            <p:cTn id="23" dur="11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8182">
                                          <p:cBhvr additive="base">
                                            <p:cTn id="24" dur="11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900"/>
                                </p:stCondLst>
                                <p:childTnLst>
                                  <p:par>
                                    <p:cTn id="26" presetID="1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500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9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2400"/>
                                </p:stCondLst>
                                <p:childTnLst>
                                  <p:par>
                                    <p:cTn id="31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3" dur="5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2900"/>
                                </p:stCondLst>
                                <p:childTnLst>
                                  <p:par>
                                    <p:cTn id="35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9" fill="hold">
                          <p:stCondLst>
                            <p:cond delay="indefinite"/>
                          </p:stCondLst>
                          <p:childTnLst>
                            <p:par>
                              <p:cTn id="4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4" fill="hold">
                          <p:stCondLst>
                            <p:cond delay="indefinite"/>
                          </p:stCondLst>
                          <p:childTnLst>
                            <p:par>
                              <p:cTn id="4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8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1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2" fill="hold">
                          <p:stCondLst>
                            <p:cond delay="indefinite"/>
                          </p:stCondLst>
                          <p:childTnLst>
                            <p:par>
                              <p:cTn id="5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4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6" dur="5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7" fill="hold">
                          <p:stCondLst>
                            <p:cond delay="indefinite"/>
                          </p:stCondLst>
                          <p:childTnLst>
                            <p:par>
                              <p:cTn id="5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9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1" dur="5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5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0" dur="5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1" fill="hold">
                          <p:stCondLst>
                            <p:cond delay="indefinite"/>
                          </p:stCondLst>
                          <p:childTnLst>
                            <p:par>
                              <p:cTn id="7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3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5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6" fill="hold">
                          <p:stCondLst>
                            <p:cond delay="indefinite"/>
                          </p:stCondLst>
                          <p:childTnLst>
                            <p:par>
                              <p:cTn id="7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8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0" dur="5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1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3" dur="5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4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6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9" dur="5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0" fill="hold">
                          <p:stCondLst>
                            <p:cond delay="indefinite"/>
                          </p:stCondLst>
                          <p:childTnLst>
                            <p:par>
                              <p:cTn id="9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2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4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5" fill="hold">
                          <p:stCondLst>
                            <p:cond delay="indefinite"/>
                          </p:stCondLst>
                          <p:childTnLst>
                            <p:par>
                              <p:cTn id="9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7" presetID="22" presetClass="entr" presetSubtype="2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99" dur="1000"/>
                                            <p:tgtEl>
                                              <p:spTgt spid="5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0" fill="hold">
                          <p:stCondLst>
                            <p:cond delay="indefinite"/>
                          </p:stCondLst>
                          <p:childTnLst>
                            <p:par>
                              <p:cTn id="10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2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04" dur="1000"/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5" fill="hold">
                          <p:stCondLst>
                            <p:cond delay="indefinite"/>
                          </p:stCondLst>
                          <p:childTnLst>
                            <p:par>
                              <p:cTn id="10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7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09" dur="1000"/>
                                            <p:tgtEl>
                                              <p:spTgt spid="5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0" fill="hold">
                          <p:stCondLst>
                            <p:cond delay="indefinite"/>
                          </p:stCondLst>
                          <p:childTnLst>
                            <p:par>
                              <p:cTn id="11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2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14" dur="1000"/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5" fill="hold">
                          <p:stCondLst>
                            <p:cond delay="indefinite"/>
                          </p:stCondLst>
                          <p:childTnLst>
                            <p:par>
                              <p:cTn id="11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7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19" dur="1000"/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20" fill="hold">
                          <p:stCondLst>
                            <p:cond delay="indefinite"/>
                          </p:stCondLst>
                          <p:childTnLst>
                            <p:par>
                              <p:cTn id="12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2" presetID="22" presetClass="entr" presetSubtype="2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24" dur="1000"/>
                                            <p:tgtEl>
                                              <p:spTgt spid="6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0" grpId="0" animBg="1"/>
          <p:bldP spid="24" grpId="0" animBg="1"/>
          <p:bldP spid="25" grpId="0" animBg="1"/>
          <p:bldP spid="26" grpId="0" animBg="1"/>
          <p:bldP spid="32" grpId="0"/>
          <p:bldP spid="3" grpId="0" animBg="1"/>
          <p:bldP spid="4" grpId="0" animBg="1"/>
          <p:bldP spid="5" grpId="0"/>
          <p:bldP spid="6" grpId="0"/>
          <p:bldP spid="7" grpId="0"/>
          <p:bldP spid="8" grpId="0"/>
          <p:bldP spid="11" grpId="0"/>
          <p:bldP spid="12" grpId="0"/>
          <p:bldP spid="17" grpId="0"/>
          <p:bldP spid="18" grpId="0"/>
          <p:bldP spid="55" grpId="0"/>
          <p:bldP spid="56" grpId="0" build="allAtOnce"/>
          <p:bldP spid="57" grpId="0" build="allAtOnce"/>
          <p:bldP spid="58" grpId="0" build="allAtOnce"/>
          <p:bldP spid="59" grpId="0" build="allAtOnce"/>
          <p:bldP spid="60" grpId="0" build="allAtOnce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1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1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2" presetClass="entr" presetSubtype="8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2" dur="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2" presetClass="entr" presetSubtype="2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16" dur="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2" fill="hold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11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11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900"/>
                                </p:stCondLst>
                                <p:childTnLst>
                                  <p:par>
                                    <p:cTn id="26" presetID="1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500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9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2400"/>
                                </p:stCondLst>
                                <p:childTnLst>
                                  <p:par>
                                    <p:cTn id="31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3" dur="5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2900"/>
                                </p:stCondLst>
                                <p:childTnLst>
                                  <p:par>
                                    <p:cTn id="35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9" fill="hold">
                          <p:stCondLst>
                            <p:cond delay="indefinite"/>
                          </p:stCondLst>
                          <p:childTnLst>
                            <p:par>
                              <p:cTn id="4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4" fill="hold">
                          <p:stCondLst>
                            <p:cond delay="indefinite"/>
                          </p:stCondLst>
                          <p:childTnLst>
                            <p:par>
                              <p:cTn id="4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8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1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2" fill="hold">
                          <p:stCondLst>
                            <p:cond delay="indefinite"/>
                          </p:stCondLst>
                          <p:childTnLst>
                            <p:par>
                              <p:cTn id="5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4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6" dur="5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7" fill="hold">
                          <p:stCondLst>
                            <p:cond delay="indefinite"/>
                          </p:stCondLst>
                          <p:childTnLst>
                            <p:par>
                              <p:cTn id="5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9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1" dur="5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5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0" dur="5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1" fill="hold">
                          <p:stCondLst>
                            <p:cond delay="indefinite"/>
                          </p:stCondLst>
                          <p:childTnLst>
                            <p:par>
                              <p:cTn id="7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3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5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6" fill="hold">
                          <p:stCondLst>
                            <p:cond delay="indefinite"/>
                          </p:stCondLst>
                          <p:childTnLst>
                            <p:par>
                              <p:cTn id="7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8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0" dur="5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1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3" dur="5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4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6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9" dur="5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0" fill="hold">
                          <p:stCondLst>
                            <p:cond delay="indefinite"/>
                          </p:stCondLst>
                          <p:childTnLst>
                            <p:par>
                              <p:cTn id="9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2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4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5" fill="hold">
                          <p:stCondLst>
                            <p:cond delay="indefinite"/>
                          </p:stCondLst>
                          <p:childTnLst>
                            <p:par>
                              <p:cTn id="9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7" presetID="22" presetClass="entr" presetSubtype="2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99" dur="1000"/>
                                            <p:tgtEl>
                                              <p:spTgt spid="5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0" fill="hold">
                          <p:stCondLst>
                            <p:cond delay="indefinite"/>
                          </p:stCondLst>
                          <p:childTnLst>
                            <p:par>
                              <p:cTn id="10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2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04" dur="1000"/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5" fill="hold">
                          <p:stCondLst>
                            <p:cond delay="indefinite"/>
                          </p:stCondLst>
                          <p:childTnLst>
                            <p:par>
                              <p:cTn id="10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7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09" dur="1000"/>
                                            <p:tgtEl>
                                              <p:spTgt spid="5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0" fill="hold">
                          <p:stCondLst>
                            <p:cond delay="indefinite"/>
                          </p:stCondLst>
                          <p:childTnLst>
                            <p:par>
                              <p:cTn id="11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2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14" dur="1000"/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5" fill="hold">
                          <p:stCondLst>
                            <p:cond delay="indefinite"/>
                          </p:stCondLst>
                          <p:childTnLst>
                            <p:par>
                              <p:cTn id="11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7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19" dur="1000"/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20" fill="hold">
                          <p:stCondLst>
                            <p:cond delay="indefinite"/>
                          </p:stCondLst>
                          <p:childTnLst>
                            <p:par>
                              <p:cTn id="12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2" presetID="22" presetClass="entr" presetSubtype="2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24" dur="1000"/>
                                            <p:tgtEl>
                                              <p:spTgt spid="6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0" grpId="0" animBg="1"/>
          <p:bldP spid="24" grpId="0" animBg="1"/>
          <p:bldP spid="25" grpId="0" animBg="1"/>
          <p:bldP spid="26" grpId="0" animBg="1"/>
          <p:bldP spid="32" grpId="0"/>
          <p:bldP spid="3" grpId="0" animBg="1"/>
          <p:bldP spid="4" grpId="0" animBg="1"/>
          <p:bldP spid="5" grpId="0"/>
          <p:bldP spid="6" grpId="0"/>
          <p:bldP spid="7" grpId="0"/>
          <p:bldP spid="8" grpId="0"/>
          <p:bldP spid="11" grpId="0"/>
          <p:bldP spid="12" grpId="0"/>
          <p:bldP spid="17" grpId="0"/>
          <p:bldP spid="18" grpId="0"/>
          <p:bldP spid="55" grpId="0"/>
          <p:bldP spid="56" grpId="0" build="allAtOnce"/>
          <p:bldP spid="57" grpId="0" build="allAtOnce"/>
          <p:bldP spid="58" grpId="0" build="allAtOnce"/>
          <p:bldP spid="59" grpId="0" build="allAtOnce"/>
          <p:bldP spid="60" grpId="0" build="allAtOnce"/>
        </p:bldLst>
      </p:timing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0ADE34BE-1841-F06C-CC94-67A87B6FB5DA}"/>
              </a:ext>
            </a:extLst>
          </p:cNvPr>
          <p:cNvGrpSpPr/>
          <p:nvPr/>
        </p:nvGrpSpPr>
        <p:grpSpPr>
          <a:xfrm>
            <a:off x="-1232021" y="5769706"/>
            <a:ext cx="14656041" cy="1537429"/>
            <a:chOff x="-65557" y="5859370"/>
            <a:chExt cx="14656041" cy="1537429"/>
          </a:xfrm>
        </p:grpSpPr>
        <p:pic>
          <p:nvPicPr>
            <p:cNvPr id="3" name="Picture 2" descr="A video game screen with grass and rocks&#10;&#10;AI-generated content may be incorrect.">
              <a:extLst>
                <a:ext uri="{FF2B5EF4-FFF2-40B4-BE49-F238E27FC236}">
                  <a16:creationId xmlns:a16="http://schemas.microsoft.com/office/drawing/2014/main" id="{CBBA8659-3406-0986-F1E2-8F0A3799E0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5557" y="5859370"/>
              <a:ext cx="3781214" cy="1475736"/>
            </a:xfrm>
            <a:prstGeom prst="rect">
              <a:avLst/>
            </a:prstGeom>
          </p:spPr>
        </p:pic>
        <p:pic>
          <p:nvPicPr>
            <p:cNvPr id="2" name="Picture 1" descr="A video game screen with grass and rocks&#10;&#10;AI-generated content may be incorrect.">
              <a:extLst>
                <a:ext uri="{FF2B5EF4-FFF2-40B4-BE49-F238E27FC236}">
                  <a16:creationId xmlns:a16="http://schemas.microsoft.com/office/drawing/2014/main" id="{438C55BA-D0A7-C1D0-A7C7-4C00C2493E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63014" y="5873881"/>
              <a:ext cx="3781214" cy="1475736"/>
            </a:xfrm>
            <a:prstGeom prst="rect">
              <a:avLst/>
            </a:prstGeom>
          </p:spPr>
        </p:pic>
        <p:pic>
          <p:nvPicPr>
            <p:cNvPr id="4" name="Picture 3" descr="A video game screen with grass and rocks&#10;&#10;AI-generated content may be incorrect.">
              <a:extLst>
                <a:ext uri="{FF2B5EF4-FFF2-40B4-BE49-F238E27FC236}">
                  <a16:creationId xmlns:a16="http://schemas.microsoft.com/office/drawing/2014/main" id="{866A5D3B-3335-8859-D17B-C5D7B8C51E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80699" y="5897472"/>
              <a:ext cx="3781214" cy="1475736"/>
            </a:xfrm>
            <a:prstGeom prst="rect">
              <a:avLst/>
            </a:prstGeom>
          </p:spPr>
        </p:pic>
        <p:pic>
          <p:nvPicPr>
            <p:cNvPr id="5" name="Picture 4" descr="A video game screen with grass and rocks&#10;&#10;AI-generated content may be incorrect.">
              <a:extLst>
                <a:ext uri="{FF2B5EF4-FFF2-40B4-BE49-F238E27FC236}">
                  <a16:creationId xmlns:a16="http://schemas.microsoft.com/office/drawing/2014/main" id="{F7D80EA2-2D0F-15D2-CC77-85E36B4E21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809270" y="5921063"/>
              <a:ext cx="3781214" cy="1475736"/>
            </a:xfrm>
            <a:prstGeom prst="rect">
              <a:avLst/>
            </a:prstGeom>
          </p:spPr>
        </p:pic>
      </p:grp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4359039-092B-B57C-B4B9-22FA702C68FB}"/>
              </a:ext>
            </a:extLst>
          </p:cNvPr>
          <p:cNvSpPr/>
          <p:nvPr/>
        </p:nvSpPr>
        <p:spPr>
          <a:xfrm>
            <a:off x="217843" y="154292"/>
            <a:ext cx="8632177" cy="2241891"/>
          </a:xfrm>
          <a:prstGeom prst="roundRect">
            <a:avLst>
              <a:gd name="adj" fmla="val 34686"/>
            </a:avLst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DZ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FC760AB-8052-8206-6BB4-AA859645BC06}"/>
              </a:ext>
            </a:extLst>
          </p:cNvPr>
          <p:cNvGrpSpPr/>
          <p:nvPr/>
        </p:nvGrpSpPr>
        <p:grpSpPr>
          <a:xfrm rot="5400000">
            <a:off x="9079518" y="653854"/>
            <a:ext cx="1666266" cy="993876"/>
            <a:chOff x="5263043" y="3924314"/>
            <a:chExt cx="1666266" cy="993876"/>
          </a:xfrm>
        </p:grpSpPr>
        <p:sp>
          <p:nvSpPr>
            <p:cNvPr id="9" name="Arc 111">
              <a:extLst>
                <a:ext uri="{FF2B5EF4-FFF2-40B4-BE49-F238E27FC236}">
                  <a16:creationId xmlns:a16="http://schemas.microsoft.com/office/drawing/2014/main" id="{5C80231A-121A-6073-AEE7-0C675F686A18}"/>
                </a:ext>
              </a:extLst>
            </p:cNvPr>
            <p:cNvSpPr>
              <a:spLocks/>
            </p:cNvSpPr>
            <p:nvPr/>
          </p:nvSpPr>
          <p:spPr>
            <a:xfrm rot="7125828">
              <a:off x="5634265" y="3553092"/>
              <a:ext cx="923822" cy="1666266"/>
            </a:xfrm>
            <a:custGeom>
              <a:avLst/>
              <a:gdLst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2" fmla="*/ 1568256 w 3136511"/>
                <a:gd name="connsiteY2" fmla="*/ 1874520 h 3749040"/>
                <a:gd name="connsiteX3" fmla="*/ 2026459 w 3136511"/>
                <a:gd name="connsiteY3" fmla="*/ 81794 h 3749040"/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8203 w 1568259"/>
                <a:gd name="connsiteY0" fmla="*/ 0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026135"/>
                <a:gd name="connsiteY0" fmla="*/ 0 h 1776354"/>
                <a:gd name="connsiteX1" fmla="*/ 1026135 w 1026135"/>
                <a:gd name="connsiteY1" fmla="*/ 1776354 h 1776354"/>
                <a:gd name="connsiteX2" fmla="*/ 0 w 1026135"/>
                <a:gd name="connsiteY2" fmla="*/ 1191335 h 1776354"/>
                <a:gd name="connsiteX3" fmla="*/ 27726 w 1026135"/>
                <a:gd name="connsiteY3" fmla="*/ 0 h 1776354"/>
                <a:gd name="connsiteX0" fmla="*/ 20520 w 1026135"/>
                <a:gd name="connsiteY0" fmla="*/ 34379 h 1776354"/>
                <a:gd name="connsiteX1" fmla="*/ 884205 w 1026135"/>
                <a:gd name="connsiteY1" fmla="*/ 1632603 h 1776354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23822" h="1666266" stroke="0" extrusionOk="0">
                  <a:moveTo>
                    <a:pt x="27726" y="0"/>
                  </a:moveTo>
                  <a:cubicBezTo>
                    <a:pt x="1059256" y="699389"/>
                    <a:pt x="841732" y="475354"/>
                    <a:pt x="917895" y="1666266"/>
                  </a:cubicBezTo>
                  <a:lnTo>
                    <a:pt x="0" y="1191335"/>
                  </a:lnTo>
                  <a:lnTo>
                    <a:pt x="27726" y="0"/>
                  </a:lnTo>
                  <a:close/>
                </a:path>
                <a:path w="923822" h="1666266" fill="none">
                  <a:moveTo>
                    <a:pt x="20520" y="34379"/>
                  </a:moveTo>
                  <a:cubicBezTo>
                    <a:pt x="787091" y="294637"/>
                    <a:pt x="1028502" y="898728"/>
                    <a:pt x="884205" y="1632603"/>
                  </a:cubicBezTo>
                </a:path>
              </a:pathLst>
            </a:custGeom>
            <a:ln w="28575" cap="rnd">
              <a:solidFill>
                <a:srgbClr val="767B7B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ADD7861C-6508-61A9-315A-2B5B5857D5D0}"/>
                </a:ext>
              </a:extLst>
            </p:cNvPr>
            <p:cNvSpPr/>
            <p:nvPr/>
          </p:nvSpPr>
          <p:spPr>
            <a:xfrm>
              <a:off x="6020181" y="4749058"/>
              <a:ext cx="200440" cy="169132"/>
            </a:xfrm>
            <a:custGeom>
              <a:avLst/>
              <a:gdLst>
                <a:gd name="connsiteX0" fmla="*/ 28037 w 200440"/>
                <a:gd name="connsiteY0" fmla="*/ 0 h 169132"/>
                <a:gd name="connsiteX1" fmla="*/ 44586 w 200440"/>
                <a:gd name="connsiteY1" fmla="*/ 1769 h 169132"/>
                <a:gd name="connsiteX2" fmla="*/ 166182 w 200440"/>
                <a:gd name="connsiteY2" fmla="*/ 789 h 169132"/>
                <a:gd name="connsiteX3" fmla="*/ 172411 w 200440"/>
                <a:gd name="connsiteY3" fmla="*/ 11 h 169132"/>
                <a:gd name="connsiteX4" fmla="*/ 192564 w 200440"/>
                <a:gd name="connsiteY4" fmla="*/ 29902 h 169132"/>
                <a:gd name="connsiteX5" fmla="*/ 200440 w 200440"/>
                <a:gd name="connsiteY5" fmla="*/ 68912 h 169132"/>
                <a:gd name="connsiteX6" fmla="*/ 100220 w 200440"/>
                <a:gd name="connsiteY6" fmla="*/ 169132 h 169132"/>
                <a:gd name="connsiteX7" fmla="*/ 0 w 200440"/>
                <a:gd name="connsiteY7" fmla="*/ 68912 h 169132"/>
                <a:gd name="connsiteX8" fmla="*/ 7876 w 200440"/>
                <a:gd name="connsiteY8" fmla="*/ 29902 h 169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0440" h="169132">
                  <a:moveTo>
                    <a:pt x="28037" y="0"/>
                  </a:moveTo>
                  <a:lnTo>
                    <a:pt x="44586" y="1769"/>
                  </a:lnTo>
                  <a:cubicBezTo>
                    <a:pt x="84217" y="3762"/>
                    <a:pt x="124733" y="3518"/>
                    <a:pt x="166182" y="789"/>
                  </a:cubicBezTo>
                  <a:lnTo>
                    <a:pt x="172411" y="11"/>
                  </a:lnTo>
                  <a:lnTo>
                    <a:pt x="192564" y="29902"/>
                  </a:lnTo>
                  <a:cubicBezTo>
                    <a:pt x="197636" y="41892"/>
                    <a:pt x="200440" y="55075"/>
                    <a:pt x="200440" y="68912"/>
                  </a:cubicBezTo>
                  <a:cubicBezTo>
                    <a:pt x="200440" y="124262"/>
                    <a:pt x="155570" y="169132"/>
                    <a:pt x="100220" y="169132"/>
                  </a:cubicBezTo>
                  <a:cubicBezTo>
                    <a:pt x="44870" y="169132"/>
                    <a:pt x="0" y="124262"/>
                    <a:pt x="0" y="68912"/>
                  </a:cubicBezTo>
                  <a:cubicBezTo>
                    <a:pt x="0" y="55075"/>
                    <a:pt x="2805" y="41892"/>
                    <a:pt x="7876" y="29902"/>
                  </a:cubicBezTo>
                  <a:close/>
                </a:path>
              </a:pathLst>
            </a:custGeom>
            <a:solidFill>
              <a:srgbClr val="767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</p:grp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6CE7AFC-DE8B-56BF-1B3F-214691FF0E34}"/>
              </a:ext>
            </a:extLst>
          </p:cNvPr>
          <p:cNvSpPr/>
          <p:nvPr/>
        </p:nvSpPr>
        <p:spPr>
          <a:xfrm>
            <a:off x="11529568" y="7374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8370135-9783-2DDC-6F76-50EB4B2355B0}"/>
              </a:ext>
            </a:extLst>
          </p:cNvPr>
          <p:cNvSpPr/>
          <p:nvPr/>
        </p:nvSpPr>
        <p:spPr>
          <a:xfrm flipH="1">
            <a:off x="9683316" y="7374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2A690240-4F14-EA82-8585-2130EDB61C2D}"/>
              </a:ext>
            </a:extLst>
          </p:cNvPr>
          <p:cNvSpPr>
            <a:spLocks noChangeAspect="1"/>
          </p:cNvSpPr>
          <p:nvPr/>
        </p:nvSpPr>
        <p:spPr>
          <a:xfrm>
            <a:off x="9802197" y="61953"/>
            <a:ext cx="1966302" cy="2199640"/>
          </a:xfrm>
          <a:custGeom>
            <a:avLst/>
            <a:gdLst>
              <a:gd name="connsiteX0" fmla="*/ 983151 w 1966302"/>
              <a:gd name="connsiteY0" fmla="*/ 0 h 2199640"/>
              <a:gd name="connsiteX1" fmla="*/ 1893033 w 1966302"/>
              <a:gd name="connsiteY1" fmla="*/ 484900 h 2199640"/>
              <a:gd name="connsiteX2" fmla="*/ 1966302 w 1966302"/>
              <a:gd name="connsiteY2" fmla="*/ 620201 h 2199640"/>
              <a:gd name="connsiteX3" fmla="*/ 1944102 w 1966302"/>
              <a:gd name="connsiteY3" fmla="*/ 631189 h 2199640"/>
              <a:gd name="connsiteX4" fmla="*/ 1670855 w 1966302"/>
              <a:gd name="connsiteY4" fmla="*/ 1099820 h 2199640"/>
              <a:gd name="connsiteX5" fmla="*/ 1944102 w 1966302"/>
              <a:gd name="connsiteY5" fmla="*/ 1568451 h 2199640"/>
              <a:gd name="connsiteX6" fmla="*/ 1966302 w 1966302"/>
              <a:gd name="connsiteY6" fmla="*/ 1579440 h 2199640"/>
              <a:gd name="connsiteX7" fmla="*/ 1893033 w 1966302"/>
              <a:gd name="connsiteY7" fmla="*/ 1714740 h 2199640"/>
              <a:gd name="connsiteX8" fmla="*/ 983151 w 1966302"/>
              <a:gd name="connsiteY8" fmla="*/ 2199640 h 2199640"/>
              <a:gd name="connsiteX9" fmla="*/ 73269 w 1966302"/>
              <a:gd name="connsiteY9" fmla="*/ 1714740 h 2199640"/>
              <a:gd name="connsiteX10" fmla="*/ 0 w 1966302"/>
              <a:gd name="connsiteY10" fmla="*/ 1579439 h 2199640"/>
              <a:gd name="connsiteX11" fmla="*/ 22200 w 1966302"/>
              <a:gd name="connsiteY11" fmla="*/ 1568451 h 2199640"/>
              <a:gd name="connsiteX12" fmla="*/ 295446 w 1966302"/>
              <a:gd name="connsiteY12" fmla="*/ 1099820 h 2199640"/>
              <a:gd name="connsiteX13" fmla="*/ 22200 w 1966302"/>
              <a:gd name="connsiteY13" fmla="*/ 631189 h 2199640"/>
              <a:gd name="connsiteX14" fmla="*/ 0 w 1966302"/>
              <a:gd name="connsiteY14" fmla="*/ 620201 h 2199640"/>
              <a:gd name="connsiteX15" fmla="*/ 73269 w 1966302"/>
              <a:gd name="connsiteY15" fmla="*/ 484900 h 2199640"/>
              <a:gd name="connsiteX16" fmla="*/ 983151 w 1966302"/>
              <a:gd name="connsiteY16" fmla="*/ 0 h 2199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966302" h="2199640">
                <a:moveTo>
                  <a:pt x="983151" y="0"/>
                </a:moveTo>
                <a:cubicBezTo>
                  <a:pt x="1361908" y="0"/>
                  <a:pt x="1695844" y="192346"/>
                  <a:pt x="1893033" y="484900"/>
                </a:cubicBezTo>
                <a:lnTo>
                  <a:pt x="1966302" y="620201"/>
                </a:lnTo>
                <a:lnTo>
                  <a:pt x="1944102" y="631189"/>
                </a:lnTo>
                <a:cubicBezTo>
                  <a:pt x="1779244" y="732750"/>
                  <a:pt x="1670855" y="904743"/>
                  <a:pt x="1670855" y="1099820"/>
                </a:cubicBezTo>
                <a:cubicBezTo>
                  <a:pt x="1670855" y="1294898"/>
                  <a:pt x="1779244" y="1466890"/>
                  <a:pt x="1944102" y="1568451"/>
                </a:cubicBezTo>
                <a:lnTo>
                  <a:pt x="1966302" y="1579440"/>
                </a:lnTo>
                <a:lnTo>
                  <a:pt x="1893033" y="1714740"/>
                </a:lnTo>
                <a:cubicBezTo>
                  <a:pt x="1695844" y="2007294"/>
                  <a:pt x="1361908" y="2199640"/>
                  <a:pt x="983151" y="2199640"/>
                </a:cubicBezTo>
                <a:cubicBezTo>
                  <a:pt x="604394" y="2199640"/>
                  <a:pt x="270459" y="2007294"/>
                  <a:pt x="73269" y="1714740"/>
                </a:cubicBezTo>
                <a:lnTo>
                  <a:pt x="0" y="1579439"/>
                </a:lnTo>
                <a:lnTo>
                  <a:pt x="22200" y="1568451"/>
                </a:lnTo>
                <a:cubicBezTo>
                  <a:pt x="187057" y="1466890"/>
                  <a:pt x="295446" y="1294898"/>
                  <a:pt x="295446" y="1099820"/>
                </a:cubicBezTo>
                <a:cubicBezTo>
                  <a:pt x="295446" y="904743"/>
                  <a:pt x="187057" y="732750"/>
                  <a:pt x="22200" y="631189"/>
                </a:cubicBezTo>
                <a:lnTo>
                  <a:pt x="0" y="620201"/>
                </a:lnTo>
                <a:lnTo>
                  <a:pt x="73269" y="484900"/>
                </a:lnTo>
                <a:cubicBezTo>
                  <a:pt x="270459" y="192346"/>
                  <a:pt x="604394" y="0"/>
                  <a:pt x="983151" y="0"/>
                </a:cubicBezTo>
                <a:close/>
              </a:path>
            </a:pathLst>
          </a:cu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F511F97-473B-1C83-C998-952CE9BA8339}"/>
              </a:ext>
            </a:extLst>
          </p:cNvPr>
          <p:cNvGrpSpPr/>
          <p:nvPr/>
        </p:nvGrpSpPr>
        <p:grpSpPr>
          <a:xfrm>
            <a:off x="10153750" y="532575"/>
            <a:ext cx="1287780" cy="1291590"/>
            <a:chOff x="7688342" y="576301"/>
            <a:chExt cx="1287780" cy="129159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8E593CB1-7CBE-AFBC-81E2-2E79C09656C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88342" y="576301"/>
              <a:ext cx="1287780" cy="129159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38100" dir="2700000" sx="105000" sy="105000" algn="tl" rotWithShape="0">
                <a:prstClr val="black">
                  <a:alpha val="4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grpSp>
          <p:nvGrpSpPr>
            <p:cNvPr id="16" name="Target">
              <a:extLst>
                <a:ext uri="{FF2B5EF4-FFF2-40B4-BE49-F238E27FC236}">
                  <a16:creationId xmlns:a16="http://schemas.microsoft.com/office/drawing/2014/main" id="{22427BD3-DBE0-2B7F-4E82-FB4661CEB2D1}"/>
                </a:ext>
              </a:extLst>
            </p:cNvPr>
            <p:cNvGrpSpPr/>
            <p:nvPr/>
          </p:nvGrpSpPr>
          <p:grpSpPr>
            <a:xfrm>
              <a:off x="7956103" y="770172"/>
              <a:ext cx="839566" cy="848693"/>
              <a:chOff x="7021543" y="3230227"/>
              <a:chExt cx="439248" cy="444023"/>
            </a:xfrm>
            <a:effectLst>
              <a:reflection blurRad="6350" stA="20000" endPos="35000" dir="5400000" sy="-100000" algn="bl" rotWithShape="0"/>
            </a:effectLst>
          </p:grpSpPr>
          <p:sp>
            <p:nvSpPr>
              <p:cNvPr id="17" name="Freeform 56">
                <a:extLst>
                  <a:ext uri="{FF2B5EF4-FFF2-40B4-BE49-F238E27FC236}">
                    <a16:creationId xmlns:a16="http://schemas.microsoft.com/office/drawing/2014/main" id="{499554C4-5618-D6E7-C3FB-6419CDEDC34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75017" y="3340994"/>
                <a:ext cx="274053" cy="273098"/>
              </a:xfrm>
              <a:custGeom>
                <a:avLst/>
                <a:gdLst>
                  <a:gd name="T0" fmla="*/ 146 w 159"/>
                  <a:gd name="T1" fmla="*/ 36 h 159"/>
                  <a:gd name="T2" fmla="*/ 136 w 159"/>
                  <a:gd name="T3" fmla="*/ 46 h 159"/>
                  <a:gd name="T4" fmla="*/ 145 w 159"/>
                  <a:gd name="T5" fmla="*/ 80 h 159"/>
                  <a:gd name="T6" fmla="*/ 80 w 159"/>
                  <a:gd name="T7" fmla="*/ 145 h 159"/>
                  <a:gd name="T8" fmla="*/ 14 w 159"/>
                  <a:gd name="T9" fmla="*/ 80 h 159"/>
                  <a:gd name="T10" fmla="*/ 80 w 159"/>
                  <a:gd name="T11" fmla="*/ 14 h 159"/>
                  <a:gd name="T12" fmla="*/ 113 w 159"/>
                  <a:gd name="T13" fmla="*/ 23 h 159"/>
                  <a:gd name="T14" fmla="*/ 123 w 159"/>
                  <a:gd name="T15" fmla="*/ 13 h 159"/>
                  <a:gd name="T16" fmla="*/ 80 w 159"/>
                  <a:gd name="T17" fmla="*/ 0 h 159"/>
                  <a:gd name="T18" fmla="*/ 0 w 159"/>
                  <a:gd name="T19" fmla="*/ 80 h 159"/>
                  <a:gd name="T20" fmla="*/ 80 w 159"/>
                  <a:gd name="T21" fmla="*/ 159 h 159"/>
                  <a:gd name="T22" fmla="*/ 159 w 159"/>
                  <a:gd name="T23" fmla="*/ 80 h 159"/>
                  <a:gd name="T24" fmla="*/ 146 w 159"/>
                  <a:gd name="T25" fmla="*/ 36 h 159"/>
                  <a:gd name="T26" fmla="*/ 80 w 159"/>
                  <a:gd name="T27" fmla="*/ 47 h 159"/>
                  <a:gd name="T28" fmla="*/ 88 w 159"/>
                  <a:gd name="T29" fmla="*/ 48 h 159"/>
                  <a:gd name="T30" fmla="*/ 99 w 159"/>
                  <a:gd name="T31" fmla="*/ 37 h 159"/>
                  <a:gd name="T32" fmla="*/ 80 w 159"/>
                  <a:gd name="T33" fmla="*/ 33 h 159"/>
                  <a:gd name="T34" fmla="*/ 33 w 159"/>
                  <a:gd name="T35" fmla="*/ 80 h 159"/>
                  <a:gd name="T36" fmla="*/ 80 w 159"/>
                  <a:gd name="T37" fmla="*/ 126 h 159"/>
                  <a:gd name="T38" fmla="*/ 126 w 159"/>
                  <a:gd name="T39" fmla="*/ 80 h 159"/>
                  <a:gd name="T40" fmla="*/ 122 w 159"/>
                  <a:gd name="T41" fmla="*/ 60 h 159"/>
                  <a:gd name="T42" fmla="*/ 111 w 159"/>
                  <a:gd name="T43" fmla="*/ 71 h 159"/>
                  <a:gd name="T44" fmla="*/ 112 w 159"/>
                  <a:gd name="T45" fmla="*/ 80 h 159"/>
                  <a:gd name="T46" fmla="*/ 80 w 159"/>
                  <a:gd name="T47" fmla="*/ 112 h 159"/>
                  <a:gd name="T48" fmla="*/ 47 w 159"/>
                  <a:gd name="T49" fmla="*/ 80 h 159"/>
                  <a:gd name="T50" fmla="*/ 80 w 159"/>
                  <a:gd name="T51" fmla="*/ 47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59" h="159">
                    <a:moveTo>
                      <a:pt x="146" y="36"/>
                    </a:moveTo>
                    <a:cubicBezTo>
                      <a:pt x="143" y="39"/>
                      <a:pt x="139" y="43"/>
                      <a:pt x="136" y="46"/>
                    </a:cubicBezTo>
                    <a:cubicBezTo>
                      <a:pt x="141" y="56"/>
                      <a:pt x="145" y="67"/>
                      <a:pt x="145" y="80"/>
                    </a:cubicBezTo>
                    <a:cubicBezTo>
                      <a:pt x="145" y="116"/>
                      <a:pt x="116" y="145"/>
                      <a:pt x="80" y="145"/>
                    </a:cubicBezTo>
                    <a:cubicBezTo>
                      <a:pt x="43" y="145"/>
                      <a:pt x="14" y="116"/>
                      <a:pt x="14" y="80"/>
                    </a:cubicBezTo>
                    <a:cubicBezTo>
                      <a:pt x="14" y="43"/>
                      <a:pt x="43" y="14"/>
                      <a:pt x="80" y="14"/>
                    </a:cubicBezTo>
                    <a:cubicBezTo>
                      <a:pt x="92" y="14"/>
                      <a:pt x="103" y="18"/>
                      <a:pt x="113" y="23"/>
                    </a:cubicBezTo>
                    <a:cubicBezTo>
                      <a:pt x="116" y="20"/>
                      <a:pt x="120" y="17"/>
                      <a:pt x="123" y="13"/>
                    </a:cubicBezTo>
                    <a:cubicBezTo>
                      <a:pt x="111" y="5"/>
                      <a:pt x="96" y="0"/>
                      <a:pt x="80" y="0"/>
                    </a:cubicBezTo>
                    <a:cubicBezTo>
                      <a:pt x="36" y="0"/>
                      <a:pt x="0" y="36"/>
                      <a:pt x="0" y="80"/>
                    </a:cubicBezTo>
                    <a:cubicBezTo>
                      <a:pt x="0" y="124"/>
                      <a:pt x="36" y="159"/>
                      <a:pt x="80" y="159"/>
                    </a:cubicBezTo>
                    <a:cubicBezTo>
                      <a:pt x="123" y="159"/>
                      <a:pt x="159" y="124"/>
                      <a:pt x="159" y="80"/>
                    </a:cubicBezTo>
                    <a:cubicBezTo>
                      <a:pt x="159" y="63"/>
                      <a:pt x="154" y="48"/>
                      <a:pt x="146" y="36"/>
                    </a:cubicBezTo>
                    <a:close/>
                    <a:moveTo>
                      <a:pt x="80" y="47"/>
                    </a:moveTo>
                    <a:cubicBezTo>
                      <a:pt x="83" y="47"/>
                      <a:pt x="85" y="48"/>
                      <a:pt x="88" y="48"/>
                    </a:cubicBezTo>
                    <a:cubicBezTo>
                      <a:pt x="92" y="45"/>
                      <a:pt x="95" y="41"/>
                      <a:pt x="99" y="37"/>
                    </a:cubicBezTo>
                    <a:cubicBezTo>
                      <a:pt x="93" y="35"/>
                      <a:pt x="87" y="33"/>
                      <a:pt x="80" y="33"/>
                    </a:cubicBezTo>
                    <a:cubicBezTo>
                      <a:pt x="54" y="33"/>
                      <a:pt x="33" y="54"/>
                      <a:pt x="33" y="80"/>
                    </a:cubicBezTo>
                    <a:cubicBezTo>
                      <a:pt x="33" y="105"/>
                      <a:pt x="54" y="126"/>
                      <a:pt x="80" y="126"/>
                    </a:cubicBezTo>
                    <a:cubicBezTo>
                      <a:pt x="105" y="126"/>
                      <a:pt x="126" y="105"/>
                      <a:pt x="126" y="80"/>
                    </a:cubicBezTo>
                    <a:cubicBezTo>
                      <a:pt x="126" y="73"/>
                      <a:pt x="125" y="66"/>
                      <a:pt x="122" y="60"/>
                    </a:cubicBezTo>
                    <a:cubicBezTo>
                      <a:pt x="118" y="64"/>
                      <a:pt x="114" y="68"/>
                      <a:pt x="111" y="71"/>
                    </a:cubicBezTo>
                    <a:cubicBezTo>
                      <a:pt x="112" y="74"/>
                      <a:pt x="112" y="77"/>
                      <a:pt x="112" y="80"/>
                    </a:cubicBezTo>
                    <a:cubicBezTo>
                      <a:pt x="112" y="98"/>
                      <a:pt x="97" y="112"/>
                      <a:pt x="80" y="112"/>
                    </a:cubicBezTo>
                    <a:cubicBezTo>
                      <a:pt x="62" y="112"/>
                      <a:pt x="47" y="98"/>
                      <a:pt x="47" y="80"/>
                    </a:cubicBezTo>
                    <a:cubicBezTo>
                      <a:pt x="47" y="62"/>
                      <a:pt x="62" y="47"/>
                      <a:pt x="80" y="4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18" name="Freeform 57">
                <a:extLst>
                  <a:ext uri="{FF2B5EF4-FFF2-40B4-BE49-F238E27FC236}">
                    <a16:creationId xmlns:a16="http://schemas.microsoft.com/office/drawing/2014/main" id="{8E2969B6-0B34-508A-582A-B5775F78E5D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21543" y="3230227"/>
                <a:ext cx="439248" cy="444023"/>
              </a:xfrm>
              <a:custGeom>
                <a:avLst/>
                <a:gdLst>
                  <a:gd name="T0" fmla="*/ 189 w 255"/>
                  <a:gd name="T1" fmla="*/ 89 h 259"/>
                  <a:gd name="T2" fmla="*/ 207 w 255"/>
                  <a:gd name="T3" fmla="*/ 145 h 259"/>
                  <a:gd name="T4" fmla="*/ 111 w 255"/>
                  <a:gd name="T5" fmla="*/ 241 h 259"/>
                  <a:gd name="T6" fmla="*/ 14 w 255"/>
                  <a:gd name="T7" fmla="*/ 145 h 259"/>
                  <a:gd name="T8" fmla="*/ 111 w 255"/>
                  <a:gd name="T9" fmla="*/ 48 h 259"/>
                  <a:gd name="T10" fmla="*/ 166 w 255"/>
                  <a:gd name="T11" fmla="*/ 66 h 259"/>
                  <a:gd name="T12" fmla="*/ 176 w 255"/>
                  <a:gd name="T13" fmla="*/ 56 h 259"/>
                  <a:gd name="T14" fmla="*/ 111 w 255"/>
                  <a:gd name="T15" fmla="*/ 34 h 259"/>
                  <a:gd name="T16" fmla="*/ 0 w 255"/>
                  <a:gd name="T17" fmla="*/ 145 h 259"/>
                  <a:gd name="T18" fmla="*/ 30 w 255"/>
                  <a:gd name="T19" fmla="*/ 220 h 259"/>
                  <a:gd name="T20" fmla="*/ 30 w 255"/>
                  <a:gd name="T21" fmla="*/ 220 h 259"/>
                  <a:gd name="T22" fmla="*/ 30 w 255"/>
                  <a:gd name="T23" fmla="*/ 259 h 259"/>
                  <a:gd name="T24" fmla="*/ 45 w 255"/>
                  <a:gd name="T25" fmla="*/ 259 h 259"/>
                  <a:gd name="T26" fmla="*/ 45 w 255"/>
                  <a:gd name="T27" fmla="*/ 233 h 259"/>
                  <a:gd name="T28" fmla="*/ 111 w 255"/>
                  <a:gd name="T29" fmla="*/ 255 h 259"/>
                  <a:gd name="T30" fmla="*/ 176 w 255"/>
                  <a:gd name="T31" fmla="*/ 233 h 259"/>
                  <a:gd name="T32" fmla="*/ 176 w 255"/>
                  <a:gd name="T33" fmla="*/ 259 h 259"/>
                  <a:gd name="T34" fmla="*/ 191 w 255"/>
                  <a:gd name="T35" fmla="*/ 259 h 259"/>
                  <a:gd name="T36" fmla="*/ 191 w 255"/>
                  <a:gd name="T37" fmla="*/ 220 h 259"/>
                  <a:gd name="T38" fmla="*/ 221 w 255"/>
                  <a:gd name="T39" fmla="*/ 145 h 259"/>
                  <a:gd name="T40" fmla="*/ 199 w 255"/>
                  <a:gd name="T41" fmla="*/ 79 h 259"/>
                  <a:gd name="T42" fmla="*/ 189 w 255"/>
                  <a:gd name="T43" fmla="*/ 89 h 259"/>
                  <a:gd name="T44" fmla="*/ 224 w 255"/>
                  <a:gd name="T45" fmla="*/ 31 h 259"/>
                  <a:gd name="T46" fmla="*/ 224 w 255"/>
                  <a:gd name="T47" fmla="*/ 0 h 259"/>
                  <a:gd name="T48" fmla="*/ 191 w 255"/>
                  <a:gd name="T49" fmla="*/ 34 h 259"/>
                  <a:gd name="T50" fmla="*/ 191 w 255"/>
                  <a:gd name="T51" fmla="*/ 56 h 259"/>
                  <a:gd name="T52" fmla="*/ 109 w 255"/>
                  <a:gd name="T53" fmla="*/ 139 h 259"/>
                  <a:gd name="T54" fmla="*/ 109 w 255"/>
                  <a:gd name="T55" fmla="*/ 147 h 259"/>
                  <a:gd name="T56" fmla="*/ 116 w 255"/>
                  <a:gd name="T57" fmla="*/ 147 h 259"/>
                  <a:gd name="T58" fmla="*/ 199 w 255"/>
                  <a:gd name="T59" fmla="*/ 64 h 259"/>
                  <a:gd name="T60" fmla="*/ 222 w 255"/>
                  <a:gd name="T61" fmla="*/ 64 h 259"/>
                  <a:gd name="T62" fmla="*/ 255 w 255"/>
                  <a:gd name="T63" fmla="*/ 31 h 259"/>
                  <a:gd name="T64" fmla="*/ 224 w 255"/>
                  <a:gd name="T65" fmla="*/ 31 h 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55" h="259">
                    <a:moveTo>
                      <a:pt x="189" y="89"/>
                    </a:moveTo>
                    <a:cubicBezTo>
                      <a:pt x="200" y="105"/>
                      <a:pt x="207" y="124"/>
                      <a:pt x="207" y="145"/>
                    </a:cubicBezTo>
                    <a:cubicBezTo>
                      <a:pt x="207" y="198"/>
                      <a:pt x="164" y="241"/>
                      <a:pt x="111" y="241"/>
                    </a:cubicBezTo>
                    <a:cubicBezTo>
                      <a:pt x="57" y="241"/>
                      <a:pt x="14" y="198"/>
                      <a:pt x="14" y="145"/>
                    </a:cubicBezTo>
                    <a:cubicBezTo>
                      <a:pt x="14" y="91"/>
                      <a:pt x="57" y="48"/>
                      <a:pt x="111" y="48"/>
                    </a:cubicBezTo>
                    <a:cubicBezTo>
                      <a:pt x="131" y="48"/>
                      <a:pt x="150" y="55"/>
                      <a:pt x="166" y="66"/>
                    </a:cubicBezTo>
                    <a:cubicBezTo>
                      <a:pt x="170" y="63"/>
                      <a:pt x="173" y="59"/>
                      <a:pt x="176" y="56"/>
                    </a:cubicBezTo>
                    <a:cubicBezTo>
                      <a:pt x="158" y="43"/>
                      <a:pt x="135" y="34"/>
                      <a:pt x="111" y="34"/>
                    </a:cubicBezTo>
                    <a:cubicBezTo>
                      <a:pt x="50" y="34"/>
                      <a:pt x="0" y="84"/>
                      <a:pt x="0" y="145"/>
                    </a:cubicBezTo>
                    <a:cubicBezTo>
                      <a:pt x="0" y="174"/>
                      <a:pt x="12" y="200"/>
                      <a:pt x="30" y="220"/>
                    </a:cubicBezTo>
                    <a:cubicBezTo>
                      <a:pt x="30" y="220"/>
                      <a:pt x="30" y="220"/>
                      <a:pt x="30" y="220"/>
                    </a:cubicBezTo>
                    <a:cubicBezTo>
                      <a:pt x="30" y="259"/>
                      <a:pt x="30" y="259"/>
                      <a:pt x="30" y="259"/>
                    </a:cubicBezTo>
                    <a:cubicBezTo>
                      <a:pt x="45" y="259"/>
                      <a:pt x="45" y="259"/>
                      <a:pt x="45" y="259"/>
                    </a:cubicBezTo>
                    <a:cubicBezTo>
                      <a:pt x="45" y="233"/>
                      <a:pt x="45" y="233"/>
                      <a:pt x="45" y="233"/>
                    </a:cubicBezTo>
                    <a:cubicBezTo>
                      <a:pt x="63" y="247"/>
                      <a:pt x="86" y="255"/>
                      <a:pt x="111" y="255"/>
                    </a:cubicBezTo>
                    <a:cubicBezTo>
                      <a:pt x="135" y="255"/>
                      <a:pt x="158" y="247"/>
                      <a:pt x="176" y="233"/>
                    </a:cubicBezTo>
                    <a:cubicBezTo>
                      <a:pt x="176" y="259"/>
                      <a:pt x="176" y="259"/>
                      <a:pt x="176" y="259"/>
                    </a:cubicBezTo>
                    <a:cubicBezTo>
                      <a:pt x="191" y="259"/>
                      <a:pt x="191" y="259"/>
                      <a:pt x="191" y="259"/>
                    </a:cubicBezTo>
                    <a:cubicBezTo>
                      <a:pt x="191" y="220"/>
                      <a:pt x="191" y="220"/>
                      <a:pt x="191" y="220"/>
                    </a:cubicBezTo>
                    <a:cubicBezTo>
                      <a:pt x="209" y="200"/>
                      <a:pt x="221" y="174"/>
                      <a:pt x="221" y="145"/>
                    </a:cubicBezTo>
                    <a:cubicBezTo>
                      <a:pt x="221" y="120"/>
                      <a:pt x="213" y="97"/>
                      <a:pt x="199" y="79"/>
                    </a:cubicBezTo>
                    <a:cubicBezTo>
                      <a:pt x="196" y="82"/>
                      <a:pt x="193" y="85"/>
                      <a:pt x="189" y="89"/>
                    </a:cubicBezTo>
                    <a:close/>
                    <a:moveTo>
                      <a:pt x="224" y="31"/>
                    </a:moveTo>
                    <a:cubicBezTo>
                      <a:pt x="224" y="0"/>
                      <a:pt x="224" y="0"/>
                      <a:pt x="224" y="0"/>
                    </a:cubicBezTo>
                    <a:cubicBezTo>
                      <a:pt x="191" y="34"/>
                      <a:pt x="191" y="34"/>
                      <a:pt x="191" y="34"/>
                    </a:cubicBezTo>
                    <a:cubicBezTo>
                      <a:pt x="191" y="56"/>
                      <a:pt x="191" y="56"/>
                      <a:pt x="191" y="56"/>
                    </a:cubicBezTo>
                    <a:cubicBezTo>
                      <a:pt x="109" y="139"/>
                      <a:pt x="109" y="139"/>
                      <a:pt x="109" y="139"/>
                    </a:cubicBezTo>
                    <a:cubicBezTo>
                      <a:pt x="106" y="141"/>
                      <a:pt x="106" y="144"/>
                      <a:pt x="109" y="147"/>
                    </a:cubicBezTo>
                    <a:cubicBezTo>
                      <a:pt x="111" y="149"/>
                      <a:pt x="114" y="149"/>
                      <a:pt x="116" y="147"/>
                    </a:cubicBezTo>
                    <a:cubicBezTo>
                      <a:pt x="199" y="64"/>
                      <a:pt x="199" y="64"/>
                      <a:pt x="199" y="64"/>
                    </a:cubicBezTo>
                    <a:cubicBezTo>
                      <a:pt x="222" y="64"/>
                      <a:pt x="222" y="64"/>
                      <a:pt x="222" y="64"/>
                    </a:cubicBezTo>
                    <a:cubicBezTo>
                      <a:pt x="255" y="31"/>
                      <a:pt x="255" y="31"/>
                      <a:pt x="255" y="31"/>
                    </a:cubicBezTo>
                    <a:lnTo>
                      <a:pt x="224" y="31"/>
                    </a:lnTo>
                    <a:close/>
                  </a:path>
                </a:pathLst>
              </a:custGeom>
              <a:ln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</p:grp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849EAC74-E9EB-CC28-3AA0-E52951D799C6}"/>
              </a:ext>
            </a:extLst>
          </p:cNvPr>
          <p:cNvSpPr/>
          <p:nvPr/>
        </p:nvSpPr>
        <p:spPr>
          <a:xfrm>
            <a:off x="386147" y="144158"/>
            <a:ext cx="7661072" cy="2262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50000"/>
              </a:lnSpc>
            </a:pPr>
            <a:r>
              <a:rPr sz="2400">
                <a:latin typeface="IRANYekanXFaNum"/>
              </a:rPr>
              <a:t>مجموعه‌های عددی مهم: اعداد طبیعی (N)، اعداد صحیح (Z) و اعداد گویا (Q) چه رابطه‌ای با یکدیگر دارند؟</a:t>
            </a:r>
            <a:endParaRPr lang="en-US" sz="2400" dirty="0">
              <a:latin typeface="IRANYekanXFaNum" pitchFamily="2" charset="-78"/>
              <a:cs typeface="IRANYekanXFaNum" pitchFamily="2" charset="-78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0C11D02-153D-71B2-25C9-2BE891FD686C}"/>
              </a:ext>
            </a:extLst>
          </p:cNvPr>
          <p:cNvGrpSpPr/>
          <p:nvPr/>
        </p:nvGrpSpPr>
        <p:grpSpPr>
          <a:xfrm>
            <a:off x="7854885" y="319579"/>
            <a:ext cx="1450491" cy="1437002"/>
            <a:chOff x="7854885" y="319579"/>
            <a:chExt cx="1450491" cy="1437002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24492710-6687-583A-1DBC-309B6C939D35}"/>
                </a:ext>
              </a:extLst>
            </p:cNvPr>
            <p:cNvGrpSpPr/>
            <p:nvPr/>
          </p:nvGrpSpPr>
          <p:grpSpPr>
            <a:xfrm>
              <a:off x="8023798" y="532575"/>
              <a:ext cx="1281578" cy="1224006"/>
              <a:chOff x="2026995" y="1759447"/>
              <a:chExt cx="1281578" cy="1224006"/>
            </a:xfrm>
          </p:grpSpPr>
          <p:grpSp>
            <p:nvGrpSpPr>
              <p:cNvPr id="21" name="Circle B">
                <a:extLst>
                  <a:ext uri="{FF2B5EF4-FFF2-40B4-BE49-F238E27FC236}">
                    <a16:creationId xmlns:a16="http://schemas.microsoft.com/office/drawing/2014/main" id="{5A695C85-981E-57D1-170D-6452B59E4E96}"/>
                  </a:ext>
                </a:extLst>
              </p:cNvPr>
              <p:cNvGrpSpPr/>
              <p:nvPr/>
            </p:nvGrpSpPr>
            <p:grpSpPr>
              <a:xfrm>
                <a:off x="2050416" y="1759447"/>
                <a:ext cx="1229054" cy="1224006"/>
                <a:chOff x="3731763" y="2289353"/>
                <a:chExt cx="1341438" cy="1335925"/>
              </a:xfrm>
            </p:grpSpPr>
            <p:sp>
              <p:nvSpPr>
                <p:cNvPr id="23" name="Oval 73">
                  <a:extLst>
                    <a:ext uri="{FF2B5EF4-FFF2-40B4-BE49-F238E27FC236}">
                      <a16:creationId xmlns:a16="http://schemas.microsoft.com/office/drawing/2014/main" id="{FA6E29B6-B2BE-9F8E-A518-87FD521C0DA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31763" y="2289353"/>
                  <a:ext cx="1341438" cy="1335925"/>
                </a:xfrm>
                <a:prstGeom prst="ellipse">
                  <a:avLst/>
                </a:prstGeom>
                <a:gradFill flip="none" rotWithShape="1">
                  <a:gsLst>
                    <a:gs pos="20000">
                      <a:srgbClr val="FFFFFF"/>
                    </a:gs>
                    <a:gs pos="100000">
                      <a:srgbClr val="DAD9D9"/>
                    </a:gs>
                  </a:gsLst>
                  <a:lin ang="2700000" scaled="1"/>
                  <a:tileRect/>
                </a:gradFill>
                <a:ln>
                  <a:noFill/>
                </a:ln>
                <a:effectLst>
                  <a:outerShdw blurRad="381000" dist="177800" dir="2700000" algn="tl" rotWithShape="0">
                    <a:prstClr val="black">
                      <a:alpha val="70000"/>
                    </a:prstClr>
                  </a:outer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350" dirty="0">
                    <a:latin typeface="Lato" panose="020F0502020204030203" pitchFamily="34" charset="0"/>
                  </a:endParaRPr>
                </a:p>
              </p:txBody>
            </p:sp>
            <p:pic>
              <p:nvPicPr>
                <p:cNvPr id="24" name="Texture">
                  <a:extLst>
                    <a:ext uri="{FF2B5EF4-FFF2-40B4-BE49-F238E27FC236}">
                      <a16:creationId xmlns:a16="http://schemas.microsoft.com/office/drawing/2014/main" id="{3786D0C5-29E9-E7D4-FD6D-50455E8E531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840103" y="2392141"/>
                  <a:ext cx="1187212" cy="1187213"/>
                </a:xfrm>
                <a:prstGeom prst="rect">
                  <a:avLst/>
                </a:prstGeom>
              </p:spPr>
            </p:pic>
          </p:grpSp>
          <p:sp>
            <p:nvSpPr>
              <p:cNvPr id="22" name="B">
                <a:extLst>
                  <a:ext uri="{FF2B5EF4-FFF2-40B4-BE49-F238E27FC236}">
                    <a16:creationId xmlns:a16="http://schemas.microsoft.com/office/drawing/2014/main" id="{8AFB282B-8F8D-D010-71FD-B9697800518D}"/>
                  </a:ext>
                </a:extLst>
              </p:cNvPr>
              <p:cNvSpPr txBox="1"/>
              <p:nvPr/>
            </p:nvSpPr>
            <p:spPr>
              <a:xfrm>
                <a:off x="2026995" y="2103813"/>
                <a:ext cx="128157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3600">
                    <a:solidFill>
                      <a:srgbClr val="FF0000"/>
                    </a:solidFill>
                    <a:latin typeface="IRANYekanXFaNum Heavy" pitchFamily="2" charset="-78"/>
                    <a:ea typeface="Roboto Condensed" panose="02000000000000000000" pitchFamily="2" charset="0"/>
                    <a:cs typeface="IRANYekanXFaNum Heavy" pitchFamily="2" charset="-78"/>
                  </a:defRPr>
                </a:lvl1pPr>
              </a:lstStyle>
              <a:p>
                <a:r>
                  <a:rPr lang="fa-I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مثال</a:t>
                </a:r>
                <a:endParaRPr lang="ru-RU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  <p:sp>
          <p:nvSpPr>
            <p:cNvPr id="25" name="A">
              <a:extLst>
                <a:ext uri="{FF2B5EF4-FFF2-40B4-BE49-F238E27FC236}">
                  <a16:creationId xmlns:a16="http://schemas.microsoft.com/office/drawing/2014/main" id="{7F964FC6-C49E-E78B-50F5-974F313FF7D4}"/>
                </a:ext>
              </a:extLst>
            </p:cNvPr>
            <p:cNvSpPr txBox="1"/>
            <p:nvPr/>
          </p:nvSpPr>
          <p:spPr>
            <a:xfrm>
              <a:off x="7854885" y="319579"/>
              <a:ext cx="605341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a-IR" sz="60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IRANYekanXFaNum Heavy" pitchFamily="2" charset="-78"/>
                  <a:ea typeface="Roboto Condensed" panose="02000000000000000000" pitchFamily="2" charset="0"/>
                  <a:cs typeface="IRANYekanXFaNum Heavy" pitchFamily="2" charset="-78"/>
                </a:rPr>
                <a:t>5</a:t>
              </a:r>
              <a:endParaRPr lang="ru-RU" sz="6000" b="1" dirty="0">
                <a:ln w="13462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  <a:cs typeface="IRANYekanXFaNum Heavy" pitchFamily="2" charset="-78"/>
              </a:endParaRPr>
            </a:p>
          </p:txBody>
        </p:sp>
      </p:grpSp>
      <p:pic>
        <p:nvPicPr>
          <p:cNvPr id="7" name="Picture 6" descr="A black and white football ball&#10;&#10;AI-generated content may be incorrect.">
            <a:extLst>
              <a:ext uri="{FF2B5EF4-FFF2-40B4-BE49-F238E27FC236}">
                <a16:creationId xmlns:a16="http://schemas.microsoft.com/office/drawing/2014/main" id="{18E313D7-6A0A-08EB-2AB9-7DD5CB5DB4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843" y="1770386"/>
            <a:ext cx="720000" cy="718848"/>
          </a:xfrm>
          <a:prstGeom prst="rect">
            <a:avLst/>
          </a:prstGeom>
        </p:spPr>
      </p:pic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5E3C95D-E837-9F20-88EF-2E8115986D79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577843" y="2489233"/>
            <a:ext cx="0" cy="3780000"/>
          </a:xfrm>
          <a:prstGeom prst="straightConnector1">
            <a:avLst/>
          </a:prstGeom>
          <a:ln w="38100" cap="flat" cmpd="sng" algn="ctr">
            <a:solidFill>
              <a:srgbClr val="6699FF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D90CF6A-4D4A-B8D2-B5C9-DDADDEE955A6}"/>
              </a:ext>
            </a:extLst>
          </p:cNvPr>
          <p:cNvCxnSpPr>
            <a:cxnSpLocks/>
          </p:cNvCxnSpPr>
          <p:nvPr/>
        </p:nvCxnSpPr>
        <p:spPr>
          <a:xfrm>
            <a:off x="2270285" y="3898232"/>
            <a:ext cx="0" cy="2371002"/>
          </a:xfrm>
          <a:prstGeom prst="straightConnector1">
            <a:avLst/>
          </a:prstGeom>
          <a:ln w="38100" cap="flat" cmpd="sng" algn="ctr">
            <a:solidFill>
              <a:srgbClr val="6699FF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ED2DA9E-D786-EA80-739B-315FB8D31FEC}"/>
              </a:ext>
            </a:extLst>
          </p:cNvPr>
          <p:cNvCxnSpPr>
            <a:cxnSpLocks/>
          </p:cNvCxnSpPr>
          <p:nvPr/>
        </p:nvCxnSpPr>
        <p:spPr>
          <a:xfrm>
            <a:off x="3970748" y="4892842"/>
            <a:ext cx="0" cy="1404000"/>
          </a:xfrm>
          <a:prstGeom prst="straightConnector1">
            <a:avLst/>
          </a:prstGeom>
          <a:ln w="38100" cap="flat" cmpd="sng" algn="ctr">
            <a:solidFill>
              <a:srgbClr val="6699FF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C7067C82-2AB9-A8A9-45E3-8E5F0F207528}"/>
              </a:ext>
            </a:extLst>
          </p:cNvPr>
          <p:cNvSpPr/>
          <p:nvPr/>
        </p:nvSpPr>
        <p:spPr>
          <a:xfrm>
            <a:off x="61670" y="3754752"/>
            <a:ext cx="596916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70000"/>
              </a:lnSpc>
            </a:pPr>
            <a:r>
              <a:rPr sz="2800">
                <a:solidFill>
                  <a:srgbClr val="6699FF"/>
                </a:solidFill>
                <a:latin typeface="IRANYekanXFaNum"/>
              </a:rPr>
              <a:t>N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9767899-BCE7-A069-FD57-FAD155C1CE3F}"/>
              </a:ext>
            </a:extLst>
          </p:cNvPr>
          <p:cNvSpPr/>
          <p:nvPr/>
        </p:nvSpPr>
        <p:spPr>
          <a:xfrm>
            <a:off x="1708722" y="4418780"/>
            <a:ext cx="596916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70000"/>
              </a:lnSpc>
            </a:pPr>
            <a:r>
              <a:rPr sz="2800">
                <a:solidFill>
                  <a:srgbClr val="6699FF"/>
                </a:solidFill>
                <a:latin typeface="IRANYekanXFaNum"/>
              </a:rPr>
              <a:t>Z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50EC0D2-4E45-C7A8-2D6C-247815BB8F30}"/>
              </a:ext>
            </a:extLst>
          </p:cNvPr>
          <p:cNvSpPr/>
          <p:nvPr/>
        </p:nvSpPr>
        <p:spPr>
          <a:xfrm>
            <a:off x="2513771" y="4451685"/>
            <a:ext cx="596916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70000"/>
              </a:lnSpc>
            </a:pPr>
            <a:r>
              <a:rPr sz="2800">
                <a:solidFill>
                  <a:srgbClr val="6699FF"/>
                </a:solidFill>
                <a:latin typeface="IRANYekanXFaNum"/>
              </a:rPr>
              <a:t>Q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6CE1057-946F-C336-38AC-D875AAA7E738}"/>
              </a:ext>
            </a:extLst>
          </p:cNvPr>
          <p:cNvSpPr/>
          <p:nvPr/>
        </p:nvSpPr>
        <p:spPr>
          <a:xfrm>
            <a:off x="3436516" y="5029418"/>
            <a:ext cx="596916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70000"/>
              </a:lnSpc>
            </a:pPr>
            <a:r>
              <a:rPr sz="2800">
                <a:solidFill>
                  <a:srgbClr val="6699FF"/>
                </a:solidFill>
                <a:latin typeface="IRANYekanXFaNum"/>
              </a:rPr>
              <a:t>{1,2..}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CA61E62-F2F2-7E57-AD84-C8AAB531DE2D}"/>
              </a:ext>
            </a:extLst>
          </p:cNvPr>
          <p:cNvSpPr/>
          <p:nvPr/>
        </p:nvSpPr>
        <p:spPr>
          <a:xfrm>
            <a:off x="4097118" y="5033114"/>
            <a:ext cx="596916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70000"/>
              </a:lnSpc>
            </a:pPr>
            <a:r>
              <a:rPr sz="2800">
                <a:solidFill>
                  <a:srgbClr val="6699FF"/>
                </a:solidFill>
                <a:latin typeface="IRANYekanXFaNum"/>
              </a:rPr>
              <a:t>{..0..}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22DC4F0-C4BF-876B-8A31-565504EE7BD3}"/>
              </a:ext>
            </a:extLst>
          </p:cNvPr>
          <p:cNvSpPr/>
          <p:nvPr/>
        </p:nvSpPr>
        <p:spPr>
          <a:xfrm>
            <a:off x="4694034" y="2820814"/>
            <a:ext cx="2517336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70000"/>
              </a:lnSpc>
            </a:pPr>
            <a:r>
              <a:rPr sz="2800">
                <a:solidFill>
                  <a:srgbClr val="6699FF"/>
                </a:solidFill>
                <a:latin typeface="IRANYekanXFaNum"/>
              </a:rPr>
              <a:t>N ⊆ Z ⊆ Q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1B3B3F3-23FB-D2C7-B411-C2C623F2A9DE}"/>
              </a:ext>
            </a:extLst>
          </p:cNvPr>
          <p:cNvSpPr/>
          <p:nvPr/>
        </p:nvSpPr>
        <p:spPr>
          <a:xfrm>
            <a:off x="7048520" y="2797223"/>
            <a:ext cx="596914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70000"/>
              </a:lnSpc>
            </a:pPr>
            <a:r>
              <a:rPr sz="2800">
                <a:solidFill>
                  <a:srgbClr val="6699FF"/>
                </a:solidFill>
                <a:latin typeface="IRANYekanXFaNum"/>
              </a:rPr>
              <a:t>گویا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7196F05-A3D7-A03A-BE6D-7A5C14681C27}"/>
              </a:ext>
            </a:extLst>
          </p:cNvPr>
          <p:cNvSpPr/>
          <p:nvPr/>
        </p:nvSpPr>
        <p:spPr>
          <a:xfrm>
            <a:off x="5165655" y="4129470"/>
            <a:ext cx="5478373" cy="128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70000"/>
              </a:lnSpc>
            </a:pPr>
            <a:r>
              <a:rPr sz="2400">
                <a:solidFill>
                  <a:srgbClr val="6699FF"/>
                </a:solidFill>
                <a:latin typeface="IRANYekanXFaNum"/>
              </a:rPr>
              <a:t>اعداد طبیعی زیرمجموعه صحیح و صحیح زیرمجموعه گویا هستند.</a:t>
            </a:r>
          </a:p>
        </p:txBody>
      </p:sp>
    </p:spTree>
    <p:extLst>
      <p:ext uri="{BB962C8B-B14F-4D97-AF65-F5344CB8AC3E}">
        <p14:creationId xmlns:p14="http://schemas.microsoft.com/office/powerpoint/2010/main" val="19436658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p14:presetBounceEnd="68182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8182">
                                          <p:cBhvr additive="base">
                                            <p:cTn id="7" dur="11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8182">
                                          <p:cBhvr additive="base">
                                            <p:cTn id="8" dur="11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2" presetClass="entr" presetSubtype="8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2" dur="5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2" presetClass="entr" presetSubtype="2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16" dur="5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2" fill="hold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nodeType="withEffect" p14:presetBounceEnd="68182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8182">
                                          <p:cBhvr additive="base">
                                            <p:cTn id="23" dur="11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8182">
                                          <p:cBhvr additive="base">
                                            <p:cTn id="24" dur="11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4300"/>
                                </p:stCondLst>
                                <p:childTnLst>
                                  <p:par>
                                    <p:cTn id="26" presetID="1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500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9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4800"/>
                                </p:stCondLst>
                                <p:childTnLst>
                                  <p:par>
                                    <p:cTn id="31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3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5300"/>
                                </p:stCondLst>
                                <p:childTnLst>
                                  <p:par>
                                    <p:cTn id="35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9" fill="hold">
                          <p:stCondLst>
                            <p:cond delay="indefinite"/>
                          </p:stCondLst>
                          <p:childTnLst>
                            <p:par>
                              <p:cTn id="4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7" fill="hold">
                          <p:stCondLst>
                            <p:cond delay="indefinite"/>
                          </p:stCondLst>
                          <p:childTnLst>
                            <p:par>
                              <p:cTn id="4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9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1" dur="5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2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53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55" dur="1000"/>
                                            <p:tgtEl>
                                              <p:spTgt spid="3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6" fill="hold">
                          <p:stCondLst>
                            <p:cond delay="indefinite"/>
                          </p:stCondLst>
                          <p:childTnLst>
                            <p:par>
                              <p:cTn id="5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8" presetID="50" presetClass="path" presetSubtype="0" accel="50000" decel="5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4.16667E-6 -7.40741E-7 L 0.04036 -7.40741E-7 C 0.05833 -7.40741E-7 0.08073 0.15833 0.08073 0.2875 L 0.08073 0.57662 " pathEditMode="relative" rAng="0" ptsTypes="AAAA">
                                          <p:cBhvr>
                                            <p:cTn id="59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4036" y="28819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0" fill="hold">
                                <p:stCondLst>
                                  <p:cond delay="3000"/>
                                </p:stCondLst>
                                <p:childTnLst>
                                  <p:par>
                                    <p:cTn id="61" presetID="57" presetClass="path" presetSubtype="0" accel="50000" decel="5000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.08073 0.57662 L 0.08073 0.39004 C 0.08073 0.30717 0.09674 0.20532 0.10976 0.20532 L 0.13893 0.20532 " pathEditMode="relative" rAng="0" ptsTypes="AAAA">
                                          <p:cBhvr>
                                            <p:cTn id="62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904" y="-18565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3" fill="hold">
                          <p:stCondLst>
                            <p:cond delay="indefinite"/>
                          </p:stCondLst>
                          <p:childTnLst>
                            <p:par>
                              <p:cTn id="6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5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8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69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1" dur="1000"/>
                                            <p:tgtEl>
                                              <p:spTgt spid="3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2" fill="hold">
                          <p:stCondLst>
                            <p:cond delay="indefinite"/>
                          </p:stCondLst>
                          <p:childTnLst>
                            <p:par>
                              <p:cTn id="7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4" presetID="50" presetClass="path" presetSubtype="0" accel="50000" decel="5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.13893 0.20393 L 0.17786 0.20393 C 0.19518 0.20393 0.21679 0.30393 0.21679 0.38564 L 0.21679 0.56805 " pathEditMode="relative" rAng="0" ptsTypes="AAAA">
                                          <p:cBhvr>
                                            <p:cTn id="75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893" y="18194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6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77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9" dur="1000"/>
                                            <p:tgtEl>
                                              <p:spTgt spid="3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0" fill="hold">
                          <p:stCondLst>
                            <p:cond delay="indefinite"/>
                          </p:stCondLst>
                          <p:childTnLst>
                            <p:par>
                              <p:cTn id="8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2" presetID="57" presetClass="path" presetSubtype="0" accel="50000" decel="5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.21679 0.56806 L 0.21679 0.46019 C 0.21679 0.41158 0.23411 0.35278 0.24843 0.35278 L 0.2802 0.35278 " pathEditMode="relative" rAng="0" ptsTypes="AAAA">
                                          <p:cBhvr>
                                            <p:cTn id="83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164" y="-10764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4" fill="hold">
                          <p:stCondLst>
                            <p:cond delay="indefinite"/>
                          </p:stCondLst>
                          <p:childTnLst>
                            <p:par>
                              <p:cTn id="8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6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5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90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92" dur="1000"/>
                                            <p:tgtEl>
                                              <p:spTgt spid="3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3" fill="hold">
                          <p:stCondLst>
                            <p:cond delay="indefinite"/>
                          </p:stCondLst>
                          <p:childTnLst>
                            <p:par>
                              <p:cTn id="9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5" presetID="50" presetClass="path" presetSubtype="0" accel="50000" decel="5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.2802 0.35278 L 0.31979 0.35278 C 0.33763 0.35278 0.35976 0.41505 0.35976 0.4669 L 0.35976 0.58102 " pathEditMode="relative" rAng="0" ptsTypes="AAAA">
                                          <p:cBhvr>
                                            <p:cTn id="96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971" y="11412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7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98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00" dur="1000"/>
                                            <p:tgtEl>
                                              <p:spTgt spid="4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1" fill="hold">
                          <p:stCondLst>
                            <p:cond delay="indefinite"/>
                          </p:stCondLst>
                          <p:childTnLst>
                            <p:par>
                              <p:cTn id="10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3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05" dur="1000"/>
                                            <p:tgtEl>
                                              <p:spTgt spid="4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6" fill="hold">
                          <p:stCondLst>
                            <p:cond delay="indefinite"/>
                          </p:stCondLst>
                          <p:childTnLst>
                            <p:par>
                              <p:cTn id="10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8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10" dur="1000"/>
                                            <p:tgtEl>
                                              <p:spTgt spid="4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1" fill="hold">
                          <p:stCondLst>
                            <p:cond delay="indefinite"/>
                          </p:stCondLst>
                          <p:childTnLst>
                            <p:par>
                              <p:cTn id="11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3" presetID="22" presetClass="entr" presetSubtype="2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15" dur="1000"/>
                                            <p:tgtEl>
                                              <p:spTgt spid="4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16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17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19" dur="1000"/>
                                            <p:tgtEl>
                                              <p:spTgt spid="44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6" grpId="0" animBg="1"/>
          <p:bldP spid="11" grpId="0" animBg="1"/>
          <p:bldP spid="12" grpId="0" animBg="1"/>
          <p:bldP spid="13" grpId="0" animBg="1"/>
          <p:bldP spid="19" grpId="0"/>
          <p:bldP spid="36" grpId="0" build="allAtOnce"/>
          <p:bldP spid="37" grpId="0" build="allAtOnce"/>
          <p:bldP spid="38" grpId="0" build="allAtOnce"/>
          <p:bldP spid="39" grpId="0" build="allAtOnce"/>
          <p:bldP spid="40" grpId="0" build="allAtOnce"/>
          <p:bldP spid="41" grpId="0" build="allAtOnce"/>
          <p:bldP spid="42" grpId="0" build="allAtOnce"/>
          <p:bldP spid="44" grpId="0" uiExpand="1" build="p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1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1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2" presetClass="entr" presetSubtype="8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2" dur="5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2" presetClass="entr" presetSubtype="2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16" dur="5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2" fill="hold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11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11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4300"/>
                                </p:stCondLst>
                                <p:childTnLst>
                                  <p:par>
                                    <p:cTn id="26" presetID="1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500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9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4800"/>
                                </p:stCondLst>
                                <p:childTnLst>
                                  <p:par>
                                    <p:cTn id="31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3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5300"/>
                                </p:stCondLst>
                                <p:childTnLst>
                                  <p:par>
                                    <p:cTn id="35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9" fill="hold">
                          <p:stCondLst>
                            <p:cond delay="indefinite"/>
                          </p:stCondLst>
                          <p:childTnLst>
                            <p:par>
                              <p:cTn id="4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7" fill="hold">
                          <p:stCondLst>
                            <p:cond delay="indefinite"/>
                          </p:stCondLst>
                          <p:childTnLst>
                            <p:par>
                              <p:cTn id="4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9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1" dur="5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2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53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55" dur="1000"/>
                                            <p:tgtEl>
                                              <p:spTgt spid="3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6" fill="hold">
                          <p:stCondLst>
                            <p:cond delay="indefinite"/>
                          </p:stCondLst>
                          <p:childTnLst>
                            <p:par>
                              <p:cTn id="5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8" presetID="50" presetClass="path" presetSubtype="0" accel="50000" decel="5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4.16667E-6 -7.40741E-7 L 0.04036 -7.40741E-7 C 0.05833 -7.40741E-7 0.08073 0.15833 0.08073 0.2875 L 0.08073 0.57662 " pathEditMode="relative" rAng="0" ptsTypes="AAAA">
                                          <p:cBhvr>
                                            <p:cTn id="59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4036" y="28819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0" fill="hold">
                                <p:stCondLst>
                                  <p:cond delay="3000"/>
                                </p:stCondLst>
                                <p:childTnLst>
                                  <p:par>
                                    <p:cTn id="61" presetID="57" presetClass="path" presetSubtype="0" accel="50000" decel="5000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.08073 0.57662 L 0.08073 0.39004 C 0.08073 0.30717 0.09674 0.20532 0.10976 0.20532 L 0.13893 0.20532 " pathEditMode="relative" rAng="0" ptsTypes="AAAA">
                                          <p:cBhvr>
                                            <p:cTn id="62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904" y="-18565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3" fill="hold">
                          <p:stCondLst>
                            <p:cond delay="indefinite"/>
                          </p:stCondLst>
                          <p:childTnLst>
                            <p:par>
                              <p:cTn id="6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5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8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69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1" dur="1000"/>
                                            <p:tgtEl>
                                              <p:spTgt spid="3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2" fill="hold">
                          <p:stCondLst>
                            <p:cond delay="indefinite"/>
                          </p:stCondLst>
                          <p:childTnLst>
                            <p:par>
                              <p:cTn id="7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4" presetID="50" presetClass="path" presetSubtype="0" accel="50000" decel="5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.13893 0.20393 L 0.17786 0.20393 C 0.19518 0.20393 0.21679 0.30393 0.21679 0.38564 L 0.21679 0.56805 " pathEditMode="relative" rAng="0" ptsTypes="AAAA">
                                          <p:cBhvr>
                                            <p:cTn id="75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893" y="18194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6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77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9" dur="1000"/>
                                            <p:tgtEl>
                                              <p:spTgt spid="3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0" fill="hold">
                          <p:stCondLst>
                            <p:cond delay="indefinite"/>
                          </p:stCondLst>
                          <p:childTnLst>
                            <p:par>
                              <p:cTn id="8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2" presetID="57" presetClass="path" presetSubtype="0" accel="50000" decel="5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.21679 0.56806 L 0.21679 0.46019 C 0.21679 0.41158 0.23411 0.35278 0.24843 0.35278 L 0.2802 0.35278 " pathEditMode="relative" rAng="0" ptsTypes="AAAA">
                                          <p:cBhvr>
                                            <p:cTn id="83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164" y="-10764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4" fill="hold">
                          <p:stCondLst>
                            <p:cond delay="indefinite"/>
                          </p:stCondLst>
                          <p:childTnLst>
                            <p:par>
                              <p:cTn id="8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6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5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90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92" dur="1000"/>
                                            <p:tgtEl>
                                              <p:spTgt spid="3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3" fill="hold">
                          <p:stCondLst>
                            <p:cond delay="indefinite"/>
                          </p:stCondLst>
                          <p:childTnLst>
                            <p:par>
                              <p:cTn id="9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5" presetID="50" presetClass="path" presetSubtype="0" accel="50000" decel="5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.2802 0.35278 L 0.31979 0.35278 C 0.33763 0.35278 0.35976 0.41505 0.35976 0.4669 L 0.35976 0.58102 " pathEditMode="relative" rAng="0" ptsTypes="AAAA">
                                          <p:cBhvr>
                                            <p:cTn id="96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971" y="11412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7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98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00" dur="1000"/>
                                            <p:tgtEl>
                                              <p:spTgt spid="4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1" fill="hold">
                          <p:stCondLst>
                            <p:cond delay="indefinite"/>
                          </p:stCondLst>
                          <p:childTnLst>
                            <p:par>
                              <p:cTn id="10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3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05" dur="1000"/>
                                            <p:tgtEl>
                                              <p:spTgt spid="4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6" fill="hold">
                          <p:stCondLst>
                            <p:cond delay="indefinite"/>
                          </p:stCondLst>
                          <p:childTnLst>
                            <p:par>
                              <p:cTn id="10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8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10" dur="1000"/>
                                            <p:tgtEl>
                                              <p:spTgt spid="4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1" fill="hold">
                          <p:stCondLst>
                            <p:cond delay="indefinite"/>
                          </p:stCondLst>
                          <p:childTnLst>
                            <p:par>
                              <p:cTn id="11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3" presetID="22" presetClass="entr" presetSubtype="2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15" dur="1000"/>
                                            <p:tgtEl>
                                              <p:spTgt spid="4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16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17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19" dur="1000"/>
                                            <p:tgtEl>
                                              <p:spTgt spid="44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6" grpId="0" animBg="1"/>
          <p:bldP spid="11" grpId="0" animBg="1"/>
          <p:bldP spid="12" grpId="0" animBg="1"/>
          <p:bldP spid="13" grpId="0" animBg="1"/>
          <p:bldP spid="19" grpId="0"/>
          <p:bldP spid="36" grpId="0" build="allAtOnce"/>
          <p:bldP spid="37" grpId="0" build="allAtOnce"/>
          <p:bldP spid="38" grpId="0" build="allAtOnce"/>
          <p:bldP spid="39" grpId="0" build="allAtOnce"/>
          <p:bldP spid="40" grpId="0" build="allAtOnce"/>
          <p:bldP spid="41" grpId="0" build="allAtOnce"/>
          <p:bldP spid="42" grpId="0" build="allAtOnce"/>
          <p:bldP spid="44" grpId="0" uiExpand="1" build="p"/>
        </p:bldLst>
      </p:timing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F12543-1425-9CB4-B8D4-1EF4F323D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53">
            <a:extLst>
              <a:ext uri="{FF2B5EF4-FFF2-40B4-BE49-F238E27FC236}">
                <a16:creationId xmlns:a16="http://schemas.microsoft.com/office/drawing/2014/main" id="{CE78A24B-5846-25FD-F591-19E39D9895A9}"/>
              </a:ext>
            </a:extLst>
          </p:cNvPr>
          <p:cNvSpPr/>
          <p:nvPr/>
        </p:nvSpPr>
        <p:spPr>
          <a:xfrm>
            <a:off x="3515609" y="2856349"/>
            <a:ext cx="2704094" cy="720001"/>
          </a:xfrm>
          <a:prstGeom prst="rect">
            <a:avLst/>
          </a:prstGeom>
          <a:solidFill>
            <a:srgbClr val="92D050">
              <a:alpha val="50000"/>
            </a:srgb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cartoon of a person holding a book&#10;&#10;AI-generated content may be incorrect.">
            <a:extLst>
              <a:ext uri="{FF2B5EF4-FFF2-40B4-BE49-F238E27FC236}">
                <a16:creationId xmlns:a16="http://schemas.microsoft.com/office/drawing/2014/main" id="{C6983D0A-B180-EDDC-0011-DBF7309662A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8861" y="1822560"/>
            <a:ext cx="4936268" cy="10821035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A9BD60D-1CE4-2BCF-74A5-AE31B6D23BAF}"/>
              </a:ext>
            </a:extLst>
          </p:cNvPr>
          <p:cNvSpPr/>
          <p:nvPr/>
        </p:nvSpPr>
        <p:spPr>
          <a:xfrm>
            <a:off x="217843" y="540075"/>
            <a:ext cx="8632177" cy="1470326"/>
          </a:xfrm>
          <a:prstGeom prst="roundRect">
            <a:avLst>
              <a:gd name="adj" fmla="val 34686"/>
            </a:avLst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DZ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53ED2AB-4DE2-F5D3-765E-FD4DDCDC94D7}"/>
              </a:ext>
            </a:extLst>
          </p:cNvPr>
          <p:cNvGrpSpPr/>
          <p:nvPr/>
        </p:nvGrpSpPr>
        <p:grpSpPr>
          <a:xfrm rot="5400000">
            <a:off x="9079518" y="653854"/>
            <a:ext cx="1666266" cy="993876"/>
            <a:chOff x="5263043" y="3924314"/>
            <a:chExt cx="1666266" cy="993876"/>
          </a:xfrm>
        </p:grpSpPr>
        <p:sp>
          <p:nvSpPr>
            <p:cNvPr id="9" name="Arc 111">
              <a:extLst>
                <a:ext uri="{FF2B5EF4-FFF2-40B4-BE49-F238E27FC236}">
                  <a16:creationId xmlns:a16="http://schemas.microsoft.com/office/drawing/2014/main" id="{D4804066-4A3B-3B8A-8D5D-17DAABCD8495}"/>
                </a:ext>
              </a:extLst>
            </p:cNvPr>
            <p:cNvSpPr>
              <a:spLocks/>
            </p:cNvSpPr>
            <p:nvPr/>
          </p:nvSpPr>
          <p:spPr>
            <a:xfrm rot="7125828">
              <a:off x="5634265" y="3553092"/>
              <a:ext cx="923822" cy="1666266"/>
            </a:xfrm>
            <a:custGeom>
              <a:avLst/>
              <a:gdLst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2" fmla="*/ 1568256 w 3136511"/>
                <a:gd name="connsiteY2" fmla="*/ 1874520 h 3749040"/>
                <a:gd name="connsiteX3" fmla="*/ 2026459 w 3136511"/>
                <a:gd name="connsiteY3" fmla="*/ 81794 h 3749040"/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8203 w 1568259"/>
                <a:gd name="connsiteY0" fmla="*/ 0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026135"/>
                <a:gd name="connsiteY0" fmla="*/ 0 h 1776354"/>
                <a:gd name="connsiteX1" fmla="*/ 1026135 w 1026135"/>
                <a:gd name="connsiteY1" fmla="*/ 1776354 h 1776354"/>
                <a:gd name="connsiteX2" fmla="*/ 0 w 1026135"/>
                <a:gd name="connsiteY2" fmla="*/ 1191335 h 1776354"/>
                <a:gd name="connsiteX3" fmla="*/ 27726 w 1026135"/>
                <a:gd name="connsiteY3" fmla="*/ 0 h 1776354"/>
                <a:gd name="connsiteX0" fmla="*/ 20520 w 1026135"/>
                <a:gd name="connsiteY0" fmla="*/ 34379 h 1776354"/>
                <a:gd name="connsiteX1" fmla="*/ 884205 w 1026135"/>
                <a:gd name="connsiteY1" fmla="*/ 1632603 h 1776354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23822" h="1666266" stroke="0" extrusionOk="0">
                  <a:moveTo>
                    <a:pt x="27726" y="0"/>
                  </a:moveTo>
                  <a:cubicBezTo>
                    <a:pt x="1059256" y="699389"/>
                    <a:pt x="841732" y="475354"/>
                    <a:pt x="917895" y="1666266"/>
                  </a:cubicBezTo>
                  <a:lnTo>
                    <a:pt x="0" y="1191335"/>
                  </a:lnTo>
                  <a:lnTo>
                    <a:pt x="27726" y="0"/>
                  </a:lnTo>
                  <a:close/>
                </a:path>
                <a:path w="923822" h="1666266" fill="none">
                  <a:moveTo>
                    <a:pt x="20520" y="34379"/>
                  </a:moveTo>
                  <a:cubicBezTo>
                    <a:pt x="787091" y="294637"/>
                    <a:pt x="1028502" y="898728"/>
                    <a:pt x="884205" y="1632603"/>
                  </a:cubicBezTo>
                </a:path>
              </a:pathLst>
            </a:custGeom>
            <a:ln w="28575" cap="rnd">
              <a:solidFill>
                <a:srgbClr val="767B7B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67A166B3-010C-267C-B326-7CF653F56847}"/>
                </a:ext>
              </a:extLst>
            </p:cNvPr>
            <p:cNvSpPr/>
            <p:nvPr/>
          </p:nvSpPr>
          <p:spPr>
            <a:xfrm>
              <a:off x="6020181" y="4749058"/>
              <a:ext cx="200440" cy="169132"/>
            </a:xfrm>
            <a:custGeom>
              <a:avLst/>
              <a:gdLst>
                <a:gd name="connsiteX0" fmla="*/ 28037 w 200440"/>
                <a:gd name="connsiteY0" fmla="*/ 0 h 169132"/>
                <a:gd name="connsiteX1" fmla="*/ 44586 w 200440"/>
                <a:gd name="connsiteY1" fmla="*/ 1769 h 169132"/>
                <a:gd name="connsiteX2" fmla="*/ 166182 w 200440"/>
                <a:gd name="connsiteY2" fmla="*/ 789 h 169132"/>
                <a:gd name="connsiteX3" fmla="*/ 172411 w 200440"/>
                <a:gd name="connsiteY3" fmla="*/ 11 h 169132"/>
                <a:gd name="connsiteX4" fmla="*/ 192564 w 200440"/>
                <a:gd name="connsiteY4" fmla="*/ 29902 h 169132"/>
                <a:gd name="connsiteX5" fmla="*/ 200440 w 200440"/>
                <a:gd name="connsiteY5" fmla="*/ 68912 h 169132"/>
                <a:gd name="connsiteX6" fmla="*/ 100220 w 200440"/>
                <a:gd name="connsiteY6" fmla="*/ 169132 h 169132"/>
                <a:gd name="connsiteX7" fmla="*/ 0 w 200440"/>
                <a:gd name="connsiteY7" fmla="*/ 68912 h 169132"/>
                <a:gd name="connsiteX8" fmla="*/ 7876 w 200440"/>
                <a:gd name="connsiteY8" fmla="*/ 29902 h 169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0440" h="169132">
                  <a:moveTo>
                    <a:pt x="28037" y="0"/>
                  </a:moveTo>
                  <a:lnTo>
                    <a:pt x="44586" y="1769"/>
                  </a:lnTo>
                  <a:cubicBezTo>
                    <a:pt x="84217" y="3762"/>
                    <a:pt x="124733" y="3518"/>
                    <a:pt x="166182" y="789"/>
                  </a:cubicBezTo>
                  <a:lnTo>
                    <a:pt x="172411" y="11"/>
                  </a:lnTo>
                  <a:lnTo>
                    <a:pt x="192564" y="29902"/>
                  </a:lnTo>
                  <a:cubicBezTo>
                    <a:pt x="197636" y="41892"/>
                    <a:pt x="200440" y="55075"/>
                    <a:pt x="200440" y="68912"/>
                  </a:cubicBezTo>
                  <a:cubicBezTo>
                    <a:pt x="200440" y="124262"/>
                    <a:pt x="155570" y="169132"/>
                    <a:pt x="100220" y="169132"/>
                  </a:cubicBezTo>
                  <a:cubicBezTo>
                    <a:pt x="44870" y="169132"/>
                    <a:pt x="0" y="124262"/>
                    <a:pt x="0" y="68912"/>
                  </a:cubicBezTo>
                  <a:cubicBezTo>
                    <a:pt x="0" y="55075"/>
                    <a:pt x="2805" y="41892"/>
                    <a:pt x="7876" y="29902"/>
                  </a:cubicBezTo>
                  <a:close/>
                </a:path>
              </a:pathLst>
            </a:custGeom>
            <a:solidFill>
              <a:srgbClr val="767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</p:grp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DEA92F5-1211-3E3D-0574-D9E5F5E24674}"/>
              </a:ext>
            </a:extLst>
          </p:cNvPr>
          <p:cNvSpPr/>
          <p:nvPr/>
        </p:nvSpPr>
        <p:spPr>
          <a:xfrm>
            <a:off x="11529568" y="7374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CBE2782-857B-BC3D-C6DD-75B8DA5E99F5}"/>
              </a:ext>
            </a:extLst>
          </p:cNvPr>
          <p:cNvSpPr/>
          <p:nvPr/>
        </p:nvSpPr>
        <p:spPr>
          <a:xfrm flipH="1">
            <a:off x="9683316" y="7374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2244CC2A-3B00-BEA9-3A71-35574DA4264F}"/>
              </a:ext>
            </a:extLst>
          </p:cNvPr>
          <p:cNvSpPr>
            <a:spLocks noChangeAspect="1"/>
          </p:cNvSpPr>
          <p:nvPr/>
        </p:nvSpPr>
        <p:spPr>
          <a:xfrm>
            <a:off x="9802197" y="61953"/>
            <a:ext cx="1966302" cy="2199640"/>
          </a:xfrm>
          <a:custGeom>
            <a:avLst/>
            <a:gdLst>
              <a:gd name="connsiteX0" fmla="*/ 983151 w 1966302"/>
              <a:gd name="connsiteY0" fmla="*/ 0 h 2199640"/>
              <a:gd name="connsiteX1" fmla="*/ 1893033 w 1966302"/>
              <a:gd name="connsiteY1" fmla="*/ 484900 h 2199640"/>
              <a:gd name="connsiteX2" fmla="*/ 1966302 w 1966302"/>
              <a:gd name="connsiteY2" fmla="*/ 620201 h 2199640"/>
              <a:gd name="connsiteX3" fmla="*/ 1944102 w 1966302"/>
              <a:gd name="connsiteY3" fmla="*/ 631189 h 2199640"/>
              <a:gd name="connsiteX4" fmla="*/ 1670855 w 1966302"/>
              <a:gd name="connsiteY4" fmla="*/ 1099820 h 2199640"/>
              <a:gd name="connsiteX5" fmla="*/ 1944102 w 1966302"/>
              <a:gd name="connsiteY5" fmla="*/ 1568451 h 2199640"/>
              <a:gd name="connsiteX6" fmla="*/ 1966302 w 1966302"/>
              <a:gd name="connsiteY6" fmla="*/ 1579440 h 2199640"/>
              <a:gd name="connsiteX7" fmla="*/ 1893033 w 1966302"/>
              <a:gd name="connsiteY7" fmla="*/ 1714740 h 2199640"/>
              <a:gd name="connsiteX8" fmla="*/ 983151 w 1966302"/>
              <a:gd name="connsiteY8" fmla="*/ 2199640 h 2199640"/>
              <a:gd name="connsiteX9" fmla="*/ 73269 w 1966302"/>
              <a:gd name="connsiteY9" fmla="*/ 1714740 h 2199640"/>
              <a:gd name="connsiteX10" fmla="*/ 0 w 1966302"/>
              <a:gd name="connsiteY10" fmla="*/ 1579439 h 2199640"/>
              <a:gd name="connsiteX11" fmla="*/ 22200 w 1966302"/>
              <a:gd name="connsiteY11" fmla="*/ 1568451 h 2199640"/>
              <a:gd name="connsiteX12" fmla="*/ 295446 w 1966302"/>
              <a:gd name="connsiteY12" fmla="*/ 1099820 h 2199640"/>
              <a:gd name="connsiteX13" fmla="*/ 22200 w 1966302"/>
              <a:gd name="connsiteY13" fmla="*/ 631189 h 2199640"/>
              <a:gd name="connsiteX14" fmla="*/ 0 w 1966302"/>
              <a:gd name="connsiteY14" fmla="*/ 620201 h 2199640"/>
              <a:gd name="connsiteX15" fmla="*/ 73269 w 1966302"/>
              <a:gd name="connsiteY15" fmla="*/ 484900 h 2199640"/>
              <a:gd name="connsiteX16" fmla="*/ 983151 w 1966302"/>
              <a:gd name="connsiteY16" fmla="*/ 0 h 2199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966302" h="2199640">
                <a:moveTo>
                  <a:pt x="983151" y="0"/>
                </a:moveTo>
                <a:cubicBezTo>
                  <a:pt x="1361908" y="0"/>
                  <a:pt x="1695844" y="192346"/>
                  <a:pt x="1893033" y="484900"/>
                </a:cubicBezTo>
                <a:lnTo>
                  <a:pt x="1966302" y="620201"/>
                </a:lnTo>
                <a:lnTo>
                  <a:pt x="1944102" y="631189"/>
                </a:lnTo>
                <a:cubicBezTo>
                  <a:pt x="1779244" y="732750"/>
                  <a:pt x="1670855" y="904743"/>
                  <a:pt x="1670855" y="1099820"/>
                </a:cubicBezTo>
                <a:cubicBezTo>
                  <a:pt x="1670855" y="1294898"/>
                  <a:pt x="1779244" y="1466890"/>
                  <a:pt x="1944102" y="1568451"/>
                </a:cubicBezTo>
                <a:lnTo>
                  <a:pt x="1966302" y="1579440"/>
                </a:lnTo>
                <a:lnTo>
                  <a:pt x="1893033" y="1714740"/>
                </a:lnTo>
                <a:cubicBezTo>
                  <a:pt x="1695844" y="2007294"/>
                  <a:pt x="1361908" y="2199640"/>
                  <a:pt x="983151" y="2199640"/>
                </a:cubicBezTo>
                <a:cubicBezTo>
                  <a:pt x="604394" y="2199640"/>
                  <a:pt x="270459" y="2007294"/>
                  <a:pt x="73269" y="1714740"/>
                </a:cubicBezTo>
                <a:lnTo>
                  <a:pt x="0" y="1579439"/>
                </a:lnTo>
                <a:lnTo>
                  <a:pt x="22200" y="1568451"/>
                </a:lnTo>
                <a:cubicBezTo>
                  <a:pt x="187057" y="1466890"/>
                  <a:pt x="295446" y="1294898"/>
                  <a:pt x="295446" y="1099820"/>
                </a:cubicBezTo>
                <a:cubicBezTo>
                  <a:pt x="295446" y="904743"/>
                  <a:pt x="187057" y="732750"/>
                  <a:pt x="22200" y="631189"/>
                </a:cubicBezTo>
                <a:lnTo>
                  <a:pt x="0" y="620201"/>
                </a:lnTo>
                <a:lnTo>
                  <a:pt x="73269" y="484900"/>
                </a:lnTo>
                <a:cubicBezTo>
                  <a:pt x="270459" y="192346"/>
                  <a:pt x="604394" y="0"/>
                  <a:pt x="983151" y="0"/>
                </a:cubicBezTo>
                <a:close/>
              </a:path>
            </a:pathLst>
          </a:cu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8402CFD-9B3E-8F5E-6C38-24ECA8841A0A}"/>
              </a:ext>
            </a:extLst>
          </p:cNvPr>
          <p:cNvGrpSpPr/>
          <p:nvPr/>
        </p:nvGrpSpPr>
        <p:grpSpPr>
          <a:xfrm>
            <a:off x="10153750" y="532575"/>
            <a:ext cx="1287780" cy="1291590"/>
            <a:chOff x="7688342" y="576301"/>
            <a:chExt cx="1287780" cy="129159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F51906B2-B53B-20C2-0C79-7FD9E19D1EF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88342" y="576301"/>
              <a:ext cx="1287780" cy="129159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38100" dir="2700000" sx="105000" sy="105000" algn="tl" rotWithShape="0">
                <a:prstClr val="black">
                  <a:alpha val="4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grpSp>
          <p:nvGrpSpPr>
            <p:cNvPr id="16" name="Target">
              <a:extLst>
                <a:ext uri="{FF2B5EF4-FFF2-40B4-BE49-F238E27FC236}">
                  <a16:creationId xmlns:a16="http://schemas.microsoft.com/office/drawing/2014/main" id="{A17B8909-DAEC-F678-EAA7-2A957F6F1702}"/>
                </a:ext>
              </a:extLst>
            </p:cNvPr>
            <p:cNvGrpSpPr/>
            <p:nvPr/>
          </p:nvGrpSpPr>
          <p:grpSpPr>
            <a:xfrm>
              <a:off x="7956103" y="770172"/>
              <a:ext cx="839566" cy="848693"/>
              <a:chOff x="7021543" y="3230227"/>
              <a:chExt cx="439248" cy="444023"/>
            </a:xfrm>
            <a:effectLst>
              <a:reflection blurRad="6350" stA="20000" endPos="35000" dir="5400000" sy="-100000" algn="bl" rotWithShape="0"/>
            </a:effectLst>
          </p:grpSpPr>
          <p:sp>
            <p:nvSpPr>
              <p:cNvPr id="17" name="Freeform 56">
                <a:extLst>
                  <a:ext uri="{FF2B5EF4-FFF2-40B4-BE49-F238E27FC236}">
                    <a16:creationId xmlns:a16="http://schemas.microsoft.com/office/drawing/2014/main" id="{B90ADDD4-35C3-A08E-AD3B-D99D5885292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75017" y="3340994"/>
                <a:ext cx="274053" cy="273098"/>
              </a:xfrm>
              <a:custGeom>
                <a:avLst/>
                <a:gdLst>
                  <a:gd name="T0" fmla="*/ 146 w 159"/>
                  <a:gd name="T1" fmla="*/ 36 h 159"/>
                  <a:gd name="T2" fmla="*/ 136 w 159"/>
                  <a:gd name="T3" fmla="*/ 46 h 159"/>
                  <a:gd name="T4" fmla="*/ 145 w 159"/>
                  <a:gd name="T5" fmla="*/ 80 h 159"/>
                  <a:gd name="T6" fmla="*/ 80 w 159"/>
                  <a:gd name="T7" fmla="*/ 145 h 159"/>
                  <a:gd name="T8" fmla="*/ 14 w 159"/>
                  <a:gd name="T9" fmla="*/ 80 h 159"/>
                  <a:gd name="T10" fmla="*/ 80 w 159"/>
                  <a:gd name="T11" fmla="*/ 14 h 159"/>
                  <a:gd name="T12" fmla="*/ 113 w 159"/>
                  <a:gd name="T13" fmla="*/ 23 h 159"/>
                  <a:gd name="T14" fmla="*/ 123 w 159"/>
                  <a:gd name="T15" fmla="*/ 13 h 159"/>
                  <a:gd name="T16" fmla="*/ 80 w 159"/>
                  <a:gd name="T17" fmla="*/ 0 h 159"/>
                  <a:gd name="T18" fmla="*/ 0 w 159"/>
                  <a:gd name="T19" fmla="*/ 80 h 159"/>
                  <a:gd name="T20" fmla="*/ 80 w 159"/>
                  <a:gd name="T21" fmla="*/ 159 h 159"/>
                  <a:gd name="T22" fmla="*/ 159 w 159"/>
                  <a:gd name="T23" fmla="*/ 80 h 159"/>
                  <a:gd name="T24" fmla="*/ 146 w 159"/>
                  <a:gd name="T25" fmla="*/ 36 h 159"/>
                  <a:gd name="T26" fmla="*/ 80 w 159"/>
                  <a:gd name="T27" fmla="*/ 47 h 159"/>
                  <a:gd name="T28" fmla="*/ 88 w 159"/>
                  <a:gd name="T29" fmla="*/ 48 h 159"/>
                  <a:gd name="T30" fmla="*/ 99 w 159"/>
                  <a:gd name="T31" fmla="*/ 37 h 159"/>
                  <a:gd name="T32" fmla="*/ 80 w 159"/>
                  <a:gd name="T33" fmla="*/ 33 h 159"/>
                  <a:gd name="T34" fmla="*/ 33 w 159"/>
                  <a:gd name="T35" fmla="*/ 80 h 159"/>
                  <a:gd name="T36" fmla="*/ 80 w 159"/>
                  <a:gd name="T37" fmla="*/ 126 h 159"/>
                  <a:gd name="T38" fmla="*/ 126 w 159"/>
                  <a:gd name="T39" fmla="*/ 80 h 159"/>
                  <a:gd name="T40" fmla="*/ 122 w 159"/>
                  <a:gd name="T41" fmla="*/ 60 h 159"/>
                  <a:gd name="T42" fmla="*/ 111 w 159"/>
                  <a:gd name="T43" fmla="*/ 71 h 159"/>
                  <a:gd name="T44" fmla="*/ 112 w 159"/>
                  <a:gd name="T45" fmla="*/ 80 h 159"/>
                  <a:gd name="T46" fmla="*/ 80 w 159"/>
                  <a:gd name="T47" fmla="*/ 112 h 159"/>
                  <a:gd name="T48" fmla="*/ 47 w 159"/>
                  <a:gd name="T49" fmla="*/ 80 h 159"/>
                  <a:gd name="T50" fmla="*/ 80 w 159"/>
                  <a:gd name="T51" fmla="*/ 47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59" h="159">
                    <a:moveTo>
                      <a:pt x="146" y="36"/>
                    </a:moveTo>
                    <a:cubicBezTo>
                      <a:pt x="143" y="39"/>
                      <a:pt x="139" y="43"/>
                      <a:pt x="136" y="46"/>
                    </a:cubicBezTo>
                    <a:cubicBezTo>
                      <a:pt x="141" y="56"/>
                      <a:pt x="145" y="67"/>
                      <a:pt x="145" y="80"/>
                    </a:cubicBezTo>
                    <a:cubicBezTo>
                      <a:pt x="145" y="116"/>
                      <a:pt x="116" y="145"/>
                      <a:pt x="80" y="145"/>
                    </a:cubicBezTo>
                    <a:cubicBezTo>
                      <a:pt x="43" y="145"/>
                      <a:pt x="14" y="116"/>
                      <a:pt x="14" y="80"/>
                    </a:cubicBezTo>
                    <a:cubicBezTo>
                      <a:pt x="14" y="43"/>
                      <a:pt x="43" y="14"/>
                      <a:pt x="80" y="14"/>
                    </a:cubicBezTo>
                    <a:cubicBezTo>
                      <a:pt x="92" y="14"/>
                      <a:pt x="103" y="18"/>
                      <a:pt x="113" y="23"/>
                    </a:cubicBezTo>
                    <a:cubicBezTo>
                      <a:pt x="116" y="20"/>
                      <a:pt x="120" y="17"/>
                      <a:pt x="123" y="13"/>
                    </a:cubicBezTo>
                    <a:cubicBezTo>
                      <a:pt x="111" y="5"/>
                      <a:pt x="96" y="0"/>
                      <a:pt x="80" y="0"/>
                    </a:cubicBezTo>
                    <a:cubicBezTo>
                      <a:pt x="36" y="0"/>
                      <a:pt x="0" y="36"/>
                      <a:pt x="0" y="80"/>
                    </a:cubicBezTo>
                    <a:cubicBezTo>
                      <a:pt x="0" y="124"/>
                      <a:pt x="36" y="159"/>
                      <a:pt x="80" y="159"/>
                    </a:cubicBezTo>
                    <a:cubicBezTo>
                      <a:pt x="123" y="159"/>
                      <a:pt x="159" y="124"/>
                      <a:pt x="159" y="80"/>
                    </a:cubicBezTo>
                    <a:cubicBezTo>
                      <a:pt x="159" y="63"/>
                      <a:pt x="154" y="48"/>
                      <a:pt x="146" y="36"/>
                    </a:cubicBezTo>
                    <a:close/>
                    <a:moveTo>
                      <a:pt x="80" y="47"/>
                    </a:moveTo>
                    <a:cubicBezTo>
                      <a:pt x="83" y="47"/>
                      <a:pt x="85" y="48"/>
                      <a:pt x="88" y="48"/>
                    </a:cubicBezTo>
                    <a:cubicBezTo>
                      <a:pt x="92" y="45"/>
                      <a:pt x="95" y="41"/>
                      <a:pt x="99" y="37"/>
                    </a:cubicBezTo>
                    <a:cubicBezTo>
                      <a:pt x="93" y="35"/>
                      <a:pt x="87" y="33"/>
                      <a:pt x="80" y="33"/>
                    </a:cubicBezTo>
                    <a:cubicBezTo>
                      <a:pt x="54" y="33"/>
                      <a:pt x="33" y="54"/>
                      <a:pt x="33" y="80"/>
                    </a:cubicBezTo>
                    <a:cubicBezTo>
                      <a:pt x="33" y="105"/>
                      <a:pt x="54" y="126"/>
                      <a:pt x="80" y="126"/>
                    </a:cubicBezTo>
                    <a:cubicBezTo>
                      <a:pt x="105" y="126"/>
                      <a:pt x="126" y="105"/>
                      <a:pt x="126" y="80"/>
                    </a:cubicBezTo>
                    <a:cubicBezTo>
                      <a:pt x="126" y="73"/>
                      <a:pt x="125" y="66"/>
                      <a:pt x="122" y="60"/>
                    </a:cubicBezTo>
                    <a:cubicBezTo>
                      <a:pt x="118" y="64"/>
                      <a:pt x="114" y="68"/>
                      <a:pt x="111" y="71"/>
                    </a:cubicBezTo>
                    <a:cubicBezTo>
                      <a:pt x="112" y="74"/>
                      <a:pt x="112" y="77"/>
                      <a:pt x="112" y="80"/>
                    </a:cubicBezTo>
                    <a:cubicBezTo>
                      <a:pt x="112" y="98"/>
                      <a:pt x="97" y="112"/>
                      <a:pt x="80" y="112"/>
                    </a:cubicBezTo>
                    <a:cubicBezTo>
                      <a:pt x="62" y="112"/>
                      <a:pt x="47" y="98"/>
                      <a:pt x="47" y="80"/>
                    </a:cubicBezTo>
                    <a:cubicBezTo>
                      <a:pt x="47" y="62"/>
                      <a:pt x="62" y="47"/>
                      <a:pt x="80" y="4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18" name="Freeform 57">
                <a:extLst>
                  <a:ext uri="{FF2B5EF4-FFF2-40B4-BE49-F238E27FC236}">
                    <a16:creationId xmlns:a16="http://schemas.microsoft.com/office/drawing/2014/main" id="{F5A8F98B-E960-1966-E02D-447BFBD07F8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21543" y="3230227"/>
                <a:ext cx="439248" cy="444023"/>
              </a:xfrm>
              <a:custGeom>
                <a:avLst/>
                <a:gdLst>
                  <a:gd name="T0" fmla="*/ 189 w 255"/>
                  <a:gd name="T1" fmla="*/ 89 h 259"/>
                  <a:gd name="T2" fmla="*/ 207 w 255"/>
                  <a:gd name="T3" fmla="*/ 145 h 259"/>
                  <a:gd name="T4" fmla="*/ 111 w 255"/>
                  <a:gd name="T5" fmla="*/ 241 h 259"/>
                  <a:gd name="T6" fmla="*/ 14 w 255"/>
                  <a:gd name="T7" fmla="*/ 145 h 259"/>
                  <a:gd name="T8" fmla="*/ 111 w 255"/>
                  <a:gd name="T9" fmla="*/ 48 h 259"/>
                  <a:gd name="T10" fmla="*/ 166 w 255"/>
                  <a:gd name="T11" fmla="*/ 66 h 259"/>
                  <a:gd name="T12" fmla="*/ 176 w 255"/>
                  <a:gd name="T13" fmla="*/ 56 h 259"/>
                  <a:gd name="T14" fmla="*/ 111 w 255"/>
                  <a:gd name="T15" fmla="*/ 34 h 259"/>
                  <a:gd name="T16" fmla="*/ 0 w 255"/>
                  <a:gd name="T17" fmla="*/ 145 h 259"/>
                  <a:gd name="T18" fmla="*/ 30 w 255"/>
                  <a:gd name="T19" fmla="*/ 220 h 259"/>
                  <a:gd name="T20" fmla="*/ 30 w 255"/>
                  <a:gd name="T21" fmla="*/ 220 h 259"/>
                  <a:gd name="T22" fmla="*/ 30 w 255"/>
                  <a:gd name="T23" fmla="*/ 259 h 259"/>
                  <a:gd name="T24" fmla="*/ 45 w 255"/>
                  <a:gd name="T25" fmla="*/ 259 h 259"/>
                  <a:gd name="T26" fmla="*/ 45 w 255"/>
                  <a:gd name="T27" fmla="*/ 233 h 259"/>
                  <a:gd name="T28" fmla="*/ 111 w 255"/>
                  <a:gd name="T29" fmla="*/ 255 h 259"/>
                  <a:gd name="T30" fmla="*/ 176 w 255"/>
                  <a:gd name="T31" fmla="*/ 233 h 259"/>
                  <a:gd name="T32" fmla="*/ 176 w 255"/>
                  <a:gd name="T33" fmla="*/ 259 h 259"/>
                  <a:gd name="T34" fmla="*/ 191 w 255"/>
                  <a:gd name="T35" fmla="*/ 259 h 259"/>
                  <a:gd name="T36" fmla="*/ 191 w 255"/>
                  <a:gd name="T37" fmla="*/ 220 h 259"/>
                  <a:gd name="T38" fmla="*/ 221 w 255"/>
                  <a:gd name="T39" fmla="*/ 145 h 259"/>
                  <a:gd name="T40" fmla="*/ 199 w 255"/>
                  <a:gd name="T41" fmla="*/ 79 h 259"/>
                  <a:gd name="T42" fmla="*/ 189 w 255"/>
                  <a:gd name="T43" fmla="*/ 89 h 259"/>
                  <a:gd name="T44" fmla="*/ 224 w 255"/>
                  <a:gd name="T45" fmla="*/ 31 h 259"/>
                  <a:gd name="T46" fmla="*/ 224 w 255"/>
                  <a:gd name="T47" fmla="*/ 0 h 259"/>
                  <a:gd name="T48" fmla="*/ 191 w 255"/>
                  <a:gd name="T49" fmla="*/ 34 h 259"/>
                  <a:gd name="T50" fmla="*/ 191 w 255"/>
                  <a:gd name="T51" fmla="*/ 56 h 259"/>
                  <a:gd name="T52" fmla="*/ 109 w 255"/>
                  <a:gd name="T53" fmla="*/ 139 h 259"/>
                  <a:gd name="T54" fmla="*/ 109 w 255"/>
                  <a:gd name="T55" fmla="*/ 147 h 259"/>
                  <a:gd name="T56" fmla="*/ 116 w 255"/>
                  <a:gd name="T57" fmla="*/ 147 h 259"/>
                  <a:gd name="T58" fmla="*/ 199 w 255"/>
                  <a:gd name="T59" fmla="*/ 64 h 259"/>
                  <a:gd name="T60" fmla="*/ 222 w 255"/>
                  <a:gd name="T61" fmla="*/ 64 h 259"/>
                  <a:gd name="T62" fmla="*/ 255 w 255"/>
                  <a:gd name="T63" fmla="*/ 31 h 259"/>
                  <a:gd name="T64" fmla="*/ 224 w 255"/>
                  <a:gd name="T65" fmla="*/ 31 h 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55" h="259">
                    <a:moveTo>
                      <a:pt x="189" y="89"/>
                    </a:moveTo>
                    <a:cubicBezTo>
                      <a:pt x="200" y="105"/>
                      <a:pt x="207" y="124"/>
                      <a:pt x="207" y="145"/>
                    </a:cubicBezTo>
                    <a:cubicBezTo>
                      <a:pt x="207" y="198"/>
                      <a:pt x="164" y="241"/>
                      <a:pt x="111" y="241"/>
                    </a:cubicBezTo>
                    <a:cubicBezTo>
                      <a:pt x="57" y="241"/>
                      <a:pt x="14" y="198"/>
                      <a:pt x="14" y="145"/>
                    </a:cubicBezTo>
                    <a:cubicBezTo>
                      <a:pt x="14" y="91"/>
                      <a:pt x="57" y="48"/>
                      <a:pt x="111" y="48"/>
                    </a:cubicBezTo>
                    <a:cubicBezTo>
                      <a:pt x="131" y="48"/>
                      <a:pt x="150" y="55"/>
                      <a:pt x="166" y="66"/>
                    </a:cubicBezTo>
                    <a:cubicBezTo>
                      <a:pt x="170" y="63"/>
                      <a:pt x="173" y="59"/>
                      <a:pt x="176" y="56"/>
                    </a:cubicBezTo>
                    <a:cubicBezTo>
                      <a:pt x="158" y="43"/>
                      <a:pt x="135" y="34"/>
                      <a:pt x="111" y="34"/>
                    </a:cubicBezTo>
                    <a:cubicBezTo>
                      <a:pt x="50" y="34"/>
                      <a:pt x="0" y="84"/>
                      <a:pt x="0" y="145"/>
                    </a:cubicBezTo>
                    <a:cubicBezTo>
                      <a:pt x="0" y="174"/>
                      <a:pt x="12" y="200"/>
                      <a:pt x="30" y="220"/>
                    </a:cubicBezTo>
                    <a:cubicBezTo>
                      <a:pt x="30" y="220"/>
                      <a:pt x="30" y="220"/>
                      <a:pt x="30" y="220"/>
                    </a:cubicBezTo>
                    <a:cubicBezTo>
                      <a:pt x="30" y="259"/>
                      <a:pt x="30" y="259"/>
                      <a:pt x="30" y="259"/>
                    </a:cubicBezTo>
                    <a:cubicBezTo>
                      <a:pt x="45" y="259"/>
                      <a:pt x="45" y="259"/>
                      <a:pt x="45" y="259"/>
                    </a:cubicBezTo>
                    <a:cubicBezTo>
                      <a:pt x="45" y="233"/>
                      <a:pt x="45" y="233"/>
                      <a:pt x="45" y="233"/>
                    </a:cubicBezTo>
                    <a:cubicBezTo>
                      <a:pt x="63" y="247"/>
                      <a:pt x="86" y="255"/>
                      <a:pt x="111" y="255"/>
                    </a:cubicBezTo>
                    <a:cubicBezTo>
                      <a:pt x="135" y="255"/>
                      <a:pt x="158" y="247"/>
                      <a:pt x="176" y="233"/>
                    </a:cubicBezTo>
                    <a:cubicBezTo>
                      <a:pt x="176" y="259"/>
                      <a:pt x="176" y="259"/>
                      <a:pt x="176" y="259"/>
                    </a:cubicBezTo>
                    <a:cubicBezTo>
                      <a:pt x="191" y="259"/>
                      <a:pt x="191" y="259"/>
                      <a:pt x="191" y="259"/>
                    </a:cubicBezTo>
                    <a:cubicBezTo>
                      <a:pt x="191" y="220"/>
                      <a:pt x="191" y="220"/>
                      <a:pt x="191" y="220"/>
                    </a:cubicBezTo>
                    <a:cubicBezTo>
                      <a:pt x="209" y="200"/>
                      <a:pt x="221" y="174"/>
                      <a:pt x="221" y="145"/>
                    </a:cubicBezTo>
                    <a:cubicBezTo>
                      <a:pt x="221" y="120"/>
                      <a:pt x="213" y="97"/>
                      <a:pt x="199" y="79"/>
                    </a:cubicBezTo>
                    <a:cubicBezTo>
                      <a:pt x="196" y="82"/>
                      <a:pt x="193" y="85"/>
                      <a:pt x="189" y="89"/>
                    </a:cubicBezTo>
                    <a:close/>
                    <a:moveTo>
                      <a:pt x="224" y="31"/>
                    </a:moveTo>
                    <a:cubicBezTo>
                      <a:pt x="224" y="0"/>
                      <a:pt x="224" y="0"/>
                      <a:pt x="224" y="0"/>
                    </a:cubicBezTo>
                    <a:cubicBezTo>
                      <a:pt x="191" y="34"/>
                      <a:pt x="191" y="34"/>
                      <a:pt x="191" y="34"/>
                    </a:cubicBezTo>
                    <a:cubicBezTo>
                      <a:pt x="191" y="56"/>
                      <a:pt x="191" y="56"/>
                      <a:pt x="191" y="56"/>
                    </a:cubicBezTo>
                    <a:cubicBezTo>
                      <a:pt x="109" y="139"/>
                      <a:pt x="109" y="139"/>
                      <a:pt x="109" y="139"/>
                    </a:cubicBezTo>
                    <a:cubicBezTo>
                      <a:pt x="106" y="141"/>
                      <a:pt x="106" y="144"/>
                      <a:pt x="109" y="147"/>
                    </a:cubicBezTo>
                    <a:cubicBezTo>
                      <a:pt x="111" y="149"/>
                      <a:pt x="114" y="149"/>
                      <a:pt x="116" y="147"/>
                    </a:cubicBezTo>
                    <a:cubicBezTo>
                      <a:pt x="199" y="64"/>
                      <a:pt x="199" y="64"/>
                      <a:pt x="199" y="64"/>
                    </a:cubicBezTo>
                    <a:cubicBezTo>
                      <a:pt x="222" y="64"/>
                      <a:pt x="222" y="64"/>
                      <a:pt x="222" y="64"/>
                    </a:cubicBezTo>
                    <a:cubicBezTo>
                      <a:pt x="255" y="31"/>
                      <a:pt x="255" y="31"/>
                      <a:pt x="255" y="31"/>
                    </a:cubicBezTo>
                    <a:lnTo>
                      <a:pt x="224" y="31"/>
                    </a:lnTo>
                    <a:close/>
                  </a:path>
                </a:pathLst>
              </a:custGeom>
              <a:ln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AFC704A9-334D-1E77-10A5-DFBF6AFFBCFD}"/>
                  </a:ext>
                </a:extLst>
              </p:cNvPr>
              <p:cNvSpPr/>
              <p:nvPr/>
            </p:nvSpPr>
            <p:spPr>
              <a:xfrm>
                <a:off x="412969" y="382972"/>
                <a:ext cx="7661072" cy="13836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 rtl="1">
                  <a:lnSpc>
                    <a:spcPct val="150000"/>
                  </a:lnSpc>
                </a:pPr>
                <a:r>
                  <a:rPr lang="fa-IR" sz="2400" dirty="0">
                    <a:latin typeface="IRANYekanXFaNum" pitchFamily="2" charset="-78"/>
                    <a:cs typeface="IRANYekanXFaNum" pitchFamily="2" charset="-78"/>
                  </a:rPr>
                  <a:t>در یک صف، 8 نفر جلوی احمد ایستاده اند.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a-IR" sz="2400" b="0" i="1" smtClean="0">
                            <a:latin typeface="Cambria Math" panose="02040503050406030204" pitchFamily="18" charset="0"/>
                            <a:cs typeface="IRANYekanXFaNum" pitchFamily="2" charset="-78"/>
                          </a:rPr>
                        </m:ctrlPr>
                      </m:fPr>
                      <m:num>
                        <m:r>
                          <a:rPr lang="fa-IR" sz="2400" b="0" i="1" smtClean="0">
                            <a:latin typeface="Cambria Math" panose="02040503050406030204" pitchFamily="18" charset="0"/>
                            <a:cs typeface="IRANYekanXFaNum" pitchFamily="2" charset="-78"/>
                          </a:rPr>
                          <m:t>3</m:t>
                        </m:r>
                      </m:num>
                      <m:den>
                        <m:r>
                          <a:rPr lang="fa-IR" sz="2400" b="0" i="1" smtClean="0">
                            <a:latin typeface="Cambria Math" panose="02040503050406030204" pitchFamily="18" charset="0"/>
                            <a:cs typeface="IRANYekanXFaNum" pitchFamily="2" charset="-78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2400" dirty="0">
                    <a:latin typeface="IRANYekanXFaNum" pitchFamily="2" charset="-78"/>
                    <a:cs typeface="IRANYekanXFaNum" pitchFamily="2" charset="-78"/>
                  </a:rPr>
                  <a:t> </a:t>
                </a:r>
                <a:r>
                  <a:rPr lang="fa-IR" sz="2400" dirty="0">
                    <a:latin typeface="IRANYekanXFaNum" pitchFamily="2" charset="-78"/>
                    <a:cs typeface="IRANYekanXFaNum" pitchFamily="2" charset="-78"/>
                  </a:rPr>
                  <a:t> این تعداد پشت سر احمد ایستاده اند. این صف از چند نفر تشکیل شده است؟</a:t>
                </a:r>
                <a:endParaRPr lang="en-US" sz="2400" dirty="0">
                  <a:latin typeface="IRANYekanXFaNum" pitchFamily="2" charset="-78"/>
                  <a:cs typeface="IRANYekanXFaNum" pitchFamily="2" charset="-78"/>
                </a:endParaRPr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AFC704A9-334D-1E77-10A5-DFBF6AFFBCF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969" y="382972"/>
                <a:ext cx="7661072" cy="1383649"/>
              </a:xfrm>
              <a:prstGeom prst="rect">
                <a:avLst/>
              </a:prstGeom>
              <a:blipFill>
                <a:blip r:embed="rId3"/>
                <a:stretch>
                  <a:fillRect l="-2229" r="-1274" b="-88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>
            <a:extLst>
              <a:ext uri="{FF2B5EF4-FFF2-40B4-BE49-F238E27FC236}">
                <a16:creationId xmlns:a16="http://schemas.microsoft.com/office/drawing/2014/main" id="{C4609EDF-568C-9C1B-4E85-7001C79510B7}"/>
              </a:ext>
            </a:extLst>
          </p:cNvPr>
          <p:cNvGrpSpPr/>
          <p:nvPr/>
        </p:nvGrpSpPr>
        <p:grpSpPr>
          <a:xfrm>
            <a:off x="8023090" y="327033"/>
            <a:ext cx="1282286" cy="1429548"/>
            <a:chOff x="8023090" y="327033"/>
            <a:chExt cx="1282286" cy="1429548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B34AB10E-6B5C-5B81-729E-B4DA8B8DCA1C}"/>
                </a:ext>
              </a:extLst>
            </p:cNvPr>
            <p:cNvGrpSpPr/>
            <p:nvPr/>
          </p:nvGrpSpPr>
          <p:grpSpPr>
            <a:xfrm>
              <a:off x="8023798" y="532575"/>
              <a:ext cx="1281578" cy="1224006"/>
              <a:chOff x="2026995" y="1759447"/>
              <a:chExt cx="1281578" cy="1224006"/>
            </a:xfrm>
          </p:grpSpPr>
          <p:grpSp>
            <p:nvGrpSpPr>
              <p:cNvPr id="21" name="Circle B">
                <a:extLst>
                  <a:ext uri="{FF2B5EF4-FFF2-40B4-BE49-F238E27FC236}">
                    <a16:creationId xmlns:a16="http://schemas.microsoft.com/office/drawing/2014/main" id="{C302D77F-373D-854A-F4BA-9738200A5603}"/>
                  </a:ext>
                </a:extLst>
              </p:cNvPr>
              <p:cNvGrpSpPr/>
              <p:nvPr/>
            </p:nvGrpSpPr>
            <p:grpSpPr>
              <a:xfrm>
                <a:off x="2050416" y="1759447"/>
                <a:ext cx="1229054" cy="1224006"/>
                <a:chOff x="3731763" y="2289353"/>
                <a:chExt cx="1341438" cy="1335925"/>
              </a:xfrm>
            </p:grpSpPr>
            <p:sp>
              <p:nvSpPr>
                <p:cNvPr id="23" name="Oval 73">
                  <a:extLst>
                    <a:ext uri="{FF2B5EF4-FFF2-40B4-BE49-F238E27FC236}">
                      <a16:creationId xmlns:a16="http://schemas.microsoft.com/office/drawing/2014/main" id="{1EC5A9C9-079D-4D7E-FEB1-1C52EA818DB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31763" y="2289353"/>
                  <a:ext cx="1341438" cy="1335925"/>
                </a:xfrm>
                <a:prstGeom prst="ellipse">
                  <a:avLst/>
                </a:prstGeom>
                <a:gradFill flip="none" rotWithShape="1">
                  <a:gsLst>
                    <a:gs pos="20000">
                      <a:srgbClr val="FFFFFF"/>
                    </a:gs>
                    <a:gs pos="100000">
                      <a:srgbClr val="DAD9D9"/>
                    </a:gs>
                  </a:gsLst>
                  <a:lin ang="2700000" scaled="1"/>
                  <a:tileRect/>
                </a:gradFill>
                <a:ln>
                  <a:noFill/>
                </a:ln>
                <a:effectLst>
                  <a:outerShdw blurRad="381000" dist="177800" dir="2700000" algn="tl" rotWithShape="0">
                    <a:prstClr val="black">
                      <a:alpha val="70000"/>
                    </a:prstClr>
                  </a:outer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350" dirty="0">
                    <a:latin typeface="Lato" panose="020F0502020204030203" pitchFamily="34" charset="0"/>
                  </a:endParaRPr>
                </a:p>
              </p:txBody>
            </p:sp>
            <p:pic>
              <p:nvPicPr>
                <p:cNvPr id="24" name="Texture">
                  <a:extLst>
                    <a:ext uri="{FF2B5EF4-FFF2-40B4-BE49-F238E27FC236}">
                      <a16:creationId xmlns:a16="http://schemas.microsoft.com/office/drawing/2014/main" id="{12B91B18-BE7F-71CD-F758-B3034B9D692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840103" y="2392141"/>
                  <a:ext cx="1187212" cy="1187213"/>
                </a:xfrm>
                <a:prstGeom prst="rect">
                  <a:avLst/>
                </a:prstGeom>
              </p:spPr>
            </p:pic>
          </p:grpSp>
          <p:sp>
            <p:nvSpPr>
              <p:cNvPr id="22" name="B">
                <a:extLst>
                  <a:ext uri="{FF2B5EF4-FFF2-40B4-BE49-F238E27FC236}">
                    <a16:creationId xmlns:a16="http://schemas.microsoft.com/office/drawing/2014/main" id="{4AF7B091-A663-AEDF-8E65-E215CBE22C22}"/>
                  </a:ext>
                </a:extLst>
              </p:cNvPr>
              <p:cNvSpPr txBox="1"/>
              <p:nvPr/>
            </p:nvSpPr>
            <p:spPr>
              <a:xfrm>
                <a:off x="2026995" y="2103813"/>
                <a:ext cx="128157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3600">
                    <a:solidFill>
                      <a:srgbClr val="FF0000"/>
                    </a:solidFill>
                    <a:latin typeface="IRANYekanXFaNum Heavy" pitchFamily="2" charset="-78"/>
                    <a:ea typeface="Roboto Condensed" panose="02000000000000000000" pitchFamily="2" charset="0"/>
                    <a:cs typeface="IRANYekanXFaNum Heavy" pitchFamily="2" charset="-78"/>
                  </a:defRPr>
                </a:lvl1pPr>
              </a:lstStyle>
              <a:p>
                <a:r>
                  <a:rPr lang="fa-I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مثال</a:t>
                </a:r>
                <a:endParaRPr lang="ru-RU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  <p:sp>
          <p:nvSpPr>
            <p:cNvPr id="25" name="A">
              <a:extLst>
                <a:ext uri="{FF2B5EF4-FFF2-40B4-BE49-F238E27FC236}">
                  <a16:creationId xmlns:a16="http://schemas.microsoft.com/office/drawing/2014/main" id="{33CC7D5F-AB1A-6712-37FE-894D4DAE3049}"/>
                </a:ext>
              </a:extLst>
            </p:cNvPr>
            <p:cNvSpPr txBox="1"/>
            <p:nvPr/>
          </p:nvSpPr>
          <p:spPr>
            <a:xfrm>
              <a:off x="8023090" y="327033"/>
              <a:ext cx="605341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a-IR" sz="60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IRANYekanXFaNum Heavy" pitchFamily="2" charset="-78"/>
                  <a:ea typeface="Roboto Condensed" panose="02000000000000000000" pitchFamily="2" charset="0"/>
                  <a:cs typeface="IRANYekanXFaNum Heavy" pitchFamily="2" charset="-78"/>
                </a:rPr>
                <a:t>6</a:t>
              </a:r>
              <a:endParaRPr lang="ru-RU" sz="6000" b="1" dirty="0">
                <a:ln w="13462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  <a:cs typeface="IRANYekanXFaNum Heavy" pitchFamily="2" charset="-78"/>
              </a:endParaRPr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96785B1E-E79B-456F-FD14-424A587FAA50}"/>
              </a:ext>
            </a:extLst>
          </p:cNvPr>
          <p:cNvSpPr/>
          <p:nvPr/>
        </p:nvSpPr>
        <p:spPr>
          <a:xfrm>
            <a:off x="3519704" y="2856349"/>
            <a:ext cx="3600000" cy="720000"/>
          </a:xfrm>
          <a:prstGeom prst="rect">
            <a:avLst/>
          </a:prstGeom>
          <a:noFill/>
          <a:ln w="57150">
            <a:extLst>
              <a:ext uri="{C807C97D-BFC1-408E-A445-0C87EB9F89A2}">
                <ask:lineSketchStyleProps xmlns:ask="http://schemas.microsoft.com/office/drawing/2018/sketchyshapes" sd="3063210888">
                  <a:custGeom>
                    <a:avLst/>
                    <a:gdLst>
                      <a:gd name="connsiteX0" fmla="*/ 0 w 3240000"/>
                      <a:gd name="connsiteY0" fmla="*/ 0 h 2160000"/>
                      <a:gd name="connsiteX1" fmla="*/ 3240000 w 3240000"/>
                      <a:gd name="connsiteY1" fmla="*/ 0 h 2160000"/>
                      <a:gd name="connsiteX2" fmla="*/ 3240000 w 3240000"/>
                      <a:gd name="connsiteY2" fmla="*/ 2160000 h 2160000"/>
                      <a:gd name="connsiteX3" fmla="*/ 0 w 3240000"/>
                      <a:gd name="connsiteY3" fmla="*/ 2160000 h 2160000"/>
                      <a:gd name="connsiteX4" fmla="*/ 0 w 3240000"/>
                      <a:gd name="connsiteY4" fmla="*/ 0 h 2160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3240000" h="2160000" extrusionOk="0">
                        <a:moveTo>
                          <a:pt x="0" y="0"/>
                        </a:moveTo>
                        <a:cubicBezTo>
                          <a:pt x="1418711" y="17799"/>
                          <a:pt x="2123696" y="28214"/>
                          <a:pt x="3240000" y="0"/>
                        </a:cubicBezTo>
                        <a:cubicBezTo>
                          <a:pt x="3201431" y="714417"/>
                          <a:pt x="3301011" y="1520226"/>
                          <a:pt x="3240000" y="2160000"/>
                        </a:cubicBezTo>
                        <a:cubicBezTo>
                          <a:pt x="2782179" y="2323363"/>
                          <a:pt x="1126580" y="2152031"/>
                          <a:pt x="0" y="2160000"/>
                        </a:cubicBezTo>
                        <a:cubicBezTo>
                          <a:pt x="147673" y="1567315"/>
                          <a:pt x="-116920" y="905731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DB59602-70F5-DDAE-0367-754260BE3DF9}"/>
              </a:ext>
            </a:extLst>
          </p:cNvPr>
          <p:cNvCxnSpPr>
            <a:cxnSpLocks/>
          </p:cNvCxnSpPr>
          <p:nvPr/>
        </p:nvCxnSpPr>
        <p:spPr>
          <a:xfrm flipV="1">
            <a:off x="4424059" y="2856349"/>
            <a:ext cx="0" cy="750731"/>
          </a:xfrm>
          <a:prstGeom prst="line">
            <a:avLst/>
          </a:prstGeom>
          <a:ln w="57150">
            <a:solidFill>
              <a:srgbClr val="00B05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0EDBAAA-2084-834B-940F-85BA4D9D5E03}"/>
              </a:ext>
            </a:extLst>
          </p:cNvPr>
          <p:cNvCxnSpPr>
            <a:cxnSpLocks/>
            <a:endCxn id="27" idx="0"/>
          </p:cNvCxnSpPr>
          <p:nvPr/>
        </p:nvCxnSpPr>
        <p:spPr>
          <a:xfrm flipV="1">
            <a:off x="5319704" y="2856349"/>
            <a:ext cx="0" cy="750731"/>
          </a:xfrm>
          <a:prstGeom prst="line">
            <a:avLst/>
          </a:prstGeom>
          <a:ln w="57150">
            <a:solidFill>
              <a:srgbClr val="00B05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D7E84ED-27D0-E871-3AFB-7D8FDA821CBB}"/>
              </a:ext>
            </a:extLst>
          </p:cNvPr>
          <p:cNvCxnSpPr>
            <a:cxnSpLocks/>
          </p:cNvCxnSpPr>
          <p:nvPr/>
        </p:nvCxnSpPr>
        <p:spPr>
          <a:xfrm flipV="1">
            <a:off x="6219704" y="2856349"/>
            <a:ext cx="0" cy="750731"/>
          </a:xfrm>
          <a:prstGeom prst="line">
            <a:avLst/>
          </a:prstGeom>
          <a:ln w="57150">
            <a:solidFill>
              <a:srgbClr val="00B05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FDC21F87-0142-AC02-345B-2D9F29737636}"/>
              </a:ext>
            </a:extLst>
          </p:cNvPr>
          <p:cNvSpPr/>
          <p:nvPr/>
        </p:nvSpPr>
        <p:spPr>
          <a:xfrm>
            <a:off x="3787906" y="2841631"/>
            <a:ext cx="373989" cy="72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70000"/>
              </a:lnSpc>
            </a:pPr>
            <a:r>
              <a:rPr sz="2800">
                <a:solidFill>
                  <a:srgbClr val="6699FF"/>
                </a:solidFill>
                <a:latin typeface="IRANYekanXFaNum"/>
              </a:rPr>
              <a:t>-2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FEDCA5A-7AAC-C05C-7D66-2D96F8B06295}"/>
              </a:ext>
            </a:extLst>
          </p:cNvPr>
          <p:cNvSpPr/>
          <p:nvPr/>
        </p:nvSpPr>
        <p:spPr>
          <a:xfrm>
            <a:off x="4692084" y="2841631"/>
            <a:ext cx="373989" cy="72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70000"/>
              </a:lnSpc>
            </a:pPr>
            <a:r>
              <a:rPr sz="2800">
                <a:solidFill>
                  <a:srgbClr val="6699FF"/>
                </a:solidFill>
                <a:latin typeface="IRANYekanXFaNum"/>
              </a:rPr>
              <a:t>-1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3FCFCBC-FCF9-0CD3-B1DA-356F7119E611}"/>
              </a:ext>
            </a:extLst>
          </p:cNvPr>
          <p:cNvSpPr/>
          <p:nvPr/>
        </p:nvSpPr>
        <p:spPr>
          <a:xfrm>
            <a:off x="5596262" y="2841631"/>
            <a:ext cx="373989" cy="72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70000"/>
              </a:lnSpc>
            </a:pPr>
            <a:r>
              <a:rPr sz="2800">
                <a:solidFill>
                  <a:srgbClr val="6699FF"/>
                </a:solidFill>
                <a:latin typeface="IRANYekanXFaNum"/>
              </a:rPr>
              <a:t>0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13B442E-DE64-0CB3-21AE-7F9252FEA990}"/>
              </a:ext>
            </a:extLst>
          </p:cNvPr>
          <p:cNvSpPr/>
          <p:nvPr/>
        </p:nvSpPr>
        <p:spPr>
          <a:xfrm>
            <a:off x="6500440" y="2841631"/>
            <a:ext cx="373989" cy="72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70000"/>
              </a:lnSpc>
            </a:pPr>
            <a:r>
              <a:rPr sz="2800">
                <a:solidFill>
                  <a:srgbClr val="6699FF"/>
                </a:solidFill>
                <a:latin typeface="IRANYekanXFaNum"/>
              </a:rPr>
              <a:t>1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424AC524-D376-CD92-56CE-C1F2B6828CE2}"/>
              </a:ext>
            </a:extLst>
          </p:cNvPr>
          <p:cNvSpPr/>
          <p:nvPr/>
        </p:nvSpPr>
        <p:spPr>
          <a:xfrm>
            <a:off x="4944822" y="4125446"/>
            <a:ext cx="373989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70000"/>
              </a:lnSpc>
            </a:pPr>
            <a:r>
              <a:rPr sz="2800">
                <a:solidFill>
                  <a:srgbClr val="6699FF"/>
                </a:solidFill>
                <a:latin typeface="IRANYekanXFaNum"/>
              </a:rPr>
              <a:t>2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AC6D4F6C-02B2-70AF-3256-288A80EF63EA}"/>
              </a:ext>
            </a:extLst>
          </p:cNvPr>
          <p:cNvSpPr/>
          <p:nvPr/>
        </p:nvSpPr>
        <p:spPr>
          <a:xfrm>
            <a:off x="5102050" y="4117631"/>
            <a:ext cx="610771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70000"/>
              </a:lnSpc>
            </a:pPr>
            <a:r>
              <a:rPr sz="2800">
                <a:solidFill>
                  <a:srgbClr val="6699FF"/>
                </a:solidFill>
                <a:latin typeface="IRANYekanXFaNum"/>
              </a:rPr>
              <a:t>G ⊆ Z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488E5F4D-05D1-BF4C-CEB1-B4A96528C062}"/>
              </a:ext>
            </a:extLst>
          </p:cNvPr>
          <p:cNvSpPr/>
          <p:nvPr/>
        </p:nvSpPr>
        <p:spPr>
          <a:xfrm>
            <a:off x="4488293" y="4125446"/>
            <a:ext cx="610771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70000"/>
              </a:lnSpc>
            </a:pPr>
            <a:r>
              <a:rPr sz="2800">
                <a:solidFill>
                  <a:srgbClr val="6699FF"/>
                </a:solidFill>
                <a:latin typeface="IRANYekanXFaNum"/>
              </a:rPr>
              <a:t>G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ECB6AE1C-644E-2D4A-8650-DCCFD2CC6710}"/>
              </a:ext>
            </a:extLst>
          </p:cNvPr>
          <p:cNvSpPr/>
          <p:nvPr/>
        </p:nvSpPr>
        <p:spPr>
          <a:xfrm>
            <a:off x="5564858" y="4109816"/>
            <a:ext cx="676998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70000"/>
              </a:lnSpc>
            </a:pPr>
            <a:r>
              <a:rPr sz="2800">
                <a:solidFill>
                  <a:srgbClr val="6699FF"/>
                </a:solidFill>
                <a:latin typeface="IRANYekanXFaNum"/>
              </a:rPr>
              <a:t>= متناهی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9A6A309-54C2-C884-94A9-F29199630847}"/>
              </a:ext>
            </a:extLst>
          </p:cNvPr>
          <p:cNvSpPr/>
          <p:nvPr/>
        </p:nvSpPr>
        <p:spPr>
          <a:xfrm>
            <a:off x="2643363" y="5045504"/>
            <a:ext cx="5541282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70000"/>
              </a:lnSpc>
            </a:pPr>
            <a:r>
              <a:rPr sz="2800">
                <a:solidFill>
                  <a:srgbClr val="6699FF"/>
                </a:solidFill>
                <a:latin typeface="IRANYekanXFaNum"/>
              </a:rPr>
              <a:t>مجموعه G شامل ۵ عضو از اعداد صحیح (Z) و متناهی است.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77971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p14:presetBounceEnd="68182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8182">
                                          <p:cBhvr additive="base">
                                            <p:cTn id="7" dur="11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8182">
                                          <p:cBhvr additive="base">
                                            <p:cTn id="8" dur="11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2" presetClass="entr" presetSubtype="8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2" dur="5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2" presetClass="entr" presetSubtype="2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16" dur="5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2" fill="hold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nodeType="withEffect" p14:presetBounceEnd="68182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8182">
                                          <p:cBhvr additive="base">
                                            <p:cTn id="23" dur="11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8182">
                                          <p:cBhvr additive="base">
                                            <p:cTn id="24" dur="11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900"/>
                                </p:stCondLst>
                                <p:childTnLst>
                                  <p:par>
                                    <p:cTn id="26" presetID="1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500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9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2400"/>
                                </p:stCondLst>
                                <p:childTnLst>
                                  <p:par>
                                    <p:cTn id="31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3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2900"/>
                                </p:stCondLst>
                                <p:childTnLst>
                                  <p:par>
                                    <p:cTn id="35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9" fill="hold">
                          <p:stCondLst>
                            <p:cond delay="indefinite"/>
                          </p:stCondLst>
                          <p:childTnLst>
                            <p:par>
                              <p:cTn id="4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5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4" fill="hold">
                          <p:stCondLst>
                            <p:cond delay="indefinite"/>
                          </p:stCondLst>
                          <p:childTnLst>
                            <p:par>
                              <p:cTn id="4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8" dur="500"/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9" fill="hold">
                          <p:stCondLst>
                            <p:cond delay="indefinite"/>
                          </p:stCondLst>
                          <p:childTnLst>
                            <p:par>
                              <p:cTn id="5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3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4" fill="hold">
                          <p:stCondLst>
                            <p:cond delay="indefinite"/>
                          </p:stCondLst>
                          <p:childTnLst>
                            <p:par>
                              <p:cTn id="5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6" presetID="22" presetClass="entr" presetSubtype="1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58" dur="25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22" presetClass="entr" presetSubtype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61" dur="25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2" presetID="22" presetClass="entr" presetSubtype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64" dur="25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5" fill="hold">
                          <p:stCondLst>
                            <p:cond delay="indefinite"/>
                          </p:stCondLst>
                          <p:childTnLst>
                            <p:par>
                              <p:cTn id="6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7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9" dur="5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0" fill="hold">
                          <p:stCondLst>
                            <p:cond delay="indefinite"/>
                          </p:stCondLst>
                          <p:childTnLst>
                            <p:par>
                              <p:cTn id="7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2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4" dur="500"/>
                                            <p:tgtEl>
                                              <p:spTgt spid="5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7" dur="500"/>
                                            <p:tgtEl>
                                              <p:spTgt spid="5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0" dur="500"/>
                                            <p:tgtEl>
                                              <p:spTgt spid="5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3" dur="500"/>
                                            <p:tgtEl>
                                              <p:spTgt spid="5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4" fill="hold">
                          <p:stCondLst>
                            <p:cond delay="indefinite"/>
                          </p:stCondLst>
                          <p:childTnLst>
                            <p:par>
                              <p:cTn id="8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500"/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9" fill="hold">
                          <p:stCondLst>
                            <p:cond delay="indefinite"/>
                          </p:stCondLst>
                          <p:childTnLst>
                            <p:par>
                              <p:cTn id="9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3" dur="500"/>
                                            <p:tgtEl>
                                              <p:spTgt spid="6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4" fill="hold">
                          <p:stCondLst>
                            <p:cond delay="indefinite"/>
                          </p:stCondLst>
                          <p:childTnLst>
                            <p:par>
                              <p:cTn id="9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8" dur="500"/>
                                            <p:tgtEl>
                                              <p:spTgt spid="6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4" grpId="0" animBg="1"/>
          <p:bldP spid="6" grpId="0" animBg="1"/>
          <p:bldP spid="11" grpId="0" animBg="1"/>
          <p:bldP spid="12" grpId="0" animBg="1"/>
          <p:bldP spid="13" grpId="0" animBg="1"/>
          <p:bldP spid="19" grpId="0"/>
          <p:bldP spid="27" grpId="0" animBg="1"/>
          <p:bldP spid="50" grpId="0" build="allAtOnce"/>
          <p:bldP spid="51" grpId="0" build="allAtOnce"/>
          <p:bldP spid="52" grpId="0" build="allAtOnce"/>
          <p:bldP spid="53" grpId="0" build="allAtOnce"/>
          <p:bldP spid="57" grpId="0" build="allAtOnce"/>
          <p:bldP spid="58" grpId="0" build="allAtOnce"/>
          <p:bldP spid="59" grpId="0" build="allAtOnce"/>
          <p:bldP spid="60" grpId="0" build="allAtOnce"/>
          <p:bldP spid="61" grpId="0" build="allAtOnce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1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1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2" presetClass="entr" presetSubtype="8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2" dur="5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2" presetClass="entr" presetSubtype="2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16" dur="5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2" fill="hold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11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11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900"/>
                                </p:stCondLst>
                                <p:childTnLst>
                                  <p:par>
                                    <p:cTn id="26" presetID="1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500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9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2400"/>
                                </p:stCondLst>
                                <p:childTnLst>
                                  <p:par>
                                    <p:cTn id="31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3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2900"/>
                                </p:stCondLst>
                                <p:childTnLst>
                                  <p:par>
                                    <p:cTn id="35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9" fill="hold">
                          <p:stCondLst>
                            <p:cond delay="indefinite"/>
                          </p:stCondLst>
                          <p:childTnLst>
                            <p:par>
                              <p:cTn id="4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5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4" fill="hold">
                          <p:stCondLst>
                            <p:cond delay="indefinite"/>
                          </p:stCondLst>
                          <p:childTnLst>
                            <p:par>
                              <p:cTn id="4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8" dur="500"/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9" fill="hold">
                          <p:stCondLst>
                            <p:cond delay="indefinite"/>
                          </p:stCondLst>
                          <p:childTnLst>
                            <p:par>
                              <p:cTn id="5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3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4" fill="hold">
                          <p:stCondLst>
                            <p:cond delay="indefinite"/>
                          </p:stCondLst>
                          <p:childTnLst>
                            <p:par>
                              <p:cTn id="5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6" presetID="22" presetClass="entr" presetSubtype="1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58" dur="25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22" presetClass="entr" presetSubtype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61" dur="25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2" presetID="22" presetClass="entr" presetSubtype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64" dur="25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5" fill="hold">
                          <p:stCondLst>
                            <p:cond delay="indefinite"/>
                          </p:stCondLst>
                          <p:childTnLst>
                            <p:par>
                              <p:cTn id="6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7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9" dur="5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0" fill="hold">
                          <p:stCondLst>
                            <p:cond delay="indefinite"/>
                          </p:stCondLst>
                          <p:childTnLst>
                            <p:par>
                              <p:cTn id="7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2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4" dur="500"/>
                                            <p:tgtEl>
                                              <p:spTgt spid="5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7" dur="500"/>
                                            <p:tgtEl>
                                              <p:spTgt spid="5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0" dur="500"/>
                                            <p:tgtEl>
                                              <p:spTgt spid="5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3" dur="500"/>
                                            <p:tgtEl>
                                              <p:spTgt spid="5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4" fill="hold">
                          <p:stCondLst>
                            <p:cond delay="indefinite"/>
                          </p:stCondLst>
                          <p:childTnLst>
                            <p:par>
                              <p:cTn id="8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500"/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9" fill="hold">
                          <p:stCondLst>
                            <p:cond delay="indefinite"/>
                          </p:stCondLst>
                          <p:childTnLst>
                            <p:par>
                              <p:cTn id="9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3" dur="500"/>
                                            <p:tgtEl>
                                              <p:spTgt spid="6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4" fill="hold">
                          <p:stCondLst>
                            <p:cond delay="indefinite"/>
                          </p:stCondLst>
                          <p:childTnLst>
                            <p:par>
                              <p:cTn id="9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8" dur="500"/>
                                            <p:tgtEl>
                                              <p:spTgt spid="6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4" grpId="0" animBg="1"/>
          <p:bldP spid="6" grpId="0" animBg="1"/>
          <p:bldP spid="11" grpId="0" animBg="1"/>
          <p:bldP spid="12" grpId="0" animBg="1"/>
          <p:bldP spid="13" grpId="0" animBg="1"/>
          <p:bldP spid="19" grpId="0"/>
          <p:bldP spid="27" grpId="0" animBg="1"/>
          <p:bldP spid="50" grpId="0" build="allAtOnce"/>
          <p:bldP spid="51" grpId="0" build="allAtOnce"/>
          <p:bldP spid="52" grpId="0" build="allAtOnce"/>
          <p:bldP spid="53" grpId="0" build="allAtOnce"/>
          <p:bldP spid="57" grpId="0" build="allAtOnce"/>
          <p:bldP spid="58" grpId="0" build="allAtOnce"/>
          <p:bldP spid="59" grpId="0" build="allAtOnce"/>
          <p:bldP spid="60" grpId="0" build="allAtOnce"/>
          <p:bldP spid="61" grpId="0" build="allAtOnce"/>
        </p:bldLst>
      </p:timing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tree with apples on it&#10;&#10;AI-generated content may be incorrect.">
            <a:extLst>
              <a:ext uri="{FF2B5EF4-FFF2-40B4-BE49-F238E27FC236}">
                <a16:creationId xmlns:a16="http://schemas.microsoft.com/office/drawing/2014/main" id="{300ECE13-0000-AFB6-7ADD-39D74C3A21D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alphaModFix amt="1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441372" y="-12160603"/>
            <a:ext cx="20508459" cy="20388057"/>
          </a:xfrm>
          <a:prstGeom prst="rect">
            <a:avLst/>
          </a:prstGeom>
          <a:effectLst>
            <a:outerShdw dir="5400000" sx="1000" sy="1000" algn="ctr" rotWithShape="0">
              <a:srgbClr val="000000">
                <a:alpha val="0"/>
              </a:srgbClr>
            </a:outerShdw>
          </a:effectLst>
        </p:spPr>
      </p:pic>
      <p:pic>
        <p:nvPicPr>
          <p:cNvPr id="5" name="Picture 4" descr="A cartoon snail with a hat and scarf&#10;&#10;AI-generated content may be incorrect.">
            <a:extLst>
              <a:ext uri="{FF2B5EF4-FFF2-40B4-BE49-F238E27FC236}">
                <a16:creationId xmlns:a16="http://schemas.microsoft.com/office/drawing/2014/main" id="{7CC79212-680C-C553-0F65-9D896891E4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861" y="4560152"/>
            <a:ext cx="1740655" cy="214355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FBE8A66-06D8-B652-8211-A678612FFAC9}"/>
              </a:ext>
            </a:extLst>
          </p:cNvPr>
          <p:cNvSpPr txBox="1"/>
          <p:nvPr/>
        </p:nvSpPr>
        <p:spPr>
          <a:xfrm>
            <a:off x="386147" y="379607"/>
            <a:ext cx="7595610" cy="1791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 rtl="1">
              <a:lnSpc>
                <a:spcPct val="115000"/>
              </a:lnSpc>
              <a:spcAft>
                <a:spcPts val="800"/>
              </a:spcAft>
            </a:pPr>
            <a:r>
              <a:rPr sz="2400">
                <a:latin typeface="IRANYekanXFaNum"/>
              </a:rPr>
              <a:t>نکات کلیدی برای یادگیری ریاضی هفتم:</a:t>
            </a:r>
            <a:endParaRPr lang="en-US" sz="2400" dirty="0">
              <a:latin typeface="IRANYekanXFaNum" pitchFamily="2" charset="-78"/>
              <a:cs typeface="IRANYekanXFaNum" pitchFamily="2" charset="-78"/>
            </a:endParaRPr>
          </a:p>
          <a:p>
            <a:pPr algn="r"/>
            <a:r>
              <a:rPr sz="2400">
                <a:latin typeface="IRANYekanXFaNum"/>
              </a:rPr>
              <a:t>۱. مطالعه و تمرین مستمر روزانه</a:t>
            </a:r>
          </a:p>
          <a:p>
            <a:pPr algn="r"/>
            <a:r>
              <a:rPr sz="2400">
                <a:latin typeface="IRANYekanXFaNum"/>
              </a:rPr>
              <a:t>۲. حل مسائل متنوع و چالش‌برانگیز</a:t>
            </a:r>
          </a:p>
          <a:p>
            <a:pPr algn="r"/>
            <a:r>
              <a:rPr sz="2400">
                <a:latin typeface="IRANYekanXFaNum"/>
              </a:rPr>
              <a:t>۳. بهره‌گیری از ویدیوهای آموزشی و کتاب‌های تکمیلی موسسه جهت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3ABDA6C-EEC1-E6CF-8E79-F49A36783150}"/>
              </a:ext>
            </a:extLst>
          </p:cNvPr>
          <p:cNvSpPr/>
          <p:nvPr/>
        </p:nvSpPr>
        <p:spPr>
          <a:xfrm>
            <a:off x="217843" y="154292"/>
            <a:ext cx="8632177" cy="2241891"/>
          </a:xfrm>
          <a:prstGeom prst="roundRect">
            <a:avLst>
              <a:gd name="adj" fmla="val 34686"/>
            </a:avLst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DZ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859B180-745F-CA38-A14B-104577B97D17}"/>
              </a:ext>
            </a:extLst>
          </p:cNvPr>
          <p:cNvGrpSpPr/>
          <p:nvPr/>
        </p:nvGrpSpPr>
        <p:grpSpPr>
          <a:xfrm rot="5400000">
            <a:off x="9079518" y="653854"/>
            <a:ext cx="1666266" cy="993876"/>
            <a:chOff x="5263043" y="3924314"/>
            <a:chExt cx="1666266" cy="993876"/>
          </a:xfrm>
        </p:grpSpPr>
        <p:sp>
          <p:nvSpPr>
            <p:cNvPr id="7" name="Arc 111">
              <a:extLst>
                <a:ext uri="{FF2B5EF4-FFF2-40B4-BE49-F238E27FC236}">
                  <a16:creationId xmlns:a16="http://schemas.microsoft.com/office/drawing/2014/main" id="{E5DF2C83-F3A8-B2A3-0F9B-A1174D1661A1}"/>
                </a:ext>
              </a:extLst>
            </p:cNvPr>
            <p:cNvSpPr>
              <a:spLocks/>
            </p:cNvSpPr>
            <p:nvPr/>
          </p:nvSpPr>
          <p:spPr>
            <a:xfrm rot="7125828">
              <a:off x="5634265" y="3553092"/>
              <a:ext cx="923822" cy="1666266"/>
            </a:xfrm>
            <a:custGeom>
              <a:avLst/>
              <a:gdLst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2" fmla="*/ 1568256 w 3136511"/>
                <a:gd name="connsiteY2" fmla="*/ 1874520 h 3749040"/>
                <a:gd name="connsiteX3" fmla="*/ 2026459 w 3136511"/>
                <a:gd name="connsiteY3" fmla="*/ 81794 h 3749040"/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8203 w 1568259"/>
                <a:gd name="connsiteY0" fmla="*/ 0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026135"/>
                <a:gd name="connsiteY0" fmla="*/ 0 h 1776354"/>
                <a:gd name="connsiteX1" fmla="*/ 1026135 w 1026135"/>
                <a:gd name="connsiteY1" fmla="*/ 1776354 h 1776354"/>
                <a:gd name="connsiteX2" fmla="*/ 0 w 1026135"/>
                <a:gd name="connsiteY2" fmla="*/ 1191335 h 1776354"/>
                <a:gd name="connsiteX3" fmla="*/ 27726 w 1026135"/>
                <a:gd name="connsiteY3" fmla="*/ 0 h 1776354"/>
                <a:gd name="connsiteX0" fmla="*/ 20520 w 1026135"/>
                <a:gd name="connsiteY0" fmla="*/ 34379 h 1776354"/>
                <a:gd name="connsiteX1" fmla="*/ 884205 w 1026135"/>
                <a:gd name="connsiteY1" fmla="*/ 1632603 h 1776354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23822" h="1666266" stroke="0" extrusionOk="0">
                  <a:moveTo>
                    <a:pt x="27726" y="0"/>
                  </a:moveTo>
                  <a:cubicBezTo>
                    <a:pt x="1059256" y="699389"/>
                    <a:pt x="841732" y="475354"/>
                    <a:pt x="917895" y="1666266"/>
                  </a:cubicBezTo>
                  <a:lnTo>
                    <a:pt x="0" y="1191335"/>
                  </a:lnTo>
                  <a:lnTo>
                    <a:pt x="27726" y="0"/>
                  </a:lnTo>
                  <a:close/>
                </a:path>
                <a:path w="923822" h="1666266" fill="none">
                  <a:moveTo>
                    <a:pt x="20520" y="34379"/>
                  </a:moveTo>
                  <a:cubicBezTo>
                    <a:pt x="787091" y="294637"/>
                    <a:pt x="1028502" y="898728"/>
                    <a:pt x="884205" y="1632603"/>
                  </a:cubicBezTo>
                </a:path>
              </a:pathLst>
            </a:custGeom>
            <a:ln w="28575" cap="rnd">
              <a:solidFill>
                <a:srgbClr val="767B7B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4FA926C4-295A-355D-C969-6192025B1702}"/>
                </a:ext>
              </a:extLst>
            </p:cNvPr>
            <p:cNvSpPr/>
            <p:nvPr/>
          </p:nvSpPr>
          <p:spPr>
            <a:xfrm>
              <a:off x="6020181" y="4749058"/>
              <a:ext cx="200440" cy="169132"/>
            </a:xfrm>
            <a:custGeom>
              <a:avLst/>
              <a:gdLst>
                <a:gd name="connsiteX0" fmla="*/ 28037 w 200440"/>
                <a:gd name="connsiteY0" fmla="*/ 0 h 169132"/>
                <a:gd name="connsiteX1" fmla="*/ 44586 w 200440"/>
                <a:gd name="connsiteY1" fmla="*/ 1769 h 169132"/>
                <a:gd name="connsiteX2" fmla="*/ 166182 w 200440"/>
                <a:gd name="connsiteY2" fmla="*/ 789 h 169132"/>
                <a:gd name="connsiteX3" fmla="*/ 172411 w 200440"/>
                <a:gd name="connsiteY3" fmla="*/ 11 h 169132"/>
                <a:gd name="connsiteX4" fmla="*/ 192564 w 200440"/>
                <a:gd name="connsiteY4" fmla="*/ 29902 h 169132"/>
                <a:gd name="connsiteX5" fmla="*/ 200440 w 200440"/>
                <a:gd name="connsiteY5" fmla="*/ 68912 h 169132"/>
                <a:gd name="connsiteX6" fmla="*/ 100220 w 200440"/>
                <a:gd name="connsiteY6" fmla="*/ 169132 h 169132"/>
                <a:gd name="connsiteX7" fmla="*/ 0 w 200440"/>
                <a:gd name="connsiteY7" fmla="*/ 68912 h 169132"/>
                <a:gd name="connsiteX8" fmla="*/ 7876 w 200440"/>
                <a:gd name="connsiteY8" fmla="*/ 29902 h 169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0440" h="169132">
                  <a:moveTo>
                    <a:pt x="28037" y="0"/>
                  </a:moveTo>
                  <a:lnTo>
                    <a:pt x="44586" y="1769"/>
                  </a:lnTo>
                  <a:cubicBezTo>
                    <a:pt x="84217" y="3762"/>
                    <a:pt x="124733" y="3518"/>
                    <a:pt x="166182" y="789"/>
                  </a:cubicBezTo>
                  <a:lnTo>
                    <a:pt x="172411" y="11"/>
                  </a:lnTo>
                  <a:lnTo>
                    <a:pt x="192564" y="29902"/>
                  </a:lnTo>
                  <a:cubicBezTo>
                    <a:pt x="197636" y="41892"/>
                    <a:pt x="200440" y="55075"/>
                    <a:pt x="200440" y="68912"/>
                  </a:cubicBezTo>
                  <a:cubicBezTo>
                    <a:pt x="200440" y="124262"/>
                    <a:pt x="155570" y="169132"/>
                    <a:pt x="100220" y="169132"/>
                  </a:cubicBezTo>
                  <a:cubicBezTo>
                    <a:pt x="44870" y="169132"/>
                    <a:pt x="0" y="124262"/>
                    <a:pt x="0" y="68912"/>
                  </a:cubicBezTo>
                  <a:cubicBezTo>
                    <a:pt x="0" y="55075"/>
                    <a:pt x="2805" y="41892"/>
                    <a:pt x="7876" y="29902"/>
                  </a:cubicBezTo>
                  <a:close/>
                </a:path>
              </a:pathLst>
            </a:custGeom>
            <a:solidFill>
              <a:srgbClr val="767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</p:grp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C526FE4-AE86-C75A-9436-29916BC5F6E9}"/>
              </a:ext>
            </a:extLst>
          </p:cNvPr>
          <p:cNvSpPr/>
          <p:nvPr/>
        </p:nvSpPr>
        <p:spPr>
          <a:xfrm>
            <a:off x="11529568" y="7374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9A1C8FE-A9FD-ECFE-1949-DD81A742C073}"/>
              </a:ext>
            </a:extLst>
          </p:cNvPr>
          <p:cNvSpPr/>
          <p:nvPr/>
        </p:nvSpPr>
        <p:spPr>
          <a:xfrm flipH="1">
            <a:off x="9683316" y="7374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2F1E538-145A-44A1-4F74-B3B25623ADAC}"/>
              </a:ext>
            </a:extLst>
          </p:cNvPr>
          <p:cNvSpPr>
            <a:spLocks noChangeAspect="1"/>
          </p:cNvSpPr>
          <p:nvPr/>
        </p:nvSpPr>
        <p:spPr>
          <a:xfrm>
            <a:off x="9802197" y="61953"/>
            <a:ext cx="1966302" cy="2199640"/>
          </a:xfrm>
          <a:custGeom>
            <a:avLst/>
            <a:gdLst>
              <a:gd name="connsiteX0" fmla="*/ 983151 w 1966302"/>
              <a:gd name="connsiteY0" fmla="*/ 0 h 2199640"/>
              <a:gd name="connsiteX1" fmla="*/ 1893033 w 1966302"/>
              <a:gd name="connsiteY1" fmla="*/ 484900 h 2199640"/>
              <a:gd name="connsiteX2" fmla="*/ 1966302 w 1966302"/>
              <a:gd name="connsiteY2" fmla="*/ 620201 h 2199640"/>
              <a:gd name="connsiteX3" fmla="*/ 1944102 w 1966302"/>
              <a:gd name="connsiteY3" fmla="*/ 631189 h 2199640"/>
              <a:gd name="connsiteX4" fmla="*/ 1670855 w 1966302"/>
              <a:gd name="connsiteY4" fmla="*/ 1099820 h 2199640"/>
              <a:gd name="connsiteX5" fmla="*/ 1944102 w 1966302"/>
              <a:gd name="connsiteY5" fmla="*/ 1568451 h 2199640"/>
              <a:gd name="connsiteX6" fmla="*/ 1966302 w 1966302"/>
              <a:gd name="connsiteY6" fmla="*/ 1579440 h 2199640"/>
              <a:gd name="connsiteX7" fmla="*/ 1893033 w 1966302"/>
              <a:gd name="connsiteY7" fmla="*/ 1714740 h 2199640"/>
              <a:gd name="connsiteX8" fmla="*/ 983151 w 1966302"/>
              <a:gd name="connsiteY8" fmla="*/ 2199640 h 2199640"/>
              <a:gd name="connsiteX9" fmla="*/ 73269 w 1966302"/>
              <a:gd name="connsiteY9" fmla="*/ 1714740 h 2199640"/>
              <a:gd name="connsiteX10" fmla="*/ 0 w 1966302"/>
              <a:gd name="connsiteY10" fmla="*/ 1579439 h 2199640"/>
              <a:gd name="connsiteX11" fmla="*/ 22200 w 1966302"/>
              <a:gd name="connsiteY11" fmla="*/ 1568451 h 2199640"/>
              <a:gd name="connsiteX12" fmla="*/ 295446 w 1966302"/>
              <a:gd name="connsiteY12" fmla="*/ 1099820 h 2199640"/>
              <a:gd name="connsiteX13" fmla="*/ 22200 w 1966302"/>
              <a:gd name="connsiteY13" fmla="*/ 631189 h 2199640"/>
              <a:gd name="connsiteX14" fmla="*/ 0 w 1966302"/>
              <a:gd name="connsiteY14" fmla="*/ 620201 h 2199640"/>
              <a:gd name="connsiteX15" fmla="*/ 73269 w 1966302"/>
              <a:gd name="connsiteY15" fmla="*/ 484900 h 2199640"/>
              <a:gd name="connsiteX16" fmla="*/ 983151 w 1966302"/>
              <a:gd name="connsiteY16" fmla="*/ 0 h 2199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966302" h="2199640">
                <a:moveTo>
                  <a:pt x="983151" y="0"/>
                </a:moveTo>
                <a:cubicBezTo>
                  <a:pt x="1361908" y="0"/>
                  <a:pt x="1695844" y="192346"/>
                  <a:pt x="1893033" y="484900"/>
                </a:cubicBezTo>
                <a:lnTo>
                  <a:pt x="1966302" y="620201"/>
                </a:lnTo>
                <a:lnTo>
                  <a:pt x="1944102" y="631189"/>
                </a:lnTo>
                <a:cubicBezTo>
                  <a:pt x="1779244" y="732750"/>
                  <a:pt x="1670855" y="904743"/>
                  <a:pt x="1670855" y="1099820"/>
                </a:cubicBezTo>
                <a:cubicBezTo>
                  <a:pt x="1670855" y="1294898"/>
                  <a:pt x="1779244" y="1466890"/>
                  <a:pt x="1944102" y="1568451"/>
                </a:cubicBezTo>
                <a:lnTo>
                  <a:pt x="1966302" y="1579440"/>
                </a:lnTo>
                <a:lnTo>
                  <a:pt x="1893033" y="1714740"/>
                </a:lnTo>
                <a:cubicBezTo>
                  <a:pt x="1695844" y="2007294"/>
                  <a:pt x="1361908" y="2199640"/>
                  <a:pt x="983151" y="2199640"/>
                </a:cubicBezTo>
                <a:cubicBezTo>
                  <a:pt x="604394" y="2199640"/>
                  <a:pt x="270459" y="2007294"/>
                  <a:pt x="73269" y="1714740"/>
                </a:cubicBezTo>
                <a:lnTo>
                  <a:pt x="0" y="1579439"/>
                </a:lnTo>
                <a:lnTo>
                  <a:pt x="22200" y="1568451"/>
                </a:lnTo>
                <a:cubicBezTo>
                  <a:pt x="187057" y="1466890"/>
                  <a:pt x="295446" y="1294898"/>
                  <a:pt x="295446" y="1099820"/>
                </a:cubicBezTo>
                <a:cubicBezTo>
                  <a:pt x="295446" y="904743"/>
                  <a:pt x="187057" y="732750"/>
                  <a:pt x="22200" y="631189"/>
                </a:cubicBezTo>
                <a:lnTo>
                  <a:pt x="0" y="620201"/>
                </a:lnTo>
                <a:lnTo>
                  <a:pt x="73269" y="484900"/>
                </a:lnTo>
                <a:cubicBezTo>
                  <a:pt x="270459" y="192346"/>
                  <a:pt x="604394" y="0"/>
                  <a:pt x="983151" y="0"/>
                </a:cubicBezTo>
                <a:close/>
              </a:path>
            </a:pathLst>
          </a:cu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6AA3B28-251B-F3C4-D864-4A7AC5F72579}"/>
              </a:ext>
            </a:extLst>
          </p:cNvPr>
          <p:cNvGrpSpPr/>
          <p:nvPr/>
        </p:nvGrpSpPr>
        <p:grpSpPr>
          <a:xfrm>
            <a:off x="10153750" y="532575"/>
            <a:ext cx="1287780" cy="1291590"/>
            <a:chOff x="7688342" y="576301"/>
            <a:chExt cx="1287780" cy="1291590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9152C20A-90D8-7448-2B8A-F4C72617625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88342" y="576301"/>
              <a:ext cx="1287780" cy="129159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38100" dir="2700000" sx="105000" sy="105000" algn="tl" rotWithShape="0">
                <a:prstClr val="black">
                  <a:alpha val="4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grpSp>
          <p:nvGrpSpPr>
            <p:cNvPr id="14" name="Target">
              <a:extLst>
                <a:ext uri="{FF2B5EF4-FFF2-40B4-BE49-F238E27FC236}">
                  <a16:creationId xmlns:a16="http://schemas.microsoft.com/office/drawing/2014/main" id="{89CC4398-7BFE-ACD1-7AD0-D5C108AFA17E}"/>
                </a:ext>
              </a:extLst>
            </p:cNvPr>
            <p:cNvGrpSpPr/>
            <p:nvPr/>
          </p:nvGrpSpPr>
          <p:grpSpPr>
            <a:xfrm>
              <a:off x="7956103" y="770172"/>
              <a:ext cx="839566" cy="848693"/>
              <a:chOff x="7021543" y="3230227"/>
              <a:chExt cx="439248" cy="444023"/>
            </a:xfrm>
            <a:effectLst>
              <a:reflection blurRad="6350" stA="20000" endPos="35000" dir="5400000" sy="-100000" algn="bl" rotWithShape="0"/>
            </a:effectLst>
          </p:grpSpPr>
          <p:sp>
            <p:nvSpPr>
              <p:cNvPr id="15" name="Freeform 56">
                <a:extLst>
                  <a:ext uri="{FF2B5EF4-FFF2-40B4-BE49-F238E27FC236}">
                    <a16:creationId xmlns:a16="http://schemas.microsoft.com/office/drawing/2014/main" id="{53642EA8-8F66-81DA-385A-C4D710B9BE4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75017" y="3340994"/>
                <a:ext cx="274053" cy="273098"/>
              </a:xfrm>
              <a:custGeom>
                <a:avLst/>
                <a:gdLst>
                  <a:gd name="T0" fmla="*/ 146 w 159"/>
                  <a:gd name="T1" fmla="*/ 36 h 159"/>
                  <a:gd name="T2" fmla="*/ 136 w 159"/>
                  <a:gd name="T3" fmla="*/ 46 h 159"/>
                  <a:gd name="T4" fmla="*/ 145 w 159"/>
                  <a:gd name="T5" fmla="*/ 80 h 159"/>
                  <a:gd name="T6" fmla="*/ 80 w 159"/>
                  <a:gd name="T7" fmla="*/ 145 h 159"/>
                  <a:gd name="T8" fmla="*/ 14 w 159"/>
                  <a:gd name="T9" fmla="*/ 80 h 159"/>
                  <a:gd name="T10" fmla="*/ 80 w 159"/>
                  <a:gd name="T11" fmla="*/ 14 h 159"/>
                  <a:gd name="T12" fmla="*/ 113 w 159"/>
                  <a:gd name="T13" fmla="*/ 23 h 159"/>
                  <a:gd name="T14" fmla="*/ 123 w 159"/>
                  <a:gd name="T15" fmla="*/ 13 h 159"/>
                  <a:gd name="T16" fmla="*/ 80 w 159"/>
                  <a:gd name="T17" fmla="*/ 0 h 159"/>
                  <a:gd name="T18" fmla="*/ 0 w 159"/>
                  <a:gd name="T19" fmla="*/ 80 h 159"/>
                  <a:gd name="T20" fmla="*/ 80 w 159"/>
                  <a:gd name="T21" fmla="*/ 159 h 159"/>
                  <a:gd name="T22" fmla="*/ 159 w 159"/>
                  <a:gd name="T23" fmla="*/ 80 h 159"/>
                  <a:gd name="T24" fmla="*/ 146 w 159"/>
                  <a:gd name="T25" fmla="*/ 36 h 159"/>
                  <a:gd name="T26" fmla="*/ 80 w 159"/>
                  <a:gd name="T27" fmla="*/ 47 h 159"/>
                  <a:gd name="T28" fmla="*/ 88 w 159"/>
                  <a:gd name="T29" fmla="*/ 48 h 159"/>
                  <a:gd name="T30" fmla="*/ 99 w 159"/>
                  <a:gd name="T31" fmla="*/ 37 h 159"/>
                  <a:gd name="T32" fmla="*/ 80 w 159"/>
                  <a:gd name="T33" fmla="*/ 33 h 159"/>
                  <a:gd name="T34" fmla="*/ 33 w 159"/>
                  <a:gd name="T35" fmla="*/ 80 h 159"/>
                  <a:gd name="T36" fmla="*/ 80 w 159"/>
                  <a:gd name="T37" fmla="*/ 126 h 159"/>
                  <a:gd name="T38" fmla="*/ 126 w 159"/>
                  <a:gd name="T39" fmla="*/ 80 h 159"/>
                  <a:gd name="T40" fmla="*/ 122 w 159"/>
                  <a:gd name="T41" fmla="*/ 60 h 159"/>
                  <a:gd name="T42" fmla="*/ 111 w 159"/>
                  <a:gd name="T43" fmla="*/ 71 h 159"/>
                  <a:gd name="T44" fmla="*/ 112 w 159"/>
                  <a:gd name="T45" fmla="*/ 80 h 159"/>
                  <a:gd name="T46" fmla="*/ 80 w 159"/>
                  <a:gd name="T47" fmla="*/ 112 h 159"/>
                  <a:gd name="T48" fmla="*/ 47 w 159"/>
                  <a:gd name="T49" fmla="*/ 80 h 159"/>
                  <a:gd name="T50" fmla="*/ 80 w 159"/>
                  <a:gd name="T51" fmla="*/ 47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59" h="159">
                    <a:moveTo>
                      <a:pt x="146" y="36"/>
                    </a:moveTo>
                    <a:cubicBezTo>
                      <a:pt x="143" y="39"/>
                      <a:pt x="139" y="43"/>
                      <a:pt x="136" y="46"/>
                    </a:cubicBezTo>
                    <a:cubicBezTo>
                      <a:pt x="141" y="56"/>
                      <a:pt x="145" y="67"/>
                      <a:pt x="145" y="80"/>
                    </a:cubicBezTo>
                    <a:cubicBezTo>
                      <a:pt x="145" y="116"/>
                      <a:pt x="116" y="145"/>
                      <a:pt x="80" y="145"/>
                    </a:cubicBezTo>
                    <a:cubicBezTo>
                      <a:pt x="43" y="145"/>
                      <a:pt x="14" y="116"/>
                      <a:pt x="14" y="80"/>
                    </a:cubicBezTo>
                    <a:cubicBezTo>
                      <a:pt x="14" y="43"/>
                      <a:pt x="43" y="14"/>
                      <a:pt x="80" y="14"/>
                    </a:cubicBezTo>
                    <a:cubicBezTo>
                      <a:pt x="92" y="14"/>
                      <a:pt x="103" y="18"/>
                      <a:pt x="113" y="23"/>
                    </a:cubicBezTo>
                    <a:cubicBezTo>
                      <a:pt x="116" y="20"/>
                      <a:pt x="120" y="17"/>
                      <a:pt x="123" y="13"/>
                    </a:cubicBezTo>
                    <a:cubicBezTo>
                      <a:pt x="111" y="5"/>
                      <a:pt x="96" y="0"/>
                      <a:pt x="80" y="0"/>
                    </a:cubicBezTo>
                    <a:cubicBezTo>
                      <a:pt x="36" y="0"/>
                      <a:pt x="0" y="36"/>
                      <a:pt x="0" y="80"/>
                    </a:cubicBezTo>
                    <a:cubicBezTo>
                      <a:pt x="0" y="124"/>
                      <a:pt x="36" y="159"/>
                      <a:pt x="80" y="159"/>
                    </a:cubicBezTo>
                    <a:cubicBezTo>
                      <a:pt x="123" y="159"/>
                      <a:pt x="159" y="124"/>
                      <a:pt x="159" y="80"/>
                    </a:cubicBezTo>
                    <a:cubicBezTo>
                      <a:pt x="159" y="63"/>
                      <a:pt x="154" y="48"/>
                      <a:pt x="146" y="36"/>
                    </a:cubicBezTo>
                    <a:close/>
                    <a:moveTo>
                      <a:pt x="80" y="47"/>
                    </a:moveTo>
                    <a:cubicBezTo>
                      <a:pt x="83" y="47"/>
                      <a:pt x="85" y="48"/>
                      <a:pt x="88" y="48"/>
                    </a:cubicBezTo>
                    <a:cubicBezTo>
                      <a:pt x="92" y="45"/>
                      <a:pt x="95" y="41"/>
                      <a:pt x="99" y="37"/>
                    </a:cubicBezTo>
                    <a:cubicBezTo>
                      <a:pt x="93" y="35"/>
                      <a:pt x="87" y="33"/>
                      <a:pt x="80" y="33"/>
                    </a:cubicBezTo>
                    <a:cubicBezTo>
                      <a:pt x="54" y="33"/>
                      <a:pt x="33" y="54"/>
                      <a:pt x="33" y="80"/>
                    </a:cubicBezTo>
                    <a:cubicBezTo>
                      <a:pt x="33" y="105"/>
                      <a:pt x="54" y="126"/>
                      <a:pt x="80" y="126"/>
                    </a:cubicBezTo>
                    <a:cubicBezTo>
                      <a:pt x="105" y="126"/>
                      <a:pt x="126" y="105"/>
                      <a:pt x="126" y="80"/>
                    </a:cubicBezTo>
                    <a:cubicBezTo>
                      <a:pt x="126" y="73"/>
                      <a:pt x="125" y="66"/>
                      <a:pt x="122" y="60"/>
                    </a:cubicBezTo>
                    <a:cubicBezTo>
                      <a:pt x="118" y="64"/>
                      <a:pt x="114" y="68"/>
                      <a:pt x="111" y="71"/>
                    </a:cubicBezTo>
                    <a:cubicBezTo>
                      <a:pt x="112" y="74"/>
                      <a:pt x="112" y="77"/>
                      <a:pt x="112" y="80"/>
                    </a:cubicBezTo>
                    <a:cubicBezTo>
                      <a:pt x="112" y="98"/>
                      <a:pt x="97" y="112"/>
                      <a:pt x="80" y="112"/>
                    </a:cubicBezTo>
                    <a:cubicBezTo>
                      <a:pt x="62" y="112"/>
                      <a:pt x="47" y="98"/>
                      <a:pt x="47" y="80"/>
                    </a:cubicBezTo>
                    <a:cubicBezTo>
                      <a:pt x="47" y="62"/>
                      <a:pt x="62" y="47"/>
                      <a:pt x="80" y="4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16" name="Freeform 57">
                <a:extLst>
                  <a:ext uri="{FF2B5EF4-FFF2-40B4-BE49-F238E27FC236}">
                    <a16:creationId xmlns:a16="http://schemas.microsoft.com/office/drawing/2014/main" id="{19F776F6-1C45-BB2D-9092-CE65EA9C4CF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21543" y="3230227"/>
                <a:ext cx="439248" cy="444023"/>
              </a:xfrm>
              <a:custGeom>
                <a:avLst/>
                <a:gdLst>
                  <a:gd name="T0" fmla="*/ 189 w 255"/>
                  <a:gd name="T1" fmla="*/ 89 h 259"/>
                  <a:gd name="T2" fmla="*/ 207 w 255"/>
                  <a:gd name="T3" fmla="*/ 145 h 259"/>
                  <a:gd name="T4" fmla="*/ 111 w 255"/>
                  <a:gd name="T5" fmla="*/ 241 h 259"/>
                  <a:gd name="T6" fmla="*/ 14 w 255"/>
                  <a:gd name="T7" fmla="*/ 145 h 259"/>
                  <a:gd name="T8" fmla="*/ 111 w 255"/>
                  <a:gd name="T9" fmla="*/ 48 h 259"/>
                  <a:gd name="T10" fmla="*/ 166 w 255"/>
                  <a:gd name="T11" fmla="*/ 66 h 259"/>
                  <a:gd name="T12" fmla="*/ 176 w 255"/>
                  <a:gd name="T13" fmla="*/ 56 h 259"/>
                  <a:gd name="T14" fmla="*/ 111 w 255"/>
                  <a:gd name="T15" fmla="*/ 34 h 259"/>
                  <a:gd name="T16" fmla="*/ 0 w 255"/>
                  <a:gd name="T17" fmla="*/ 145 h 259"/>
                  <a:gd name="T18" fmla="*/ 30 w 255"/>
                  <a:gd name="T19" fmla="*/ 220 h 259"/>
                  <a:gd name="T20" fmla="*/ 30 w 255"/>
                  <a:gd name="T21" fmla="*/ 220 h 259"/>
                  <a:gd name="T22" fmla="*/ 30 w 255"/>
                  <a:gd name="T23" fmla="*/ 259 h 259"/>
                  <a:gd name="T24" fmla="*/ 45 w 255"/>
                  <a:gd name="T25" fmla="*/ 259 h 259"/>
                  <a:gd name="T26" fmla="*/ 45 w 255"/>
                  <a:gd name="T27" fmla="*/ 233 h 259"/>
                  <a:gd name="T28" fmla="*/ 111 w 255"/>
                  <a:gd name="T29" fmla="*/ 255 h 259"/>
                  <a:gd name="T30" fmla="*/ 176 w 255"/>
                  <a:gd name="T31" fmla="*/ 233 h 259"/>
                  <a:gd name="T32" fmla="*/ 176 w 255"/>
                  <a:gd name="T33" fmla="*/ 259 h 259"/>
                  <a:gd name="T34" fmla="*/ 191 w 255"/>
                  <a:gd name="T35" fmla="*/ 259 h 259"/>
                  <a:gd name="T36" fmla="*/ 191 w 255"/>
                  <a:gd name="T37" fmla="*/ 220 h 259"/>
                  <a:gd name="T38" fmla="*/ 221 w 255"/>
                  <a:gd name="T39" fmla="*/ 145 h 259"/>
                  <a:gd name="T40" fmla="*/ 199 w 255"/>
                  <a:gd name="T41" fmla="*/ 79 h 259"/>
                  <a:gd name="T42" fmla="*/ 189 w 255"/>
                  <a:gd name="T43" fmla="*/ 89 h 259"/>
                  <a:gd name="T44" fmla="*/ 224 w 255"/>
                  <a:gd name="T45" fmla="*/ 31 h 259"/>
                  <a:gd name="T46" fmla="*/ 224 w 255"/>
                  <a:gd name="T47" fmla="*/ 0 h 259"/>
                  <a:gd name="T48" fmla="*/ 191 w 255"/>
                  <a:gd name="T49" fmla="*/ 34 h 259"/>
                  <a:gd name="T50" fmla="*/ 191 w 255"/>
                  <a:gd name="T51" fmla="*/ 56 h 259"/>
                  <a:gd name="T52" fmla="*/ 109 w 255"/>
                  <a:gd name="T53" fmla="*/ 139 h 259"/>
                  <a:gd name="T54" fmla="*/ 109 w 255"/>
                  <a:gd name="T55" fmla="*/ 147 h 259"/>
                  <a:gd name="T56" fmla="*/ 116 w 255"/>
                  <a:gd name="T57" fmla="*/ 147 h 259"/>
                  <a:gd name="T58" fmla="*/ 199 w 255"/>
                  <a:gd name="T59" fmla="*/ 64 h 259"/>
                  <a:gd name="T60" fmla="*/ 222 w 255"/>
                  <a:gd name="T61" fmla="*/ 64 h 259"/>
                  <a:gd name="T62" fmla="*/ 255 w 255"/>
                  <a:gd name="T63" fmla="*/ 31 h 259"/>
                  <a:gd name="T64" fmla="*/ 224 w 255"/>
                  <a:gd name="T65" fmla="*/ 31 h 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55" h="259">
                    <a:moveTo>
                      <a:pt x="189" y="89"/>
                    </a:moveTo>
                    <a:cubicBezTo>
                      <a:pt x="200" y="105"/>
                      <a:pt x="207" y="124"/>
                      <a:pt x="207" y="145"/>
                    </a:cubicBezTo>
                    <a:cubicBezTo>
                      <a:pt x="207" y="198"/>
                      <a:pt x="164" y="241"/>
                      <a:pt x="111" y="241"/>
                    </a:cubicBezTo>
                    <a:cubicBezTo>
                      <a:pt x="57" y="241"/>
                      <a:pt x="14" y="198"/>
                      <a:pt x="14" y="145"/>
                    </a:cubicBezTo>
                    <a:cubicBezTo>
                      <a:pt x="14" y="91"/>
                      <a:pt x="57" y="48"/>
                      <a:pt x="111" y="48"/>
                    </a:cubicBezTo>
                    <a:cubicBezTo>
                      <a:pt x="131" y="48"/>
                      <a:pt x="150" y="55"/>
                      <a:pt x="166" y="66"/>
                    </a:cubicBezTo>
                    <a:cubicBezTo>
                      <a:pt x="170" y="63"/>
                      <a:pt x="173" y="59"/>
                      <a:pt x="176" y="56"/>
                    </a:cubicBezTo>
                    <a:cubicBezTo>
                      <a:pt x="158" y="43"/>
                      <a:pt x="135" y="34"/>
                      <a:pt x="111" y="34"/>
                    </a:cubicBezTo>
                    <a:cubicBezTo>
                      <a:pt x="50" y="34"/>
                      <a:pt x="0" y="84"/>
                      <a:pt x="0" y="145"/>
                    </a:cubicBezTo>
                    <a:cubicBezTo>
                      <a:pt x="0" y="174"/>
                      <a:pt x="12" y="200"/>
                      <a:pt x="30" y="220"/>
                    </a:cubicBezTo>
                    <a:cubicBezTo>
                      <a:pt x="30" y="220"/>
                      <a:pt x="30" y="220"/>
                      <a:pt x="30" y="220"/>
                    </a:cubicBezTo>
                    <a:cubicBezTo>
                      <a:pt x="30" y="259"/>
                      <a:pt x="30" y="259"/>
                      <a:pt x="30" y="259"/>
                    </a:cubicBezTo>
                    <a:cubicBezTo>
                      <a:pt x="45" y="259"/>
                      <a:pt x="45" y="259"/>
                      <a:pt x="45" y="259"/>
                    </a:cubicBezTo>
                    <a:cubicBezTo>
                      <a:pt x="45" y="233"/>
                      <a:pt x="45" y="233"/>
                      <a:pt x="45" y="233"/>
                    </a:cubicBezTo>
                    <a:cubicBezTo>
                      <a:pt x="63" y="247"/>
                      <a:pt x="86" y="255"/>
                      <a:pt x="111" y="255"/>
                    </a:cubicBezTo>
                    <a:cubicBezTo>
                      <a:pt x="135" y="255"/>
                      <a:pt x="158" y="247"/>
                      <a:pt x="176" y="233"/>
                    </a:cubicBezTo>
                    <a:cubicBezTo>
                      <a:pt x="176" y="259"/>
                      <a:pt x="176" y="259"/>
                      <a:pt x="176" y="259"/>
                    </a:cubicBezTo>
                    <a:cubicBezTo>
                      <a:pt x="191" y="259"/>
                      <a:pt x="191" y="259"/>
                      <a:pt x="191" y="259"/>
                    </a:cubicBezTo>
                    <a:cubicBezTo>
                      <a:pt x="191" y="220"/>
                      <a:pt x="191" y="220"/>
                      <a:pt x="191" y="220"/>
                    </a:cubicBezTo>
                    <a:cubicBezTo>
                      <a:pt x="209" y="200"/>
                      <a:pt x="221" y="174"/>
                      <a:pt x="221" y="145"/>
                    </a:cubicBezTo>
                    <a:cubicBezTo>
                      <a:pt x="221" y="120"/>
                      <a:pt x="213" y="97"/>
                      <a:pt x="199" y="79"/>
                    </a:cubicBezTo>
                    <a:cubicBezTo>
                      <a:pt x="196" y="82"/>
                      <a:pt x="193" y="85"/>
                      <a:pt x="189" y="89"/>
                    </a:cubicBezTo>
                    <a:close/>
                    <a:moveTo>
                      <a:pt x="224" y="31"/>
                    </a:moveTo>
                    <a:cubicBezTo>
                      <a:pt x="224" y="0"/>
                      <a:pt x="224" y="0"/>
                      <a:pt x="224" y="0"/>
                    </a:cubicBezTo>
                    <a:cubicBezTo>
                      <a:pt x="191" y="34"/>
                      <a:pt x="191" y="34"/>
                      <a:pt x="191" y="34"/>
                    </a:cubicBezTo>
                    <a:cubicBezTo>
                      <a:pt x="191" y="56"/>
                      <a:pt x="191" y="56"/>
                      <a:pt x="191" y="56"/>
                    </a:cubicBezTo>
                    <a:cubicBezTo>
                      <a:pt x="109" y="139"/>
                      <a:pt x="109" y="139"/>
                      <a:pt x="109" y="139"/>
                    </a:cubicBezTo>
                    <a:cubicBezTo>
                      <a:pt x="106" y="141"/>
                      <a:pt x="106" y="144"/>
                      <a:pt x="109" y="147"/>
                    </a:cubicBezTo>
                    <a:cubicBezTo>
                      <a:pt x="111" y="149"/>
                      <a:pt x="114" y="149"/>
                      <a:pt x="116" y="147"/>
                    </a:cubicBezTo>
                    <a:cubicBezTo>
                      <a:pt x="199" y="64"/>
                      <a:pt x="199" y="64"/>
                      <a:pt x="199" y="64"/>
                    </a:cubicBezTo>
                    <a:cubicBezTo>
                      <a:pt x="222" y="64"/>
                      <a:pt x="222" y="64"/>
                      <a:pt x="222" y="64"/>
                    </a:cubicBezTo>
                    <a:cubicBezTo>
                      <a:pt x="255" y="31"/>
                      <a:pt x="255" y="31"/>
                      <a:pt x="255" y="31"/>
                    </a:cubicBezTo>
                    <a:lnTo>
                      <a:pt x="224" y="31"/>
                    </a:lnTo>
                    <a:close/>
                  </a:path>
                </a:pathLst>
              </a:custGeom>
              <a:ln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</p:grp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594DE40-3EB4-FDBD-490E-D92C60CA5E02}"/>
              </a:ext>
            </a:extLst>
          </p:cNvPr>
          <p:cNvGrpSpPr/>
          <p:nvPr/>
        </p:nvGrpSpPr>
        <p:grpSpPr>
          <a:xfrm>
            <a:off x="7883916" y="345745"/>
            <a:ext cx="1421460" cy="1410836"/>
            <a:chOff x="7883916" y="345745"/>
            <a:chExt cx="1421460" cy="1410836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ED2A835C-592F-524C-0DD7-E30D1A1920C1}"/>
                </a:ext>
              </a:extLst>
            </p:cNvPr>
            <p:cNvGrpSpPr/>
            <p:nvPr/>
          </p:nvGrpSpPr>
          <p:grpSpPr>
            <a:xfrm>
              <a:off x="8023798" y="532575"/>
              <a:ext cx="1281578" cy="1224006"/>
              <a:chOff x="2026995" y="1759447"/>
              <a:chExt cx="1281578" cy="1224006"/>
            </a:xfrm>
          </p:grpSpPr>
          <p:grpSp>
            <p:nvGrpSpPr>
              <p:cNvPr id="19" name="Circle B">
                <a:extLst>
                  <a:ext uri="{FF2B5EF4-FFF2-40B4-BE49-F238E27FC236}">
                    <a16:creationId xmlns:a16="http://schemas.microsoft.com/office/drawing/2014/main" id="{93B45622-35C3-FA6D-EC08-93FD30709C10}"/>
                  </a:ext>
                </a:extLst>
              </p:cNvPr>
              <p:cNvGrpSpPr/>
              <p:nvPr/>
            </p:nvGrpSpPr>
            <p:grpSpPr>
              <a:xfrm>
                <a:off x="2050416" y="1759447"/>
                <a:ext cx="1229054" cy="1224006"/>
                <a:chOff x="3731763" y="2289353"/>
                <a:chExt cx="1341438" cy="1335925"/>
              </a:xfrm>
            </p:grpSpPr>
            <p:sp>
              <p:nvSpPr>
                <p:cNvPr id="21" name="Oval 73">
                  <a:extLst>
                    <a:ext uri="{FF2B5EF4-FFF2-40B4-BE49-F238E27FC236}">
                      <a16:creationId xmlns:a16="http://schemas.microsoft.com/office/drawing/2014/main" id="{53F97A58-9569-215B-7D3B-3F65969A0A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31763" y="2289353"/>
                  <a:ext cx="1341438" cy="1335925"/>
                </a:xfrm>
                <a:prstGeom prst="ellipse">
                  <a:avLst/>
                </a:prstGeom>
                <a:gradFill flip="none" rotWithShape="1">
                  <a:gsLst>
                    <a:gs pos="20000">
                      <a:srgbClr val="FFFFFF"/>
                    </a:gs>
                    <a:gs pos="100000">
                      <a:srgbClr val="DAD9D9"/>
                    </a:gs>
                  </a:gsLst>
                  <a:lin ang="2700000" scaled="1"/>
                  <a:tileRect/>
                </a:gradFill>
                <a:ln>
                  <a:noFill/>
                </a:ln>
                <a:effectLst>
                  <a:outerShdw blurRad="381000" dist="177800" dir="2700000" algn="tl" rotWithShape="0">
                    <a:prstClr val="black">
                      <a:alpha val="70000"/>
                    </a:prstClr>
                  </a:outer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350" dirty="0">
                    <a:latin typeface="Lato" panose="020F0502020204030203" pitchFamily="34" charset="0"/>
                  </a:endParaRPr>
                </a:p>
              </p:txBody>
            </p:sp>
            <p:pic>
              <p:nvPicPr>
                <p:cNvPr id="22" name="Texture">
                  <a:extLst>
                    <a:ext uri="{FF2B5EF4-FFF2-40B4-BE49-F238E27FC236}">
                      <a16:creationId xmlns:a16="http://schemas.microsoft.com/office/drawing/2014/main" id="{73978001-8A02-80C9-39AC-F3E250DCEB2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840103" y="2392141"/>
                  <a:ext cx="1187212" cy="1187213"/>
                </a:xfrm>
                <a:prstGeom prst="rect">
                  <a:avLst/>
                </a:prstGeom>
              </p:spPr>
            </p:pic>
          </p:grpSp>
          <p:sp>
            <p:nvSpPr>
              <p:cNvPr id="20" name="B">
                <a:extLst>
                  <a:ext uri="{FF2B5EF4-FFF2-40B4-BE49-F238E27FC236}">
                    <a16:creationId xmlns:a16="http://schemas.microsoft.com/office/drawing/2014/main" id="{1D853462-D86A-D664-8D2E-BDFC41F3A20A}"/>
                  </a:ext>
                </a:extLst>
              </p:cNvPr>
              <p:cNvSpPr txBox="1"/>
              <p:nvPr/>
            </p:nvSpPr>
            <p:spPr>
              <a:xfrm>
                <a:off x="2026995" y="2103813"/>
                <a:ext cx="128157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3600">
                    <a:solidFill>
                      <a:srgbClr val="FF0000"/>
                    </a:solidFill>
                    <a:latin typeface="IRANYekanXFaNum Heavy" pitchFamily="2" charset="-78"/>
                    <a:ea typeface="Roboto Condensed" panose="02000000000000000000" pitchFamily="2" charset="0"/>
                    <a:cs typeface="IRANYekanXFaNum Heavy" pitchFamily="2" charset="-78"/>
                  </a:defRPr>
                </a:lvl1pPr>
              </a:lstStyle>
              <a:p>
                <a:r>
                  <a:rPr lang="fa-I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مثال</a:t>
                </a:r>
                <a:endParaRPr lang="ru-RU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  <p:sp>
          <p:nvSpPr>
            <p:cNvPr id="23" name="A">
              <a:extLst>
                <a:ext uri="{FF2B5EF4-FFF2-40B4-BE49-F238E27FC236}">
                  <a16:creationId xmlns:a16="http://schemas.microsoft.com/office/drawing/2014/main" id="{C06E946D-2A80-422C-10DD-655BEAF642C6}"/>
                </a:ext>
              </a:extLst>
            </p:cNvPr>
            <p:cNvSpPr txBox="1"/>
            <p:nvPr/>
          </p:nvSpPr>
          <p:spPr>
            <a:xfrm>
              <a:off x="7883916" y="345745"/>
              <a:ext cx="605341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a-IR" sz="60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IRANYekanXFaNum Heavy" pitchFamily="2" charset="-78"/>
                  <a:ea typeface="Roboto Condensed" panose="02000000000000000000" pitchFamily="2" charset="0"/>
                  <a:cs typeface="IRANYekanXFaNum Heavy" pitchFamily="2" charset="-78"/>
                </a:rPr>
                <a:t>7</a:t>
              </a:r>
              <a:endParaRPr lang="ru-RU" sz="6000" b="1" dirty="0">
                <a:ln w="13462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  <a:cs typeface="IRANYekanXFaNum Heavy" pitchFamily="2" charset="-78"/>
              </a:endParaRPr>
            </a:p>
          </p:txBody>
        </p:sp>
      </p:grp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98C7139-7082-BC9D-FACA-44E5A520599D}"/>
              </a:ext>
            </a:extLst>
          </p:cNvPr>
          <p:cNvCxnSpPr>
            <a:cxnSpLocks/>
          </p:cNvCxnSpPr>
          <p:nvPr/>
        </p:nvCxnSpPr>
        <p:spPr>
          <a:xfrm flipV="1">
            <a:off x="2707757" y="5565275"/>
            <a:ext cx="0" cy="979861"/>
          </a:xfrm>
          <a:prstGeom prst="straightConnector1">
            <a:avLst/>
          </a:prstGeom>
          <a:ln w="38100">
            <a:solidFill>
              <a:srgbClr val="6699FF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AC91A47-C63B-F6C0-5996-00582111EA23}"/>
              </a:ext>
            </a:extLst>
          </p:cNvPr>
          <p:cNvCxnSpPr>
            <a:cxnSpLocks/>
          </p:cNvCxnSpPr>
          <p:nvPr/>
        </p:nvCxnSpPr>
        <p:spPr>
          <a:xfrm flipV="1">
            <a:off x="3047999" y="5565275"/>
            <a:ext cx="0" cy="648712"/>
          </a:xfrm>
          <a:prstGeom prst="straightConnector1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7" name="Group 26">
            <a:extLst>
              <a:ext uri="{FF2B5EF4-FFF2-40B4-BE49-F238E27FC236}">
                <a16:creationId xmlns:a16="http://schemas.microsoft.com/office/drawing/2014/main" id="{8E6C690C-2D6D-A1DD-C459-049E77DFE65F}"/>
              </a:ext>
            </a:extLst>
          </p:cNvPr>
          <p:cNvGrpSpPr/>
          <p:nvPr/>
        </p:nvGrpSpPr>
        <p:grpSpPr>
          <a:xfrm>
            <a:off x="1953078" y="3370217"/>
            <a:ext cx="559749" cy="3322014"/>
            <a:chOff x="1953078" y="3370217"/>
            <a:chExt cx="559749" cy="3322014"/>
          </a:xfrm>
        </p:grpSpPr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0F496103-69BC-6293-60EE-F0964E54A82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93850" y="6538346"/>
              <a:ext cx="318977" cy="0"/>
            </a:xfrm>
            <a:prstGeom prst="line">
              <a:avLst/>
            </a:prstGeom>
            <a:ln w="38100">
              <a:solidFill>
                <a:schemeClr val="accent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64605CA4-1FFD-463B-456A-4382C1D97E8B}"/>
                </a:ext>
              </a:extLst>
            </p:cNvPr>
            <p:cNvGrpSpPr/>
            <p:nvPr/>
          </p:nvGrpSpPr>
          <p:grpSpPr>
            <a:xfrm>
              <a:off x="1953078" y="3370217"/>
              <a:ext cx="559749" cy="3322014"/>
              <a:chOff x="1953078" y="3370217"/>
              <a:chExt cx="559749" cy="3322014"/>
            </a:xfrm>
          </p:grpSpPr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4EDEE12A-394D-A7C6-CC88-83915A5192F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53338" y="3370217"/>
                <a:ext cx="1" cy="3174919"/>
              </a:xfrm>
              <a:prstGeom prst="straightConnector1">
                <a:avLst/>
              </a:prstGeom>
              <a:ln w="381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arrow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C4DAF6FF-1970-F532-BDAD-E24BFDDB6B7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193850" y="6213987"/>
                <a:ext cx="318977" cy="0"/>
              </a:xfrm>
              <a:prstGeom prst="line">
                <a:avLst/>
              </a:prstGeom>
              <a:ln w="381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F112C452-D429-C158-89D8-310970CDCEE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193850" y="5889631"/>
                <a:ext cx="318977" cy="0"/>
              </a:xfrm>
              <a:prstGeom prst="line">
                <a:avLst/>
              </a:prstGeom>
              <a:ln w="381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ED58B07C-2D09-DBE5-B30C-3929AA34458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193850" y="5565275"/>
                <a:ext cx="318977" cy="0"/>
              </a:xfrm>
              <a:prstGeom prst="line">
                <a:avLst/>
              </a:prstGeom>
              <a:ln w="381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A19019D2-7361-E8E6-7DFD-D65A9348FC7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193850" y="5240919"/>
                <a:ext cx="318977" cy="0"/>
              </a:xfrm>
              <a:prstGeom prst="line">
                <a:avLst/>
              </a:prstGeom>
              <a:ln w="381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55B1F26D-2614-C746-A81B-B79FEA71C6B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193850" y="4916563"/>
                <a:ext cx="318977" cy="0"/>
              </a:xfrm>
              <a:prstGeom prst="line">
                <a:avLst/>
              </a:prstGeom>
              <a:ln w="381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91794D7B-718C-4148-535B-26C8BCAD7A9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193850" y="4592207"/>
                <a:ext cx="318977" cy="0"/>
              </a:xfrm>
              <a:prstGeom prst="line">
                <a:avLst/>
              </a:prstGeom>
              <a:ln w="381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EBFDA172-445F-6536-20CE-6FB950E5F99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193850" y="4267851"/>
                <a:ext cx="318977" cy="0"/>
              </a:xfrm>
              <a:prstGeom prst="line">
                <a:avLst/>
              </a:prstGeom>
              <a:ln w="381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DC5B704B-41E1-B9AD-BFF9-1DB14CD9518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193850" y="3943495"/>
                <a:ext cx="318977" cy="0"/>
              </a:xfrm>
              <a:prstGeom prst="line">
                <a:avLst/>
              </a:prstGeom>
              <a:ln w="381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429BD59A-9A2E-4632-79BB-57DC4F67763C}"/>
                  </a:ext>
                </a:extLst>
              </p:cNvPr>
              <p:cNvSpPr txBox="1"/>
              <p:nvPr/>
            </p:nvSpPr>
            <p:spPr>
              <a:xfrm>
                <a:off x="1958661" y="6353677"/>
                <a:ext cx="28725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a-IR" sz="1600" dirty="0">
                    <a:solidFill>
                      <a:schemeClr val="accent1">
                        <a:lumMod val="50000"/>
                      </a:schemeClr>
                    </a:solidFill>
                    <a:latin typeface="IRANYekanXVFaNum DemiBold" pitchFamily="2" charset="-78"/>
                    <a:cs typeface="IRANYekanXVFaNum DemiBold" pitchFamily="2" charset="-78"/>
                  </a:rPr>
                  <a:t>0</a:t>
                </a:r>
                <a:endParaRPr lang="en-US" sz="1600" dirty="0">
                  <a:solidFill>
                    <a:schemeClr val="accent1">
                      <a:lumMod val="50000"/>
                    </a:schemeClr>
                  </a:solidFill>
                  <a:latin typeface="IRANYekanXVFaNum DemiBold" pitchFamily="2" charset="-78"/>
                  <a:cs typeface="IRANYekanXVFaNum DemiBold" pitchFamily="2" charset="-78"/>
                </a:endParaRPr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5FBC60B1-C11B-2519-2E15-C4AF1F898E68}"/>
                  </a:ext>
                </a:extLst>
              </p:cNvPr>
              <p:cNvSpPr txBox="1"/>
              <p:nvPr/>
            </p:nvSpPr>
            <p:spPr>
              <a:xfrm>
                <a:off x="1953078" y="6008334"/>
                <a:ext cx="24077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a-IR" sz="1600" dirty="0">
                    <a:solidFill>
                      <a:schemeClr val="accent1">
                        <a:lumMod val="50000"/>
                      </a:schemeClr>
                    </a:solidFill>
                    <a:latin typeface="IRANYekanXVFaNum DemiBold" pitchFamily="2" charset="-78"/>
                    <a:cs typeface="IRANYekanXVFaNum DemiBold" pitchFamily="2" charset="-78"/>
                  </a:rPr>
                  <a:t>1</a:t>
                </a:r>
                <a:endParaRPr lang="en-US" sz="1600" dirty="0">
                  <a:solidFill>
                    <a:schemeClr val="accent1">
                      <a:lumMod val="50000"/>
                    </a:schemeClr>
                  </a:solidFill>
                  <a:latin typeface="IRANYekanXVFaNum DemiBold" pitchFamily="2" charset="-78"/>
                  <a:cs typeface="IRANYekanXVFaNum DemiBold" pitchFamily="2" charset="-78"/>
                </a:endParaRP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F132FC97-1AE4-5F9F-72AA-6539FD480F25}"/>
                  </a:ext>
                </a:extLst>
              </p:cNvPr>
              <p:cNvSpPr txBox="1"/>
              <p:nvPr/>
            </p:nvSpPr>
            <p:spPr>
              <a:xfrm>
                <a:off x="1953078" y="5691298"/>
                <a:ext cx="28886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a-IR" sz="1600" dirty="0">
                    <a:solidFill>
                      <a:schemeClr val="accent1">
                        <a:lumMod val="50000"/>
                      </a:schemeClr>
                    </a:solidFill>
                    <a:latin typeface="IRANYekanXVFaNum DemiBold" pitchFamily="2" charset="-78"/>
                    <a:cs typeface="IRANYekanXVFaNum DemiBold" pitchFamily="2" charset="-78"/>
                  </a:rPr>
                  <a:t>2</a:t>
                </a:r>
                <a:endParaRPr lang="en-US" sz="1600" dirty="0">
                  <a:solidFill>
                    <a:schemeClr val="accent1">
                      <a:lumMod val="50000"/>
                    </a:schemeClr>
                  </a:solidFill>
                  <a:latin typeface="IRANYekanXVFaNum DemiBold" pitchFamily="2" charset="-78"/>
                  <a:cs typeface="IRANYekanXVFaNum DemiBold" pitchFamily="2" charset="-78"/>
                </a:endParaRP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6EE33A22-35DE-95D6-E2D7-0DA742229172}"/>
                  </a:ext>
                </a:extLst>
              </p:cNvPr>
              <p:cNvSpPr txBox="1"/>
              <p:nvPr/>
            </p:nvSpPr>
            <p:spPr>
              <a:xfrm>
                <a:off x="1956623" y="5361510"/>
                <a:ext cx="32412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a-IR" sz="1600" dirty="0">
                    <a:solidFill>
                      <a:schemeClr val="accent1">
                        <a:lumMod val="50000"/>
                      </a:schemeClr>
                    </a:solidFill>
                    <a:latin typeface="IRANYekanXVFaNum DemiBold" pitchFamily="2" charset="-78"/>
                    <a:cs typeface="IRANYekanXVFaNum DemiBold" pitchFamily="2" charset="-78"/>
                  </a:rPr>
                  <a:t>3</a:t>
                </a:r>
                <a:endParaRPr lang="en-US" sz="1600" dirty="0">
                  <a:solidFill>
                    <a:schemeClr val="accent1">
                      <a:lumMod val="50000"/>
                    </a:schemeClr>
                  </a:solidFill>
                  <a:latin typeface="IRANYekanXVFaNum DemiBold" pitchFamily="2" charset="-78"/>
                  <a:cs typeface="IRANYekanXVFaNum DemiBold" pitchFamily="2" charset="-78"/>
                </a:endParaRPr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C34AE5F5-3004-C3FC-DA00-86727BE0D1FC}"/>
                  </a:ext>
                </a:extLst>
              </p:cNvPr>
              <p:cNvSpPr txBox="1"/>
              <p:nvPr/>
            </p:nvSpPr>
            <p:spPr>
              <a:xfrm>
                <a:off x="1956623" y="5033282"/>
                <a:ext cx="31611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a-IR" sz="1600" dirty="0">
                    <a:solidFill>
                      <a:schemeClr val="accent1">
                        <a:lumMod val="50000"/>
                      </a:schemeClr>
                    </a:solidFill>
                    <a:latin typeface="IRANYekanXVFaNum DemiBold" pitchFamily="2" charset="-78"/>
                    <a:cs typeface="IRANYekanXVFaNum DemiBold" pitchFamily="2" charset="-78"/>
                  </a:rPr>
                  <a:t>4</a:t>
                </a:r>
                <a:endParaRPr lang="en-US" sz="1600" dirty="0">
                  <a:solidFill>
                    <a:schemeClr val="accent1">
                      <a:lumMod val="50000"/>
                    </a:schemeClr>
                  </a:solidFill>
                  <a:latin typeface="IRANYekanXVFaNum DemiBold" pitchFamily="2" charset="-78"/>
                  <a:cs typeface="IRANYekanXVFaNum DemiBold" pitchFamily="2" charset="-78"/>
                </a:endParaRPr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6E436742-9C01-507C-CC73-763DB3A87453}"/>
                  </a:ext>
                </a:extLst>
              </p:cNvPr>
              <p:cNvSpPr txBox="1"/>
              <p:nvPr/>
            </p:nvSpPr>
            <p:spPr>
              <a:xfrm>
                <a:off x="1957985" y="4705487"/>
                <a:ext cx="31290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a-IR" sz="1600" dirty="0">
                    <a:solidFill>
                      <a:schemeClr val="accent1">
                        <a:lumMod val="50000"/>
                      </a:schemeClr>
                    </a:solidFill>
                    <a:latin typeface="IRANYekanXVFaNum DemiBold" pitchFamily="2" charset="-78"/>
                    <a:cs typeface="IRANYekanXVFaNum DemiBold" pitchFamily="2" charset="-78"/>
                  </a:rPr>
                  <a:t>5</a:t>
                </a:r>
                <a:endParaRPr lang="en-US" sz="1600" dirty="0">
                  <a:solidFill>
                    <a:schemeClr val="accent1">
                      <a:lumMod val="50000"/>
                    </a:schemeClr>
                  </a:solidFill>
                  <a:latin typeface="IRANYekanXVFaNum DemiBold" pitchFamily="2" charset="-78"/>
                  <a:cs typeface="IRANYekanXVFaNum DemiBold" pitchFamily="2" charset="-78"/>
                </a:endParaRPr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8ECCFBB6-7108-DB92-BA35-FE2564D3E25B}"/>
                  </a:ext>
                </a:extLst>
              </p:cNvPr>
              <p:cNvSpPr txBox="1"/>
              <p:nvPr/>
            </p:nvSpPr>
            <p:spPr>
              <a:xfrm>
                <a:off x="1953078" y="4379221"/>
                <a:ext cx="2952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a-IR" sz="1600" dirty="0">
                    <a:solidFill>
                      <a:schemeClr val="accent1">
                        <a:lumMod val="50000"/>
                      </a:schemeClr>
                    </a:solidFill>
                    <a:latin typeface="IRANYekanXVFaNum DemiBold" pitchFamily="2" charset="-78"/>
                    <a:cs typeface="IRANYekanXVFaNum DemiBold" pitchFamily="2" charset="-78"/>
                  </a:rPr>
                  <a:t>6</a:t>
                </a:r>
                <a:endParaRPr lang="en-US" sz="1600" dirty="0">
                  <a:solidFill>
                    <a:schemeClr val="accent1">
                      <a:lumMod val="50000"/>
                    </a:schemeClr>
                  </a:solidFill>
                  <a:latin typeface="IRANYekanXVFaNum DemiBold" pitchFamily="2" charset="-78"/>
                  <a:cs typeface="IRANYekanXVFaNum DemiBold" pitchFamily="2" charset="-78"/>
                </a:endParaRPr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1B3FCC65-61E8-5D93-1C08-BF65BFC2C2B7}"/>
                  </a:ext>
                </a:extLst>
              </p:cNvPr>
              <p:cNvSpPr txBox="1"/>
              <p:nvPr/>
            </p:nvSpPr>
            <p:spPr>
              <a:xfrm>
                <a:off x="1953078" y="4055809"/>
                <a:ext cx="30970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a-IR" sz="1600" dirty="0">
                    <a:solidFill>
                      <a:schemeClr val="accent1">
                        <a:lumMod val="50000"/>
                      </a:schemeClr>
                    </a:solidFill>
                    <a:latin typeface="IRANYekanXVFaNum DemiBold" pitchFamily="2" charset="-78"/>
                    <a:cs typeface="IRANYekanXVFaNum DemiBold" pitchFamily="2" charset="-78"/>
                  </a:rPr>
                  <a:t>7</a:t>
                </a:r>
                <a:endParaRPr lang="en-US" sz="1600" dirty="0">
                  <a:solidFill>
                    <a:schemeClr val="accent1">
                      <a:lumMod val="50000"/>
                    </a:schemeClr>
                  </a:solidFill>
                  <a:latin typeface="IRANYekanXVFaNum DemiBold" pitchFamily="2" charset="-78"/>
                  <a:cs typeface="IRANYekanXVFaNum DemiBold" pitchFamily="2" charset="-78"/>
                </a:endParaRP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01C6A06F-2DC7-9CA8-FE17-2C7A352BAB25}"/>
                  </a:ext>
                </a:extLst>
              </p:cNvPr>
              <p:cNvSpPr txBox="1"/>
              <p:nvPr/>
            </p:nvSpPr>
            <p:spPr>
              <a:xfrm>
                <a:off x="1953078" y="3739730"/>
                <a:ext cx="30970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a-IR" sz="1600" dirty="0">
                    <a:solidFill>
                      <a:schemeClr val="accent1">
                        <a:lumMod val="50000"/>
                      </a:schemeClr>
                    </a:solidFill>
                    <a:latin typeface="IRANYekanXVFaNum DemiBold" pitchFamily="2" charset="-78"/>
                    <a:cs typeface="IRANYekanXVFaNum DemiBold" pitchFamily="2" charset="-78"/>
                  </a:rPr>
                  <a:t>8</a:t>
                </a:r>
                <a:endParaRPr lang="en-US" sz="1600" dirty="0">
                  <a:solidFill>
                    <a:schemeClr val="accent1">
                      <a:lumMod val="50000"/>
                    </a:schemeClr>
                  </a:solidFill>
                  <a:latin typeface="IRANYekanXVFaNum DemiBold" pitchFamily="2" charset="-78"/>
                  <a:cs typeface="IRANYekanXVFaNum DemiBold" pitchFamily="2" charset="-78"/>
                </a:endParaRPr>
              </a:p>
            </p:txBody>
          </p:sp>
        </p:grpSp>
      </p:grp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ABE3CD6E-7464-9853-7909-9B8CC1720E6B}"/>
              </a:ext>
            </a:extLst>
          </p:cNvPr>
          <p:cNvCxnSpPr>
            <a:cxnSpLocks/>
          </p:cNvCxnSpPr>
          <p:nvPr/>
        </p:nvCxnSpPr>
        <p:spPr>
          <a:xfrm flipV="1">
            <a:off x="3388240" y="5234331"/>
            <a:ext cx="0" cy="986244"/>
          </a:xfrm>
          <a:prstGeom prst="straightConnector1">
            <a:avLst/>
          </a:prstGeom>
          <a:ln w="38100">
            <a:solidFill>
              <a:srgbClr val="6699FF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6307FE58-B544-AF69-1121-A77B3DFC1CE8}"/>
              </a:ext>
            </a:extLst>
          </p:cNvPr>
          <p:cNvCxnSpPr>
            <a:cxnSpLocks/>
          </p:cNvCxnSpPr>
          <p:nvPr/>
        </p:nvCxnSpPr>
        <p:spPr>
          <a:xfrm flipV="1">
            <a:off x="3728482" y="5240919"/>
            <a:ext cx="0" cy="634645"/>
          </a:xfrm>
          <a:prstGeom prst="straightConnector1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85C6B507-84D0-7F27-1778-BB540B10303F}"/>
              </a:ext>
            </a:extLst>
          </p:cNvPr>
          <p:cNvCxnSpPr>
            <a:cxnSpLocks/>
          </p:cNvCxnSpPr>
          <p:nvPr/>
        </p:nvCxnSpPr>
        <p:spPr>
          <a:xfrm flipV="1">
            <a:off x="4075812" y="4916563"/>
            <a:ext cx="0" cy="929524"/>
          </a:xfrm>
          <a:prstGeom prst="straightConnector1">
            <a:avLst/>
          </a:prstGeom>
          <a:ln w="38100">
            <a:solidFill>
              <a:srgbClr val="6699FF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B51BD10F-BF9E-ED4B-992D-67F754522004}"/>
              </a:ext>
            </a:extLst>
          </p:cNvPr>
          <p:cNvCxnSpPr>
            <a:cxnSpLocks/>
          </p:cNvCxnSpPr>
          <p:nvPr/>
        </p:nvCxnSpPr>
        <p:spPr>
          <a:xfrm flipV="1">
            <a:off x="4416054" y="4916563"/>
            <a:ext cx="0" cy="648712"/>
          </a:xfrm>
          <a:prstGeom prst="straightConnector1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14575880-E538-0BFA-AEA3-BB1657BBAD5E}"/>
              </a:ext>
            </a:extLst>
          </p:cNvPr>
          <p:cNvCxnSpPr>
            <a:cxnSpLocks/>
          </p:cNvCxnSpPr>
          <p:nvPr/>
        </p:nvCxnSpPr>
        <p:spPr>
          <a:xfrm flipV="1">
            <a:off x="4742119" y="4592207"/>
            <a:ext cx="0" cy="979656"/>
          </a:xfrm>
          <a:prstGeom prst="straightConnector1">
            <a:avLst/>
          </a:prstGeom>
          <a:ln w="38100">
            <a:solidFill>
              <a:srgbClr val="6699FF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69358336-3715-81BF-9AF2-B6D8A0947321}"/>
              </a:ext>
            </a:extLst>
          </p:cNvPr>
          <p:cNvSpPr/>
          <p:nvPr/>
        </p:nvSpPr>
        <p:spPr>
          <a:xfrm>
            <a:off x="6011634" y="4073763"/>
            <a:ext cx="2902665" cy="128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70000"/>
              </a:lnSpc>
            </a:pPr>
            <a:r>
              <a:rPr sz="2400">
                <a:solidFill>
                  <a:srgbClr val="6699FF"/>
                </a:solidFill>
                <a:latin typeface="IRANYekanXFaNum"/>
              </a:rPr>
              <a:t>تمرین مداوم و یادگیری مفهومی، کلید تسلط بر مباحث ریاضی است.</a:t>
            </a:r>
            <a:endParaRPr lang="en-US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10F054F-CB6C-14C0-1273-E633AEA538D6}"/>
              </a:ext>
            </a:extLst>
          </p:cNvPr>
          <p:cNvCxnSpPr/>
          <p:nvPr/>
        </p:nvCxnSpPr>
        <p:spPr>
          <a:xfrm>
            <a:off x="2512827" y="4267851"/>
            <a:ext cx="2842944" cy="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F30E60C5-083E-B25E-7127-308531088E13}"/>
              </a:ext>
            </a:extLst>
          </p:cNvPr>
          <p:cNvCxnSpPr>
            <a:cxnSpLocks/>
          </p:cNvCxnSpPr>
          <p:nvPr/>
        </p:nvCxnSpPr>
        <p:spPr>
          <a:xfrm flipV="1">
            <a:off x="5071918" y="4601320"/>
            <a:ext cx="0" cy="648712"/>
          </a:xfrm>
          <a:prstGeom prst="straightConnector1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2548DDCD-1D85-3FCF-987E-804F3CABA534}"/>
              </a:ext>
            </a:extLst>
          </p:cNvPr>
          <p:cNvCxnSpPr>
            <a:cxnSpLocks/>
          </p:cNvCxnSpPr>
          <p:nvPr/>
        </p:nvCxnSpPr>
        <p:spPr>
          <a:xfrm flipV="1">
            <a:off x="5397983" y="4276964"/>
            <a:ext cx="0" cy="979656"/>
          </a:xfrm>
          <a:prstGeom prst="straightConnector1">
            <a:avLst/>
          </a:prstGeom>
          <a:ln w="38100">
            <a:solidFill>
              <a:srgbClr val="6699FF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829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p14:presetBounceEnd="68182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8182">
                                          <p:cBhvr additive="base">
                                            <p:cTn id="7" dur="11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8182">
                                          <p:cBhvr additive="base">
                                            <p:cTn id="8" dur="11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2" presetClass="entr" presetSubtype="8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2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2" presetClass="entr" presetSubtype="2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16" dur="5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2" fill="hold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nodeType="withEffect" p14:presetBounceEnd="68182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8182">
                                          <p:cBhvr additive="base">
                                            <p:cTn id="23" dur="11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8182">
                                          <p:cBhvr additive="base">
                                            <p:cTn id="24" dur="11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900"/>
                                </p:stCondLst>
                                <p:childTnLst>
                                  <p:par>
                                    <p:cTn id="26" presetID="1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500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9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2400"/>
                                </p:stCondLst>
                                <p:childTnLst>
                                  <p:par>
                                    <p:cTn id="31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3" dur="5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2900"/>
                                </p:stCondLst>
                                <p:childTnLst>
                                  <p:par>
                                    <p:cTn id="35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9" fill="hold">
                          <p:stCondLst>
                            <p:cond delay="indefinite"/>
                          </p:stCondLst>
                          <p:childTnLst>
                            <p:par>
                              <p:cTn id="4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4" fill="hold">
                          <p:stCondLst>
                            <p:cond delay="indefinite"/>
                          </p:stCondLst>
                          <p:childTnLst>
                            <p:par>
                              <p:cTn id="4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6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8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9" fill="hold">
                          <p:stCondLst>
                            <p:cond delay="indefinite"/>
                          </p:stCondLst>
                          <p:childTnLst>
                            <p:par>
                              <p:cTn id="5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1" presetID="22" presetClass="entr" presetSubtype="4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53" dur="75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4" fill="hold">
                          <p:stCondLst>
                            <p:cond delay="indefinite"/>
                          </p:stCondLst>
                          <p:childTnLst>
                            <p:par>
                              <p:cTn id="5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6" presetID="22" presetClass="entr" presetSubtype="1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58" dur="75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9" fill="hold">
                          <p:stCondLst>
                            <p:cond delay="indefinite"/>
                          </p:stCondLst>
                          <p:childTnLst>
                            <p:par>
                              <p:cTn id="6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1" presetID="22" presetClass="entr" presetSubtype="4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63" dur="750"/>
                                            <p:tgtEl>
                                              <p:spTgt spid="7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4" fill="hold">
                          <p:stCondLst>
                            <p:cond delay="indefinite"/>
                          </p:stCondLst>
                          <p:childTnLst>
                            <p:par>
                              <p:cTn id="6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6" presetID="22" presetClass="entr" presetSubtype="1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68" dur="750"/>
                                            <p:tgtEl>
                                              <p:spTgt spid="7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9" fill="hold">
                          <p:stCondLst>
                            <p:cond delay="indefinite"/>
                          </p:stCondLst>
                          <p:childTnLst>
                            <p:par>
                              <p:cTn id="7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1" presetID="22" presetClass="entr" presetSubtype="4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73" dur="750"/>
                                            <p:tgtEl>
                                              <p:spTgt spid="7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4" fill="hold">
                          <p:stCondLst>
                            <p:cond delay="indefinite"/>
                          </p:stCondLst>
                          <p:childTnLst>
                            <p:par>
                              <p:cTn id="7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6" presetID="22" presetClass="entr" presetSubtype="1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78" dur="750"/>
                                            <p:tgtEl>
                                              <p:spTgt spid="7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9" fill="hold">
                          <p:stCondLst>
                            <p:cond delay="indefinite"/>
                          </p:stCondLst>
                          <p:childTnLst>
                            <p:par>
                              <p:cTn id="8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1" presetID="22" presetClass="entr" presetSubtype="4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83" dur="750"/>
                                            <p:tgtEl>
                                              <p:spTgt spid="7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4" fill="hold">
                          <p:stCondLst>
                            <p:cond delay="indefinite"/>
                          </p:stCondLst>
                          <p:childTnLst>
                            <p:par>
                              <p:cTn id="8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6" presetID="22" presetClass="entr" presetSubtype="2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88" dur="1000"/>
                                            <p:tgtEl>
                                              <p:spTgt spid="7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9" fill="hold">
                          <p:stCondLst>
                            <p:cond delay="indefinite"/>
                          </p:stCondLst>
                          <p:childTnLst>
                            <p:par>
                              <p:cTn id="9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1" presetID="22" presetClass="entr" presetSubtype="1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93" dur="750"/>
                                            <p:tgtEl>
                                              <p:spTgt spid="5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4" fill="hold">
                          <p:stCondLst>
                            <p:cond delay="indefinite"/>
                          </p:stCondLst>
                          <p:childTnLst>
                            <p:par>
                              <p:cTn id="9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6" presetID="22" presetClass="entr" presetSubtype="4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98" dur="750"/>
                                            <p:tgtEl>
                                              <p:spTgt spid="5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" grpId="0"/>
          <p:bldP spid="4" grpId="0" animBg="1"/>
          <p:bldP spid="9" grpId="0" animBg="1"/>
          <p:bldP spid="10" grpId="0" animBg="1"/>
          <p:bldP spid="11" grpId="0" animBg="1"/>
          <p:bldP spid="76" grpId="0" build="allAtOnce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1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1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2" presetClass="entr" presetSubtype="8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2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2" presetClass="entr" presetSubtype="2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16" dur="5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2" fill="hold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11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11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900"/>
                                </p:stCondLst>
                                <p:childTnLst>
                                  <p:par>
                                    <p:cTn id="26" presetID="1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500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9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2400"/>
                                </p:stCondLst>
                                <p:childTnLst>
                                  <p:par>
                                    <p:cTn id="31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3" dur="5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2900"/>
                                </p:stCondLst>
                                <p:childTnLst>
                                  <p:par>
                                    <p:cTn id="35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9" fill="hold">
                          <p:stCondLst>
                            <p:cond delay="indefinite"/>
                          </p:stCondLst>
                          <p:childTnLst>
                            <p:par>
                              <p:cTn id="4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4" fill="hold">
                          <p:stCondLst>
                            <p:cond delay="indefinite"/>
                          </p:stCondLst>
                          <p:childTnLst>
                            <p:par>
                              <p:cTn id="4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6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8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9" fill="hold">
                          <p:stCondLst>
                            <p:cond delay="indefinite"/>
                          </p:stCondLst>
                          <p:childTnLst>
                            <p:par>
                              <p:cTn id="5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1" presetID="22" presetClass="entr" presetSubtype="4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53" dur="75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4" fill="hold">
                          <p:stCondLst>
                            <p:cond delay="indefinite"/>
                          </p:stCondLst>
                          <p:childTnLst>
                            <p:par>
                              <p:cTn id="5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6" presetID="22" presetClass="entr" presetSubtype="1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58" dur="75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9" fill="hold">
                          <p:stCondLst>
                            <p:cond delay="indefinite"/>
                          </p:stCondLst>
                          <p:childTnLst>
                            <p:par>
                              <p:cTn id="6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1" presetID="22" presetClass="entr" presetSubtype="4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63" dur="750"/>
                                            <p:tgtEl>
                                              <p:spTgt spid="7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4" fill="hold">
                          <p:stCondLst>
                            <p:cond delay="indefinite"/>
                          </p:stCondLst>
                          <p:childTnLst>
                            <p:par>
                              <p:cTn id="6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6" presetID="22" presetClass="entr" presetSubtype="1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68" dur="750"/>
                                            <p:tgtEl>
                                              <p:spTgt spid="7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9" fill="hold">
                          <p:stCondLst>
                            <p:cond delay="indefinite"/>
                          </p:stCondLst>
                          <p:childTnLst>
                            <p:par>
                              <p:cTn id="7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1" presetID="22" presetClass="entr" presetSubtype="4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73" dur="750"/>
                                            <p:tgtEl>
                                              <p:spTgt spid="7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4" fill="hold">
                          <p:stCondLst>
                            <p:cond delay="indefinite"/>
                          </p:stCondLst>
                          <p:childTnLst>
                            <p:par>
                              <p:cTn id="7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6" presetID="22" presetClass="entr" presetSubtype="1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78" dur="750"/>
                                            <p:tgtEl>
                                              <p:spTgt spid="7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9" fill="hold">
                          <p:stCondLst>
                            <p:cond delay="indefinite"/>
                          </p:stCondLst>
                          <p:childTnLst>
                            <p:par>
                              <p:cTn id="8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1" presetID="22" presetClass="entr" presetSubtype="4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83" dur="750"/>
                                            <p:tgtEl>
                                              <p:spTgt spid="7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4" fill="hold">
                          <p:stCondLst>
                            <p:cond delay="indefinite"/>
                          </p:stCondLst>
                          <p:childTnLst>
                            <p:par>
                              <p:cTn id="8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6" presetID="22" presetClass="entr" presetSubtype="2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88" dur="1000"/>
                                            <p:tgtEl>
                                              <p:spTgt spid="7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9" fill="hold">
                          <p:stCondLst>
                            <p:cond delay="indefinite"/>
                          </p:stCondLst>
                          <p:childTnLst>
                            <p:par>
                              <p:cTn id="9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1" presetID="22" presetClass="entr" presetSubtype="1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93" dur="750"/>
                                            <p:tgtEl>
                                              <p:spTgt spid="5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4" fill="hold">
                          <p:stCondLst>
                            <p:cond delay="indefinite"/>
                          </p:stCondLst>
                          <p:childTnLst>
                            <p:par>
                              <p:cTn id="9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6" presetID="22" presetClass="entr" presetSubtype="4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98" dur="750"/>
                                            <p:tgtEl>
                                              <p:spTgt spid="5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" grpId="0"/>
          <p:bldP spid="4" grpId="0" animBg="1"/>
          <p:bldP spid="9" grpId="0" animBg="1"/>
          <p:bldP spid="10" grpId="0" animBg="1"/>
          <p:bldP spid="11" grpId="0" animBg="1"/>
          <p:bldP spid="76" grpId="0" build="allAtOnce"/>
        </p:bldLst>
      </p:timing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BED6B-8DF0-D118-8351-E3FD282C1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5CCA0102-9C13-050C-7E33-61E2B4950167}"/>
              </a:ext>
            </a:extLst>
          </p:cNvPr>
          <p:cNvGrpSpPr/>
          <p:nvPr/>
        </p:nvGrpSpPr>
        <p:grpSpPr>
          <a:xfrm>
            <a:off x="7133751" y="2705725"/>
            <a:ext cx="2000331" cy="1446550"/>
            <a:chOff x="7803739" y="878197"/>
            <a:chExt cx="1469629" cy="1216215"/>
          </a:xfrm>
        </p:grpSpPr>
        <p:sp>
          <p:nvSpPr>
            <p:cNvPr id="19" name="Freeform 83">
              <a:extLst>
                <a:ext uri="{FF2B5EF4-FFF2-40B4-BE49-F238E27FC236}">
                  <a16:creationId xmlns:a16="http://schemas.microsoft.com/office/drawing/2014/main" id="{7A0B8355-42D8-DAA5-ADDC-73CBB158390C}"/>
                </a:ext>
              </a:extLst>
            </p:cNvPr>
            <p:cNvSpPr>
              <a:spLocks/>
            </p:cNvSpPr>
            <p:nvPr/>
          </p:nvSpPr>
          <p:spPr bwMode="auto">
            <a:xfrm>
              <a:off x="7803739" y="1148135"/>
              <a:ext cx="1319802" cy="623844"/>
            </a:xfrm>
            <a:prstGeom prst="roundRect">
              <a:avLst/>
            </a:prstGeom>
            <a:gradFill flip="none" rotWithShape="1">
              <a:gsLst>
                <a:gs pos="0">
                  <a:schemeClr val="accent1">
                    <a:lumMod val="7500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  <a:ln>
              <a:noFill/>
            </a:ln>
            <a:effectLst>
              <a:innerShdw blurRad="152400" dist="50800" dir="13500000">
                <a:srgbClr val="21262B">
                  <a:alpha val="69804"/>
                </a:srgb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fa-IR" sz="2800" dirty="0">
                  <a:solidFill>
                    <a:schemeClr val="bg1"/>
                  </a:solidFill>
                  <a:latin typeface="IRANYekanXVFaNum DemiBold" pitchFamily="2" charset="-78"/>
                  <a:cs typeface="IRANYekanXVFaNum DemiBold" pitchFamily="2" charset="-78"/>
                </a:rPr>
                <a:t>رسم شکل</a:t>
              </a:r>
              <a:endParaRPr lang="ru-RU" sz="2800" dirty="0">
                <a:solidFill>
                  <a:schemeClr val="bg1"/>
                </a:solidFill>
                <a:cs typeface="IRANYekanXVFaNum DemiBold" pitchFamily="2" charset="-78"/>
              </a:endParaRPr>
            </a:p>
          </p:txBody>
        </p:sp>
        <p:sp>
          <p:nvSpPr>
            <p:cNvPr id="20" name="A">
              <a:extLst>
                <a:ext uri="{FF2B5EF4-FFF2-40B4-BE49-F238E27FC236}">
                  <a16:creationId xmlns:a16="http://schemas.microsoft.com/office/drawing/2014/main" id="{0E6FD42C-28CB-5861-7688-F8A243405248}"/>
                </a:ext>
              </a:extLst>
            </p:cNvPr>
            <p:cNvSpPr txBox="1"/>
            <p:nvPr/>
          </p:nvSpPr>
          <p:spPr>
            <a:xfrm>
              <a:off x="9077306" y="878197"/>
              <a:ext cx="196062" cy="12162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a-IR" sz="88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IRANYekanXFaNum Heavy" pitchFamily="2" charset="-78"/>
                  <a:ea typeface="Roboto Condensed" panose="02000000000000000000" pitchFamily="2" charset="0"/>
                  <a:cs typeface="IRANYekanXFaNum Heavy" pitchFamily="2" charset="-78"/>
                </a:rPr>
                <a:t>1</a:t>
              </a:r>
              <a:endParaRPr lang="ru-RU" sz="8800" b="1" dirty="0">
                <a:ln w="13462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  <a:cs typeface="IRANYekanXFaNum Heavy" pitchFamily="2" charset="-78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584226F-A211-7BEC-B83A-0364DE0BFCBB}"/>
              </a:ext>
            </a:extLst>
          </p:cNvPr>
          <p:cNvGrpSpPr/>
          <p:nvPr/>
        </p:nvGrpSpPr>
        <p:grpSpPr>
          <a:xfrm>
            <a:off x="5899820" y="1466544"/>
            <a:ext cx="1095045" cy="1737004"/>
            <a:chOff x="8044305" y="1520972"/>
            <a:chExt cx="1095045" cy="1737004"/>
          </a:xfrm>
        </p:grpSpPr>
        <p:sp>
          <p:nvSpPr>
            <p:cNvPr id="23" name="Line">
              <a:extLst>
                <a:ext uri="{FF2B5EF4-FFF2-40B4-BE49-F238E27FC236}">
                  <a16:creationId xmlns:a16="http://schemas.microsoft.com/office/drawing/2014/main" id="{AD42FAFE-2145-BBD4-108C-F455F145F2A6}"/>
                </a:ext>
              </a:extLst>
            </p:cNvPr>
            <p:cNvSpPr/>
            <p:nvPr/>
          </p:nvSpPr>
          <p:spPr>
            <a:xfrm>
              <a:off x="8149771" y="1601976"/>
              <a:ext cx="989579" cy="1656000"/>
            </a:xfrm>
            <a:custGeom>
              <a:avLst/>
              <a:gdLst/>
              <a:ahLst/>
              <a:cxnLst/>
              <a:rect l="0" t="0" r="0" b="0"/>
              <a:pathLst>
                <a:path w="3484448" h="756412">
                  <a:moveTo>
                    <a:pt x="3484448" y="756412"/>
                  </a:moveTo>
                  <a:lnTo>
                    <a:pt x="2304935" y="756412"/>
                  </a:lnTo>
                  <a:lnTo>
                    <a:pt x="1548523" y="0"/>
                  </a:lnTo>
                  <a:lnTo>
                    <a:pt x="0" y="0"/>
                  </a:lnTo>
                </a:path>
              </a:pathLst>
            </a:custGeom>
            <a:noFill/>
            <a:ln w="38100" cap="rnd" cmpd="sng">
              <a:solidFill>
                <a:srgbClr val="484848"/>
              </a:solidFill>
              <a:prstDash val="solid"/>
            </a:ln>
          </p:spPr>
          <p:txBody>
            <a:bodyPr wrap="square" anchor="ctr">
              <a:sp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1D733A9E-DC12-46D1-A918-5838F2AFA29A}"/>
                </a:ext>
              </a:extLst>
            </p:cNvPr>
            <p:cNvGrpSpPr/>
            <p:nvPr/>
          </p:nvGrpSpPr>
          <p:grpSpPr>
            <a:xfrm>
              <a:off x="8044305" y="1520972"/>
              <a:ext cx="180000" cy="180000"/>
              <a:chOff x="4772578" y="2652229"/>
              <a:chExt cx="180000" cy="180000"/>
            </a:xfrm>
          </p:grpSpPr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C1FAA002-08E6-088B-2F4C-F0270E372AE2}"/>
                  </a:ext>
                </a:extLst>
              </p:cNvPr>
              <p:cNvSpPr/>
              <p:nvPr/>
            </p:nvSpPr>
            <p:spPr>
              <a:xfrm>
                <a:off x="4772578" y="2652229"/>
                <a:ext cx="180000" cy="180000"/>
              </a:xfrm>
              <a:prstGeom prst="ellipse">
                <a:avLst/>
              </a:prstGeom>
              <a:noFill/>
              <a:ln w="28575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E3B06570-2AF6-2B3E-FB28-A49547FBAAE7}"/>
                  </a:ext>
                </a:extLst>
              </p:cNvPr>
              <p:cNvSpPr/>
              <p:nvPr/>
            </p:nvSpPr>
            <p:spPr>
              <a:xfrm>
                <a:off x="4808578" y="2688229"/>
                <a:ext cx="108000" cy="1080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F972819-2B70-2CD0-868F-F21B6A4F91F4}"/>
              </a:ext>
            </a:extLst>
          </p:cNvPr>
          <p:cNvGrpSpPr/>
          <p:nvPr/>
        </p:nvGrpSpPr>
        <p:grpSpPr>
          <a:xfrm>
            <a:off x="5899820" y="3554528"/>
            <a:ext cx="1095045" cy="1745976"/>
            <a:chOff x="8044305" y="3608956"/>
            <a:chExt cx="1095045" cy="1745976"/>
          </a:xfrm>
        </p:grpSpPr>
        <p:sp>
          <p:nvSpPr>
            <p:cNvPr id="29" name="Line">
              <a:extLst>
                <a:ext uri="{FF2B5EF4-FFF2-40B4-BE49-F238E27FC236}">
                  <a16:creationId xmlns:a16="http://schemas.microsoft.com/office/drawing/2014/main" id="{1699C1C1-6E97-0805-2533-1AEA66EFB6EE}"/>
                </a:ext>
              </a:extLst>
            </p:cNvPr>
            <p:cNvSpPr/>
            <p:nvPr/>
          </p:nvSpPr>
          <p:spPr>
            <a:xfrm flipV="1">
              <a:off x="8149771" y="3608956"/>
              <a:ext cx="989579" cy="1656000"/>
            </a:xfrm>
            <a:custGeom>
              <a:avLst/>
              <a:gdLst/>
              <a:ahLst/>
              <a:cxnLst/>
              <a:rect l="0" t="0" r="0" b="0"/>
              <a:pathLst>
                <a:path w="3484448" h="756412">
                  <a:moveTo>
                    <a:pt x="3484448" y="756412"/>
                  </a:moveTo>
                  <a:lnTo>
                    <a:pt x="2304935" y="756412"/>
                  </a:lnTo>
                  <a:lnTo>
                    <a:pt x="1548523" y="0"/>
                  </a:lnTo>
                  <a:lnTo>
                    <a:pt x="0" y="0"/>
                  </a:lnTo>
                </a:path>
              </a:pathLst>
            </a:custGeom>
            <a:noFill/>
            <a:ln w="38100" cap="rnd" cmpd="sng">
              <a:solidFill>
                <a:srgbClr val="484848"/>
              </a:solidFill>
              <a:prstDash val="solid"/>
            </a:ln>
          </p:spPr>
          <p:txBody>
            <a:bodyPr wrap="square" anchor="ctr">
              <a:sp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8181D2AD-AEB5-98C7-46FE-F2F6FB729B66}"/>
                </a:ext>
              </a:extLst>
            </p:cNvPr>
            <p:cNvGrpSpPr/>
            <p:nvPr/>
          </p:nvGrpSpPr>
          <p:grpSpPr>
            <a:xfrm>
              <a:off x="8044305" y="5174932"/>
              <a:ext cx="180000" cy="180000"/>
              <a:chOff x="4772578" y="2652229"/>
              <a:chExt cx="180000" cy="180000"/>
            </a:xfrm>
          </p:grpSpPr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BED747A4-935F-C71A-FF9F-A26536F72C39}"/>
                  </a:ext>
                </a:extLst>
              </p:cNvPr>
              <p:cNvSpPr/>
              <p:nvPr/>
            </p:nvSpPr>
            <p:spPr>
              <a:xfrm>
                <a:off x="4772578" y="2652229"/>
                <a:ext cx="180000" cy="180000"/>
              </a:xfrm>
              <a:prstGeom prst="ellipse">
                <a:avLst/>
              </a:prstGeom>
              <a:noFill/>
              <a:ln w="28575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E575CCC7-4E47-5520-351A-CF877702AA9C}"/>
                  </a:ext>
                </a:extLst>
              </p:cNvPr>
              <p:cNvSpPr/>
              <p:nvPr/>
            </p:nvSpPr>
            <p:spPr>
              <a:xfrm>
                <a:off x="4808578" y="2688229"/>
                <a:ext cx="108000" cy="1080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79C59487-688C-652B-C52A-A68ED56C9068}"/>
              </a:ext>
            </a:extLst>
          </p:cNvPr>
          <p:cNvGrpSpPr/>
          <p:nvPr/>
        </p:nvGrpSpPr>
        <p:grpSpPr>
          <a:xfrm>
            <a:off x="5899074" y="2507826"/>
            <a:ext cx="987860" cy="810000"/>
            <a:chOff x="8141840" y="2433180"/>
            <a:chExt cx="987860" cy="810000"/>
          </a:xfrm>
        </p:grpSpPr>
        <p:sp>
          <p:nvSpPr>
            <p:cNvPr id="49" name="Line">
              <a:extLst>
                <a:ext uri="{FF2B5EF4-FFF2-40B4-BE49-F238E27FC236}">
                  <a16:creationId xmlns:a16="http://schemas.microsoft.com/office/drawing/2014/main" id="{046933DE-B9E5-E832-528F-AA47EB70D070}"/>
                </a:ext>
              </a:extLst>
            </p:cNvPr>
            <p:cNvSpPr/>
            <p:nvPr/>
          </p:nvSpPr>
          <p:spPr>
            <a:xfrm>
              <a:off x="8337572" y="2523180"/>
              <a:ext cx="792128" cy="720000"/>
            </a:xfrm>
            <a:custGeom>
              <a:avLst/>
              <a:gdLst/>
              <a:ahLst/>
              <a:cxnLst/>
              <a:rect l="0" t="0" r="0" b="0"/>
              <a:pathLst>
                <a:path w="3484448" h="756412">
                  <a:moveTo>
                    <a:pt x="3484448" y="756412"/>
                  </a:moveTo>
                  <a:lnTo>
                    <a:pt x="2304935" y="756412"/>
                  </a:lnTo>
                  <a:lnTo>
                    <a:pt x="1548523" y="0"/>
                  </a:lnTo>
                  <a:lnTo>
                    <a:pt x="0" y="0"/>
                  </a:lnTo>
                </a:path>
              </a:pathLst>
            </a:custGeom>
            <a:noFill/>
            <a:ln w="38100" cap="rnd" cmpd="sng">
              <a:solidFill>
                <a:srgbClr val="484848"/>
              </a:solidFill>
              <a:prstDash val="solid"/>
            </a:ln>
          </p:spPr>
          <p:txBody>
            <a:bodyPr wrap="square" anchor="ctr">
              <a:sp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37CF5E5D-2BB4-B254-820A-390C5B55A98E}"/>
                </a:ext>
              </a:extLst>
            </p:cNvPr>
            <p:cNvGrpSpPr/>
            <p:nvPr/>
          </p:nvGrpSpPr>
          <p:grpSpPr>
            <a:xfrm>
              <a:off x="8141840" y="2433180"/>
              <a:ext cx="180000" cy="180000"/>
              <a:chOff x="4870113" y="3564437"/>
              <a:chExt cx="180000" cy="180000"/>
            </a:xfrm>
          </p:grpSpPr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642DF545-98E3-7AA8-923D-223E3442CF05}"/>
                  </a:ext>
                </a:extLst>
              </p:cNvPr>
              <p:cNvSpPr/>
              <p:nvPr/>
            </p:nvSpPr>
            <p:spPr>
              <a:xfrm>
                <a:off x="4870113" y="3564437"/>
                <a:ext cx="180000" cy="180000"/>
              </a:xfrm>
              <a:prstGeom prst="ellipse">
                <a:avLst/>
              </a:prstGeom>
              <a:noFill/>
              <a:ln w="28575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BEC69293-5DA4-07DF-5079-21F6225CA434}"/>
                  </a:ext>
                </a:extLst>
              </p:cNvPr>
              <p:cNvSpPr/>
              <p:nvPr/>
            </p:nvSpPr>
            <p:spPr>
              <a:xfrm>
                <a:off x="4906113" y="3600437"/>
                <a:ext cx="108000" cy="1080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BA09808B-248D-187A-6B35-5A26B667B9A0}"/>
              </a:ext>
            </a:extLst>
          </p:cNvPr>
          <p:cNvGrpSpPr/>
          <p:nvPr/>
        </p:nvGrpSpPr>
        <p:grpSpPr>
          <a:xfrm flipV="1">
            <a:off x="5899074" y="3440250"/>
            <a:ext cx="987860" cy="810000"/>
            <a:chOff x="8141840" y="2433180"/>
            <a:chExt cx="987860" cy="810000"/>
          </a:xfrm>
        </p:grpSpPr>
        <p:sp>
          <p:nvSpPr>
            <p:cNvPr id="64" name="Line">
              <a:extLst>
                <a:ext uri="{FF2B5EF4-FFF2-40B4-BE49-F238E27FC236}">
                  <a16:creationId xmlns:a16="http://schemas.microsoft.com/office/drawing/2014/main" id="{E6265D94-28B6-6A3E-5912-3403CD3DBE03}"/>
                </a:ext>
              </a:extLst>
            </p:cNvPr>
            <p:cNvSpPr/>
            <p:nvPr/>
          </p:nvSpPr>
          <p:spPr>
            <a:xfrm>
              <a:off x="8337572" y="2523180"/>
              <a:ext cx="792128" cy="720000"/>
            </a:xfrm>
            <a:custGeom>
              <a:avLst/>
              <a:gdLst/>
              <a:ahLst/>
              <a:cxnLst/>
              <a:rect l="0" t="0" r="0" b="0"/>
              <a:pathLst>
                <a:path w="3484448" h="756412">
                  <a:moveTo>
                    <a:pt x="3484448" y="756412"/>
                  </a:moveTo>
                  <a:lnTo>
                    <a:pt x="2304935" y="756412"/>
                  </a:lnTo>
                  <a:lnTo>
                    <a:pt x="1548523" y="0"/>
                  </a:lnTo>
                  <a:lnTo>
                    <a:pt x="0" y="0"/>
                  </a:lnTo>
                </a:path>
              </a:pathLst>
            </a:custGeom>
            <a:noFill/>
            <a:ln w="38100" cap="rnd" cmpd="sng">
              <a:solidFill>
                <a:srgbClr val="484848"/>
              </a:solidFill>
              <a:prstDash val="solid"/>
            </a:ln>
          </p:spPr>
          <p:txBody>
            <a:bodyPr wrap="square" anchor="ctr">
              <a:sp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6B43AF96-4DAD-0300-7F54-C23C62BE7B51}"/>
                </a:ext>
              </a:extLst>
            </p:cNvPr>
            <p:cNvGrpSpPr/>
            <p:nvPr/>
          </p:nvGrpSpPr>
          <p:grpSpPr>
            <a:xfrm>
              <a:off x="8141840" y="2433180"/>
              <a:ext cx="180000" cy="180000"/>
              <a:chOff x="4870113" y="3564437"/>
              <a:chExt cx="180000" cy="180000"/>
            </a:xfrm>
          </p:grpSpPr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91A1DC8B-4891-A232-D018-CB8CD82CFACA}"/>
                  </a:ext>
                </a:extLst>
              </p:cNvPr>
              <p:cNvSpPr/>
              <p:nvPr/>
            </p:nvSpPr>
            <p:spPr>
              <a:xfrm>
                <a:off x="4870113" y="3564437"/>
                <a:ext cx="180000" cy="180000"/>
              </a:xfrm>
              <a:prstGeom prst="ellipse">
                <a:avLst/>
              </a:prstGeom>
              <a:noFill/>
              <a:ln w="28575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5157A507-94D1-4BBF-ADD0-39012939B301}"/>
                  </a:ext>
                </a:extLst>
              </p:cNvPr>
              <p:cNvSpPr/>
              <p:nvPr/>
            </p:nvSpPr>
            <p:spPr>
              <a:xfrm>
                <a:off x="4906113" y="3600437"/>
                <a:ext cx="108000" cy="1080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C4011626-EDFE-2CB3-7202-74CCCFE777CA}"/>
              </a:ext>
            </a:extLst>
          </p:cNvPr>
          <p:cNvSpPr txBox="1"/>
          <p:nvPr/>
        </p:nvSpPr>
        <p:spPr>
          <a:xfrm>
            <a:off x="4343884" y="1289015"/>
            <a:ext cx="1203586" cy="517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 rtl="1">
              <a:lnSpc>
                <a:spcPct val="115000"/>
              </a:lnSpc>
              <a:spcAft>
                <a:spcPts val="800"/>
              </a:spcAft>
            </a:pPr>
            <a:r>
              <a:rPr sz="2400">
                <a:latin typeface="IRANYekanXFaNum"/>
              </a:rPr>
              <a:t>مفهوم مجموعه</a:t>
            </a:r>
            <a:endParaRPr lang="en-US" sz="2400" dirty="0"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E656C79-3DAE-7CEB-0170-63873A2F127B}"/>
              </a:ext>
            </a:extLst>
          </p:cNvPr>
          <p:cNvSpPr txBox="1"/>
          <p:nvPr/>
        </p:nvSpPr>
        <p:spPr>
          <a:xfrm>
            <a:off x="1378857" y="1289015"/>
            <a:ext cx="2389931" cy="517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 rtl="1">
              <a:lnSpc>
                <a:spcPct val="115000"/>
              </a:lnSpc>
              <a:spcAft>
                <a:spcPts val="800"/>
              </a:spcAft>
            </a:pPr>
            <a:r>
              <a:rPr sz="2400">
                <a:latin typeface="IRANYekanXFaNum"/>
              </a:rPr>
              <a:t>زیرمجموعه‌ها</a:t>
            </a:r>
            <a:endParaRPr lang="en-US" sz="2400" dirty="0"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346EF87-EC8E-7DED-E961-120B83C6B4E6}"/>
              </a:ext>
            </a:extLst>
          </p:cNvPr>
          <p:cNvSpPr txBox="1"/>
          <p:nvPr/>
        </p:nvSpPr>
        <p:spPr>
          <a:xfrm>
            <a:off x="4343138" y="2339293"/>
            <a:ext cx="1203586" cy="517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 rtl="1">
              <a:lnSpc>
                <a:spcPct val="115000"/>
              </a:lnSpc>
              <a:spcAft>
                <a:spcPts val="800"/>
              </a:spcAft>
            </a:pPr>
            <a:r>
              <a:rPr sz="2400">
                <a:latin typeface="IRANYekanXFaNum"/>
              </a:rPr>
              <a:t>متناهی و نامتناهی</a:t>
            </a:r>
            <a:endParaRPr lang="en-US" sz="2400" dirty="0"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94113B1-8F90-37E4-9A76-BF41638E530F}"/>
              </a:ext>
            </a:extLst>
          </p:cNvPr>
          <p:cNvSpPr txBox="1"/>
          <p:nvPr/>
        </p:nvSpPr>
        <p:spPr>
          <a:xfrm>
            <a:off x="4466547" y="3847717"/>
            <a:ext cx="1203586" cy="517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 rtl="1">
              <a:lnSpc>
                <a:spcPct val="115000"/>
              </a:lnSpc>
              <a:spcAft>
                <a:spcPts val="800"/>
              </a:spcAft>
            </a:pPr>
            <a:r>
              <a:rPr sz="2400">
                <a:latin typeface="IRANYekanXFaNum"/>
              </a:rPr>
              <a:t>اجتماع و اشتراک</a:t>
            </a:r>
            <a:endParaRPr lang="en-US" sz="2400" dirty="0"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CA78574-94C3-9FB6-3A75-DC48596896DF}"/>
              </a:ext>
            </a:extLst>
          </p:cNvPr>
          <p:cNvSpPr txBox="1"/>
          <p:nvPr/>
        </p:nvSpPr>
        <p:spPr>
          <a:xfrm>
            <a:off x="1030514" y="4897995"/>
            <a:ext cx="4639619" cy="517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 rtl="1">
              <a:lnSpc>
                <a:spcPct val="115000"/>
              </a:lnSpc>
              <a:spcAft>
                <a:spcPts val="800"/>
              </a:spcAft>
            </a:pPr>
            <a:r>
              <a:rPr sz="2400">
                <a:latin typeface="IRANYekanXFaNum"/>
              </a:rPr>
              <a:t>مجموعه‌های عددی (N, Z, Q)</a:t>
            </a:r>
            <a:endParaRPr lang="en-US" sz="2400" dirty="0">
              <a:latin typeface="IRANYekanXFaNum" pitchFamily="2" charset="-78"/>
              <a:cs typeface="IRANYekanXFaNum" pitchFamily="2" charset="-78"/>
            </a:endParaRP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52121B91-84F1-9859-6AA3-DEE513265038}"/>
              </a:ext>
            </a:extLst>
          </p:cNvPr>
          <p:cNvCxnSpPr/>
          <p:nvPr/>
        </p:nvCxnSpPr>
        <p:spPr>
          <a:xfrm flipH="1">
            <a:off x="3768788" y="1572028"/>
            <a:ext cx="766926" cy="0"/>
          </a:xfrm>
          <a:prstGeom prst="straightConnector1">
            <a:avLst/>
          </a:prstGeom>
          <a:ln w="57150" cap="rnd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9916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/>
      <p:bldP spid="71" grpId="0"/>
      <p:bldP spid="72" grpId="0"/>
      <p:bldP spid="73" grpId="0"/>
      <p:bldP spid="74" grpId="0"/>
    </p:bldLst>
  </p:timing>
</p:sld>
</file>

<file path=ppt/theme/theme1.xml><?xml version="1.0" encoding="utf-8"?>
<a:theme xmlns:a="http://schemas.openxmlformats.org/drawingml/2006/main" name="Office Theme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417</TotalTime>
  <Words>701</Words>
  <Application>Microsoft Office PowerPoint</Application>
  <PresentationFormat>Widescreen</PresentationFormat>
  <Paragraphs>134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6" baseType="lpstr">
      <vt:lpstr>Aptos</vt:lpstr>
      <vt:lpstr>Aptos Display</vt:lpstr>
      <vt:lpstr>Arial</vt:lpstr>
      <vt:lpstr>Cambria Math</vt:lpstr>
      <vt:lpstr>IRANYekanX ExtraBlack</vt:lpstr>
      <vt:lpstr>IRANYekanXFaNum</vt:lpstr>
      <vt:lpstr>IRANYekanXFaNum Heavy</vt:lpstr>
      <vt:lpstr>IRANYekanXVFaNum DemiBold</vt:lpstr>
      <vt:lpstr>Lato</vt:lpstr>
      <vt:lpstr>Roboto Condensed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PC</dc:creator>
  <cp:lastModifiedBy>ali yosefzade</cp:lastModifiedBy>
  <cp:revision>19</cp:revision>
  <dcterms:created xsi:type="dcterms:W3CDTF">2025-10-07T12:35:10Z</dcterms:created>
  <dcterms:modified xsi:type="dcterms:W3CDTF">2026-07-30T11:27:06Z</dcterms:modified>
</cp:coreProperties>
</file>