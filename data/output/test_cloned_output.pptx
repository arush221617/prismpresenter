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>
            <a:extLst>
              <a:ext uri="{FF2B5EF4-FFF2-40B4-BE49-F238E27FC236}">
                <a16:creationId xmlns:a16="http://schemas.microsoft.com/office/drawing/2014/main" id="{1BBAB47A-AA6F-E28E-DC3D-0A5E95DA90EE}"/>
              </a:ext>
            </a:extLst>
          </p:cNvPr>
          <p:cNvSpPr txBox="1"/>
          <p:nvPr/>
        </p:nvSpPr>
        <p:spPr>
          <a:xfrm>
            <a:off x="6116494" y="4646486"/>
            <a:ext cx="3698448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 rtl="1"/>
            <a:r>
              <a:rPr lang="fa-IR" sz="6000" dirty="0">
                <a:solidFill>
                  <a:srgbClr val="99FFCC"/>
                </a:solidFill>
                <a:latin typeface="IRANYekanXFaNum Heavy" pitchFamily="2" charset="-78"/>
                <a:cs typeface="IRANYekanXFaNum Heavy" pitchFamily="2" charset="-78"/>
              </a:rPr>
              <a:t>فصل اول:</a:t>
            </a:r>
            <a:endParaRPr lang="en-US" sz="6000" dirty="0">
              <a:solidFill>
                <a:srgbClr val="99FFCC"/>
              </a:solidFill>
              <a:latin typeface="IRANYekanXFaNum Heavy" pitchFamily="2" charset="-78"/>
              <a:cs typeface="IRANYekanXFaNum Heavy" pitchFamily="2" charset="-78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62658E1-8E72-5B46-9DED-B8789D8FA565}"/>
              </a:ext>
            </a:extLst>
          </p:cNvPr>
          <p:cNvSpPr/>
          <p:nvPr/>
        </p:nvSpPr>
        <p:spPr>
          <a:xfrm>
            <a:off x="2797716" y="1757748"/>
            <a:ext cx="6038833" cy="280076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fa-IR" sz="8800" dirty="0">
                <a:solidFill>
                  <a:schemeClr val="bg1"/>
                </a:solidFill>
                <a:latin typeface="IRANYekanXFaNum Heavy" pitchFamily="2" charset="-78"/>
                <a:cs typeface="IRANYekanXFaNum Heavy" pitchFamily="2" charset="-78"/>
              </a:rPr>
              <a:t>راهـبردهای</a:t>
            </a:r>
          </a:p>
          <a:p>
            <a:pPr algn="ctr"/>
            <a:r>
              <a:rPr lang="fa-IR" sz="8800" dirty="0">
                <a:solidFill>
                  <a:schemeClr val="bg1"/>
                </a:solidFill>
                <a:latin typeface="IRANYekanXFaNum Heavy" pitchFamily="2" charset="-78"/>
                <a:cs typeface="IRANYekanXFaNum Heavy" pitchFamily="2" charset="-78"/>
              </a:rPr>
              <a:t>حـل مسـئله</a:t>
            </a:r>
            <a:endParaRPr lang="en-US" sz="8800" dirty="0">
              <a:solidFill>
                <a:schemeClr val="bg1"/>
              </a:solidFill>
              <a:latin typeface="IRANYekanXFaNum Heavy" pitchFamily="2" charset="-78"/>
              <a:cs typeface="IRANYekanXFaNum Heavy" pitchFamily="2" charset="-78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