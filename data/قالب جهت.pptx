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79" r:id="rId3"/>
    <p:sldId id="280" r:id="rId4"/>
    <p:sldId id="299" r:id="rId5"/>
    <p:sldId id="3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238"/>
    <a:srgbClr val="6699FF"/>
    <a:srgbClr val="00FFFF"/>
    <a:srgbClr val="CC00FF"/>
    <a:srgbClr val="EE1EF3"/>
    <a:srgbClr val="C8C800"/>
    <a:srgbClr val="FFF9E1"/>
    <a:srgbClr val="06205A"/>
    <a:srgbClr val="FEF8F1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5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10" y="3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5287741" y="4646486"/>
            <a:ext cx="45272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چهارم: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393552" y="2441036"/>
            <a:ext cx="711444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66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هندسه و استدلال</a:t>
            </a:r>
          </a:p>
        </p:txBody>
      </p:sp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AFA2F-4B60-13F3-2D01-8821FB88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Connector A">
            <a:extLst>
              <a:ext uri="{FF2B5EF4-FFF2-40B4-BE49-F238E27FC236}">
                <a16:creationId xmlns:a16="http://schemas.microsoft.com/office/drawing/2014/main" id="{EBCCAEF0-2A47-1D2A-DA07-79F5691E2A42}"/>
              </a:ext>
            </a:extLst>
          </p:cNvPr>
          <p:cNvGrpSpPr/>
          <p:nvPr/>
        </p:nvGrpSpPr>
        <p:grpSpPr>
          <a:xfrm flipH="1">
            <a:off x="5973065" y="1363437"/>
            <a:ext cx="1368000" cy="995483"/>
            <a:chOff x="3383877" y="1264128"/>
            <a:chExt cx="1393253" cy="995483"/>
          </a:xfrm>
        </p:grpSpPr>
        <p:sp>
          <p:nvSpPr>
            <p:cNvPr id="259" name="Freeform 60">
              <a:extLst>
                <a:ext uri="{FF2B5EF4-FFF2-40B4-BE49-F238E27FC236}">
                  <a16:creationId xmlns:a16="http://schemas.microsoft.com/office/drawing/2014/main" id="{99DE04E3-ABEC-0647-275F-AA584A000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43" y="1264128"/>
              <a:ext cx="1259087" cy="928402"/>
            </a:xfrm>
            <a:custGeom>
              <a:avLst/>
              <a:gdLst>
                <a:gd name="T0" fmla="*/ 0 w 2773"/>
                <a:gd name="T1" fmla="*/ 1196 h 1196"/>
                <a:gd name="T2" fmla="*/ 646 w 2773"/>
                <a:gd name="T3" fmla="*/ 1196 h 1196"/>
                <a:gd name="T4" fmla="*/ 1842 w 2773"/>
                <a:gd name="T5" fmla="*/ 0 h 1196"/>
                <a:gd name="T6" fmla="*/ 2773 w 2773"/>
                <a:gd name="T7" fmla="*/ 0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3" h="1196">
                  <a:moveTo>
                    <a:pt x="0" y="1196"/>
                  </a:moveTo>
                  <a:lnTo>
                    <a:pt x="646" y="1196"/>
                  </a:lnTo>
                  <a:lnTo>
                    <a:pt x="1842" y="0"/>
                  </a:lnTo>
                  <a:lnTo>
                    <a:pt x="2773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60" name="Oval 61">
              <a:extLst>
                <a:ext uri="{FF2B5EF4-FFF2-40B4-BE49-F238E27FC236}">
                  <a16:creationId xmlns:a16="http://schemas.microsoft.com/office/drawing/2014/main" id="{3CDFD01A-9203-B031-D7E2-5671447F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877" y="2124240"/>
              <a:ext cx="134162" cy="135371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61" name="Oval 62">
              <a:extLst>
                <a:ext uri="{FF2B5EF4-FFF2-40B4-BE49-F238E27FC236}">
                  <a16:creationId xmlns:a16="http://schemas.microsoft.com/office/drawing/2014/main" id="{E099F083-D2A7-D4CF-5F8D-45F1E7B1F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727" y="2163485"/>
              <a:ext cx="59829" cy="616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40B341D-28BF-463A-3037-3C05566A0882}"/>
              </a:ext>
            </a:extLst>
          </p:cNvPr>
          <p:cNvGrpSpPr/>
          <p:nvPr/>
        </p:nvGrpSpPr>
        <p:grpSpPr>
          <a:xfrm flipH="1">
            <a:off x="6917302" y="1797301"/>
            <a:ext cx="3288064" cy="3291752"/>
            <a:chOff x="3708875" y="2192339"/>
            <a:chExt cx="2468966" cy="2471737"/>
          </a:xfrm>
        </p:grpSpPr>
        <p:sp>
          <p:nvSpPr>
            <p:cNvPr id="271" name="Part D">
              <a:extLst>
                <a:ext uri="{FF2B5EF4-FFF2-40B4-BE49-F238E27FC236}">
                  <a16:creationId xmlns:a16="http://schemas.microsoft.com/office/drawing/2014/main" id="{3E7386E0-5E02-32D1-F99A-59C49C504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72" name="Part C">
              <a:extLst>
                <a:ext uri="{FF2B5EF4-FFF2-40B4-BE49-F238E27FC236}">
                  <a16:creationId xmlns:a16="http://schemas.microsoft.com/office/drawing/2014/main" id="{D5969D0F-E7D3-9E28-F29A-BD8388045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73" name="Part F">
              <a:extLst>
                <a:ext uri="{FF2B5EF4-FFF2-40B4-BE49-F238E27FC236}">
                  <a16:creationId xmlns:a16="http://schemas.microsoft.com/office/drawing/2014/main" id="{E3A68D04-B9E9-BDFC-A27E-63403BB7F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74" name="Part A">
              <a:extLst>
                <a:ext uri="{FF2B5EF4-FFF2-40B4-BE49-F238E27FC236}">
                  <a16:creationId xmlns:a16="http://schemas.microsoft.com/office/drawing/2014/main" id="{CCE5E9E7-0C99-5E9D-CF82-9D15B32B7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75" name="Part E">
              <a:extLst>
                <a:ext uri="{FF2B5EF4-FFF2-40B4-BE49-F238E27FC236}">
                  <a16:creationId xmlns:a16="http://schemas.microsoft.com/office/drawing/2014/main" id="{C4BC6705-E63A-8E40-7F36-A79A16AE5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76" name="Part B">
              <a:extLst>
                <a:ext uri="{FF2B5EF4-FFF2-40B4-BE49-F238E27FC236}">
                  <a16:creationId xmlns:a16="http://schemas.microsoft.com/office/drawing/2014/main" id="{F4E139F1-1DAA-8C46-DA93-F70BBBA16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277" name="Big shape">
              <a:extLst>
                <a:ext uri="{FF2B5EF4-FFF2-40B4-BE49-F238E27FC236}">
                  <a16:creationId xmlns:a16="http://schemas.microsoft.com/office/drawing/2014/main" id="{B24F0E9C-581B-369D-8A5A-6D0385D73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278" name="Main circle">
            <a:extLst>
              <a:ext uri="{FF2B5EF4-FFF2-40B4-BE49-F238E27FC236}">
                <a16:creationId xmlns:a16="http://schemas.microsoft.com/office/drawing/2014/main" id="{A106CC41-1ED1-FFBD-599D-BAC84EB5DF0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30929" y="1909464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FAE4D82D-C771-F5DE-817E-175D16E647F9}"/>
              </a:ext>
            </a:extLst>
          </p:cNvPr>
          <p:cNvSpPr txBox="1"/>
          <p:nvPr/>
        </p:nvSpPr>
        <p:spPr>
          <a:xfrm>
            <a:off x="7169741" y="2486515"/>
            <a:ext cx="27270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FaNum ExtraBlack" pitchFamily="2" charset="-78"/>
                <a:cs typeface="IRANYekanXFaNum ExtraBlack" pitchFamily="2" charset="-78"/>
              </a:rPr>
              <a:t>فصل سوم: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FaNum ExtraBlack" pitchFamily="2" charset="-78"/>
              <a:cs typeface="IRANYekanXFaNum ExtraBlack" pitchFamily="2" charset="-78"/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B4F89507-4DB8-B211-7CD0-2DDD85961C09}"/>
              </a:ext>
            </a:extLst>
          </p:cNvPr>
          <p:cNvSpPr/>
          <p:nvPr/>
        </p:nvSpPr>
        <p:spPr>
          <a:xfrm>
            <a:off x="7298896" y="3111029"/>
            <a:ext cx="251663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FaNum ExtraBlack" pitchFamily="2" charset="-78"/>
                <a:cs typeface="IRANYekanXFaNum ExtraBlack" pitchFamily="2" charset="-78"/>
              </a:rPr>
              <a:t>جبر  و معادله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FaNum ExtraBlack" pitchFamily="2" charset="-78"/>
              <a:cs typeface="IRANYekanXFaNum ExtraBlack" pitchFamily="2" charset="-78"/>
            </a:endParaRP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E8F1E4E-3D41-8FC1-E7C1-F13F42FA2EAF}"/>
              </a:ext>
            </a:extLst>
          </p:cNvPr>
          <p:cNvGrpSpPr/>
          <p:nvPr/>
        </p:nvGrpSpPr>
        <p:grpSpPr>
          <a:xfrm>
            <a:off x="2541863" y="519858"/>
            <a:ext cx="3472651" cy="1446550"/>
            <a:chOff x="4859997" y="878197"/>
            <a:chExt cx="4413371" cy="1216215"/>
          </a:xfrm>
        </p:grpSpPr>
        <p:sp>
          <p:nvSpPr>
            <p:cNvPr id="282" name="Freeform 83">
              <a:extLst>
                <a:ext uri="{FF2B5EF4-FFF2-40B4-BE49-F238E27FC236}">
                  <a16:creationId xmlns:a16="http://schemas.microsoft.com/office/drawing/2014/main" id="{677A455E-2D1A-EAEA-22B3-F69C52732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997" y="1148135"/>
              <a:ext cx="4263543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rtl="1"/>
              <a:r>
                <a:rPr lang="fa-IR" sz="2800" dirty="0">
                  <a:solidFill>
                    <a:schemeClr val="bg1"/>
                  </a:solidFill>
                  <a:latin typeface="IRANSansXFaNum DemiBold" pitchFamily="2" charset="-78"/>
                  <a:cs typeface="IRANSansXFaNum DemiBold" pitchFamily="2" charset="-78"/>
                </a:rPr>
                <a:t>روابط بین پاره خط ها</a:t>
              </a:r>
              <a:endParaRPr lang="ru-RU" sz="2800" dirty="0">
                <a:solidFill>
                  <a:schemeClr val="bg1"/>
                </a:solidFill>
                <a:cs typeface="IRANSansXFaNum DemiBold" pitchFamily="2" charset="-78"/>
              </a:endParaRPr>
            </a:p>
          </p:txBody>
        </p:sp>
        <p:sp>
          <p:nvSpPr>
            <p:cNvPr id="283" name="A">
              <a:extLst>
                <a:ext uri="{FF2B5EF4-FFF2-40B4-BE49-F238E27FC236}">
                  <a16:creationId xmlns:a16="http://schemas.microsoft.com/office/drawing/2014/main" id="{5109B142-3666-F840-F3E7-34D20F895675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5" name="Connector A">
            <a:extLst>
              <a:ext uri="{FF2B5EF4-FFF2-40B4-BE49-F238E27FC236}">
                <a16:creationId xmlns:a16="http://schemas.microsoft.com/office/drawing/2014/main" id="{B4FCE653-F171-4D5D-634E-9C2CE1A8EB2D}"/>
              </a:ext>
            </a:extLst>
          </p:cNvPr>
          <p:cNvGrpSpPr/>
          <p:nvPr/>
        </p:nvGrpSpPr>
        <p:grpSpPr>
          <a:xfrm flipH="1">
            <a:off x="5510132" y="2607899"/>
            <a:ext cx="1368000" cy="606927"/>
            <a:chOff x="3383877" y="1652684"/>
            <a:chExt cx="1393253" cy="606927"/>
          </a:xfrm>
        </p:grpSpPr>
        <p:sp>
          <p:nvSpPr>
            <p:cNvPr id="6" name="Freeform 60">
              <a:extLst>
                <a:ext uri="{FF2B5EF4-FFF2-40B4-BE49-F238E27FC236}">
                  <a16:creationId xmlns:a16="http://schemas.microsoft.com/office/drawing/2014/main" id="{E91D812C-6B4E-C314-B7D2-1B4F7F9DE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43" y="1652684"/>
              <a:ext cx="1259087" cy="539845"/>
            </a:xfrm>
            <a:custGeom>
              <a:avLst/>
              <a:gdLst>
                <a:gd name="T0" fmla="*/ 0 w 2773"/>
                <a:gd name="T1" fmla="*/ 1196 h 1196"/>
                <a:gd name="T2" fmla="*/ 646 w 2773"/>
                <a:gd name="T3" fmla="*/ 1196 h 1196"/>
                <a:gd name="T4" fmla="*/ 1842 w 2773"/>
                <a:gd name="T5" fmla="*/ 0 h 1196"/>
                <a:gd name="T6" fmla="*/ 2773 w 2773"/>
                <a:gd name="T7" fmla="*/ 0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3" h="1196">
                  <a:moveTo>
                    <a:pt x="0" y="1196"/>
                  </a:moveTo>
                  <a:lnTo>
                    <a:pt x="646" y="1196"/>
                  </a:lnTo>
                  <a:lnTo>
                    <a:pt x="1842" y="0"/>
                  </a:lnTo>
                  <a:lnTo>
                    <a:pt x="2773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7" name="Oval 61">
              <a:extLst>
                <a:ext uri="{FF2B5EF4-FFF2-40B4-BE49-F238E27FC236}">
                  <a16:creationId xmlns:a16="http://schemas.microsoft.com/office/drawing/2014/main" id="{BCE5D33C-71DC-7BC1-A3DF-1A765E303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877" y="2124240"/>
              <a:ext cx="134162" cy="135371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8" name="Oval 62">
              <a:extLst>
                <a:ext uri="{FF2B5EF4-FFF2-40B4-BE49-F238E27FC236}">
                  <a16:creationId xmlns:a16="http://schemas.microsoft.com/office/drawing/2014/main" id="{40674BD6-06F9-3CD0-054E-1B36F72BB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727" y="2163485"/>
              <a:ext cx="59829" cy="616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9" name="Connector A">
            <a:extLst>
              <a:ext uri="{FF2B5EF4-FFF2-40B4-BE49-F238E27FC236}">
                <a16:creationId xmlns:a16="http://schemas.microsoft.com/office/drawing/2014/main" id="{D9E539B3-C2FC-A41A-0C22-1DC840865A45}"/>
              </a:ext>
            </a:extLst>
          </p:cNvPr>
          <p:cNvGrpSpPr/>
          <p:nvPr/>
        </p:nvGrpSpPr>
        <p:grpSpPr>
          <a:xfrm flipH="1" flipV="1">
            <a:off x="5849216" y="4560499"/>
            <a:ext cx="1368000" cy="995483"/>
            <a:chOff x="3383877" y="1264128"/>
            <a:chExt cx="1393253" cy="995483"/>
          </a:xfrm>
        </p:grpSpPr>
        <p:sp>
          <p:nvSpPr>
            <p:cNvPr id="10" name="Freeform 60">
              <a:extLst>
                <a:ext uri="{FF2B5EF4-FFF2-40B4-BE49-F238E27FC236}">
                  <a16:creationId xmlns:a16="http://schemas.microsoft.com/office/drawing/2014/main" id="{2CF28892-DB46-B75A-D192-C487A0E8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43" y="1264128"/>
              <a:ext cx="1259087" cy="928402"/>
            </a:xfrm>
            <a:custGeom>
              <a:avLst/>
              <a:gdLst>
                <a:gd name="T0" fmla="*/ 0 w 2773"/>
                <a:gd name="T1" fmla="*/ 1196 h 1196"/>
                <a:gd name="T2" fmla="*/ 646 w 2773"/>
                <a:gd name="T3" fmla="*/ 1196 h 1196"/>
                <a:gd name="T4" fmla="*/ 1842 w 2773"/>
                <a:gd name="T5" fmla="*/ 0 h 1196"/>
                <a:gd name="T6" fmla="*/ 2773 w 2773"/>
                <a:gd name="T7" fmla="*/ 0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3" h="1196">
                  <a:moveTo>
                    <a:pt x="0" y="1196"/>
                  </a:moveTo>
                  <a:lnTo>
                    <a:pt x="646" y="1196"/>
                  </a:lnTo>
                  <a:lnTo>
                    <a:pt x="1842" y="0"/>
                  </a:lnTo>
                  <a:lnTo>
                    <a:pt x="2773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1" name="Oval 61">
              <a:extLst>
                <a:ext uri="{FF2B5EF4-FFF2-40B4-BE49-F238E27FC236}">
                  <a16:creationId xmlns:a16="http://schemas.microsoft.com/office/drawing/2014/main" id="{2CEFC1BB-61EA-05F3-5787-6165D33AD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877" y="2124240"/>
              <a:ext cx="134162" cy="135371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2" name="Oval 62">
              <a:extLst>
                <a:ext uri="{FF2B5EF4-FFF2-40B4-BE49-F238E27FC236}">
                  <a16:creationId xmlns:a16="http://schemas.microsoft.com/office/drawing/2014/main" id="{1DDD1DDB-6F0F-1AB0-EA68-D3DA9F642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727" y="2163485"/>
              <a:ext cx="59829" cy="616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13" name="Connector A">
            <a:extLst>
              <a:ext uri="{FF2B5EF4-FFF2-40B4-BE49-F238E27FC236}">
                <a16:creationId xmlns:a16="http://schemas.microsoft.com/office/drawing/2014/main" id="{69DDFC72-2DEA-7F5F-7E87-8D6D1415B637}"/>
              </a:ext>
            </a:extLst>
          </p:cNvPr>
          <p:cNvGrpSpPr/>
          <p:nvPr/>
        </p:nvGrpSpPr>
        <p:grpSpPr>
          <a:xfrm flipH="1" flipV="1">
            <a:off x="5478152" y="3734720"/>
            <a:ext cx="1368000" cy="606927"/>
            <a:chOff x="3383877" y="1652684"/>
            <a:chExt cx="1393253" cy="606927"/>
          </a:xfrm>
        </p:grpSpPr>
        <p:sp>
          <p:nvSpPr>
            <p:cNvPr id="14" name="Freeform 60">
              <a:extLst>
                <a:ext uri="{FF2B5EF4-FFF2-40B4-BE49-F238E27FC236}">
                  <a16:creationId xmlns:a16="http://schemas.microsoft.com/office/drawing/2014/main" id="{6C7AE76E-474A-A596-745B-1B9ED379B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43" y="1652684"/>
              <a:ext cx="1259087" cy="539845"/>
            </a:xfrm>
            <a:custGeom>
              <a:avLst/>
              <a:gdLst>
                <a:gd name="T0" fmla="*/ 0 w 2773"/>
                <a:gd name="T1" fmla="*/ 1196 h 1196"/>
                <a:gd name="T2" fmla="*/ 646 w 2773"/>
                <a:gd name="T3" fmla="*/ 1196 h 1196"/>
                <a:gd name="T4" fmla="*/ 1842 w 2773"/>
                <a:gd name="T5" fmla="*/ 0 h 1196"/>
                <a:gd name="T6" fmla="*/ 2773 w 2773"/>
                <a:gd name="T7" fmla="*/ 0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73" h="1196">
                  <a:moveTo>
                    <a:pt x="0" y="1196"/>
                  </a:moveTo>
                  <a:lnTo>
                    <a:pt x="646" y="1196"/>
                  </a:lnTo>
                  <a:lnTo>
                    <a:pt x="1842" y="0"/>
                  </a:lnTo>
                  <a:lnTo>
                    <a:pt x="2773" y="0"/>
                  </a:lnTo>
                </a:path>
              </a:pathLst>
            </a:custGeom>
            <a:noFill/>
            <a:ln w="25400" cap="flat">
              <a:solidFill>
                <a:srgbClr val="CCCA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5" name="Oval 61">
              <a:extLst>
                <a:ext uri="{FF2B5EF4-FFF2-40B4-BE49-F238E27FC236}">
                  <a16:creationId xmlns:a16="http://schemas.microsoft.com/office/drawing/2014/main" id="{FFEE674E-2E94-E3A3-00D8-C6A8FB712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3877" y="2124240"/>
              <a:ext cx="134162" cy="135371"/>
            </a:xfrm>
            <a:prstGeom prst="ellipse">
              <a:avLst/>
            </a:prstGeom>
            <a:noFill/>
            <a:ln w="25400" cap="flat">
              <a:solidFill>
                <a:srgbClr val="5E6C8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6" name="Oval 62">
              <a:extLst>
                <a:ext uri="{FF2B5EF4-FFF2-40B4-BE49-F238E27FC236}">
                  <a16:creationId xmlns:a16="http://schemas.microsoft.com/office/drawing/2014/main" id="{B9DEC989-B1D8-4627-8D1B-E744C09FA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3727" y="2163485"/>
              <a:ext cx="59829" cy="616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16FFCCD7-42A1-01A0-7FF5-AE5807C2A0A0}"/>
              </a:ext>
            </a:extLst>
          </p:cNvPr>
          <p:cNvGrpSpPr/>
          <p:nvPr/>
        </p:nvGrpSpPr>
        <p:grpSpPr>
          <a:xfrm>
            <a:off x="2466362" y="1820830"/>
            <a:ext cx="3329303" cy="1446550"/>
            <a:chOff x="8054836" y="865996"/>
            <a:chExt cx="1163418" cy="1216216"/>
          </a:xfrm>
        </p:grpSpPr>
        <p:sp>
          <p:nvSpPr>
            <p:cNvPr id="285" name="Freeform 83">
              <a:extLst>
                <a:ext uri="{FF2B5EF4-FFF2-40B4-BE49-F238E27FC236}">
                  <a16:creationId xmlns:a16="http://schemas.microsoft.com/office/drawing/2014/main" id="{330E0EB3-9611-3F2D-9A17-BE273366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4836" y="1148135"/>
              <a:ext cx="1068706" cy="623844"/>
            </a:xfrm>
            <a:prstGeom prst="roundRect">
              <a:avLst/>
            </a:prstGeom>
            <a:solidFill>
              <a:srgbClr val="E8782D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rtl="1"/>
              <a:r>
                <a:rPr lang="fa-IR" sz="2800" dirty="0">
                  <a:solidFill>
                    <a:schemeClr val="bg1"/>
                  </a:solidFill>
                  <a:latin typeface="IRANSansXFaNum DemiBold" pitchFamily="2" charset="-78"/>
                  <a:cs typeface="IRANSansXFaNum DemiBold" pitchFamily="2" charset="-78"/>
                </a:rPr>
                <a:t>روابط بین زاویه ها</a:t>
              </a:r>
              <a:endParaRPr lang="ru-RU" sz="2800" dirty="0">
                <a:solidFill>
                  <a:schemeClr val="bg1"/>
                </a:solidFill>
                <a:cs typeface="IRANSansXFaNum DemiBold" pitchFamily="2" charset="-78"/>
              </a:endParaRPr>
            </a:p>
          </p:txBody>
        </p:sp>
        <p:sp>
          <p:nvSpPr>
            <p:cNvPr id="286" name="A">
              <a:extLst>
                <a:ext uri="{FF2B5EF4-FFF2-40B4-BE49-F238E27FC236}">
                  <a16:creationId xmlns:a16="http://schemas.microsoft.com/office/drawing/2014/main" id="{78643DF0-1F1D-FCEF-9FC2-A68EA64C5684}"/>
                </a:ext>
              </a:extLst>
            </p:cNvPr>
            <p:cNvSpPr txBox="1"/>
            <p:nvPr/>
          </p:nvSpPr>
          <p:spPr>
            <a:xfrm>
              <a:off x="9108341" y="865996"/>
              <a:ext cx="109913" cy="1216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BC6A8798-D012-EB94-6166-EA37A9DA2260}"/>
              </a:ext>
            </a:extLst>
          </p:cNvPr>
          <p:cNvGrpSpPr/>
          <p:nvPr/>
        </p:nvGrpSpPr>
        <p:grpSpPr>
          <a:xfrm>
            <a:off x="2676089" y="3434374"/>
            <a:ext cx="3220535" cy="1446550"/>
            <a:chOff x="7289643" y="901710"/>
            <a:chExt cx="2121995" cy="1216215"/>
          </a:xfrm>
        </p:grpSpPr>
        <p:sp>
          <p:nvSpPr>
            <p:cNvPr id="288" name="Freeform 83">
              <a:extLst>
                <a:ext uri="{FF2B5EF4-FFF2-40B4-BE49-F238E27FC236}">
                  <a16:creationId xmlns:a16="http://schemas.microsoft.com/office/drawing/2014/main" id="{64F511F1-FD22-2182-D72F-1CBD767BD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643" y="1148135"/>
              <a:ext cx="1833898" cy="623844"/>
            </a:xfrm>
            <a:prstGeom prst="roundRect">
              <a:avLst/>
            </a:prstGeom>
            <a:solidFill>
              <a:srgbClr val="F2B600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rtl="1"/>
              <a:r>
                <a:rPr lang="fa-IR" sz="2800" dirty="0">
                  <a:solidFill>
                    <a:schemeClr val="bg1"/>
                  </a:solidFill>
                  <a:latin typeface="IRANSansXFaNum DemiBold" pitchFamily="2" charset="-78"/>
                  <a:cs typeface="IRANSansXFaNum DemiBold" pitchFamily="2" charset="-78"/>
                </a:rPr>
                <a:t>تبدیلات هندسی</a:t>
              </a:r>
              <a:endParaRPr lang="ru-RU" sz="2800" dirty="0">
                <a:solidFill>
                  <a:schemeClr val="bg1"/>
                </a:solidFill>
                <a:cs typeface="IRANSansXFaNum DemiBold" pitchFamily="2" charset="-78"/>
              </a:endParaRPr>
            </a:p>
          </p:txBody>
        </p:sp>
        <p:sp>
          <p:nvSpPr>
            <p:cNvPr id="289" name="A">
              <a:extLst>
                <a:ext uri="{FF2B5EF4-FFF2-40B4-BE49-F238E27FC236}">
                  <a16:creationId xmlns:a16="http://schemas.microsoft.com/office/drawing/2014/main" id="{32804973-B036-2655-D0B5-D47498361827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0EAB4C8-3899-8C38-CCCC-072F72FF52A4}"/>
              </a:ext>
            </a:extLst>
          </p:cNvPr>
          <p:cNvGrpSpPr/>
          <p:nvPr/>
        </p:nvGrpSpPr>
        <p:grpSpPr>
          <a:xfrm>
            <a:off x="637564" y="4760210"/>
            <a:ext cx="5290998" cy="1446550"/>
            <a:chOff x="5524378" y="901710"/>
            <a:chExt cx="3887260" cy="1216215"/>
          </a:xfrm>
        </p:grpSpPr>
        <p:sp>
          <p:nvSpPr>
            <p:cNvPr id="3" name="Freeform 83">
              <a:extLst>
                <a:ext uri="{FF2B5EF4-FFF2-40B4-BE49-F238E27FC236}">
                  <a16:creationId xmlns:a16="http://schemas.microsoft.com/office/drawing/2014/main" id="{50A7A611-402D-B424-EC21-AFD6F5248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378" y="1148135"/>
              <a:ext cx="3599163" cy="623844"/>
            </a:xfrm>
            <a:prstGeom prst="roundRect">
              <a:avLst/>
            </a:prstGeom>
            <a:solidFill>
              <a:srgbClr val="4D8FCB"/>
            </a:soli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rtl="1"/>
              <a:r>
                <a:rPr lang="fa-IR" sz="2800" dirty="0">
                  <a:solidFill>
                    <a:schemeClr val="bg1"/>
                  </a:solidFill>
                  <a:latin typeface="IRANSansXFaNum DemiBold" pitchFamily="2" charset="-78"/>
                  <a:cs typeface="IRANSansXFaNum DemiBold" pitchFamily="2" charset="-78"/>
                </a:rPr>
                <a:t>شکل های مساوی( هم نهشت)</a:t>
              </a:r>
              <a:endParaRPr lang="ru-RU" sz="2800" dirty="0">
                <a:solidFill>
                  <a:schemeClr val="bg1"/>
                </a:solidFill>
                <a:cs typeface="IRANSansXFaNum DemiBold" pitchFamily="2" charset="-78"/>
              </a:endParaRPr>
            </a:p>
          </p:txBody>
        </p:sp>
        <p:sp>
          <p:nvSpPr>
            <p:cNvPr id="4" name="A">
              <a:extLst>
                <a:ext uri="{FF2B5EF4-FFF2-40B4-BE49-F238E27FC236}">
                  <a16:creationId xmlns:a16="http://schemas.microsoft.com/office/drawing/2014/main" id="{D4AEE9EF-E0AD-5EF1-0930-02C76A9E6DDF}"/>
                </a:ext>
              </a:extLst>
            </p:cNvPr>
            <p:cNvSpPr txBox="1"/>
            <p:nvPr/>
          </p:nvSpPr>
          <p:spPr>
            <a:xfrm>
              <a:off x="9215576" y="901710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3710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3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650"/>
                            </p:stCondLst>
                            <p:childTnLst>
                              <p:par>
                                <p:cTn id="32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15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450"/>
                            </p:stCondLst>
                            <p:childTnLst>
                              <p:par>
                                <p:cTn id="41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95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75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50"/>
                            </p:stCondLst>
                            <p:childTnLst>
                              <p:par>
                                <p:cTn id="59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" grpId="0" animBg="1"/>
      <p:bldP spid="279" grpId="0"/>
      <p:bldP spid="28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58F0-F759-DA6E-3813-9C3D9F010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ACD73E88-7ECB-0EB8-DDE9-18B73B4A8289}"/>
              </a:ext>
            </a:extLst>
          </p:cNvPr>
          <p:cNvSpPr/>
          <p:nvPr/>
        </p:nvSpPr>
        <p:spPr>
          <a:xfrm>
            <a:off x="499606" y="718195"/>
            <a:ext cx="10439522" cy="866066"/>
          </a:xfrm>
          <a:prstGeom prst="roundRect">
            <a:avLst>
              <a:gd name="adj" fmla="val 24791"/>
            </a:avLst>
          </a:prstGeom>
          <a:noFill/>
          <a:ln w="38100">
            <a:solidFill>
              <a:srgbClr val="D066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03C35FF-6D37-28AA-CD9B-968CA716B961}"/>
              </a:ext>
            </a:extLst>
          </p:cNvPr>
          <p:cNvGrpSpPr/>
          <p:nvPr/>
        </p:nvGrpSpPr>
        <p:grpSpPr>
          <a:xfrm>
            <a:off x="10217066" y="251897"/>
            <a:ext cx="1821457" cy="2470086"/>
            <a:chOff x="8986608" y="2291483"/>
            <a:chExt cx="1821457" cy="2470086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9014518-C28D-A97C-E073-0EB7EA978735}"/>
                </a:ext>
              </a:extLst>
            </p:cNvPr>
            <p:cNvGrpSpPr/>
            <p:nvPr/>
          </p:nvGrpSpPr>
          <p:grpSpPr>
            <a:xfrm>
              <a:off x="8986608" y="3211367"/>
              <a:ext cx="1821457" cy="1550202"/>
              <a:chOff x="10669892" y="3128896"/>
              <a:chExt cx="1821457" cy="1550202"/>
            </a:xfrm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76C706D-CDEF-8FF6-FA32-DFDECDBDD541}"/>
                  </a:ext>
                </a:extLst>
              </p:cNvPr>
              <p:cNvSpPr/>
              <p:nvPr/>
            </p:nvSpPr>
            <p:spPr>
              <a:xfrm>
                <a:off x="12216008" y="3128896"/>
                <a:ext cx="238107" cy="421370"/>
              </a:xfrm>
              <a:custGeom>
                <a:avLst/>
                <a:gdLst>
                  <a:gd name="connsiteX0" fmla="*/ 76427 w 106183"/>
                  <a:gd name="connsiteY0" fmla="*/ 187909 h 187908"/>
                  <a:gd name="connsiteX1" fmla="*/ 0 w 106183"/>
                  <a:gd name="connsiteY1" fmla="*/ 147926 h 187908"/>
                  <a:gd name="connsiteX2" fmla="*/ 25154 w 106183"/>
                  <a:gd name="connsiteY2" fmla="*/ 0 h 187908"/>
                  <a:gd name="connsiteX3" fmla="*/ 90762 w 106183"/>
                  <a:gd name="connsiteY3" fmla="*/ 71253 h 187908"/>
                  <a:gd name="connsiteX4" fmla="*/ 100641 w 106183"/>
                  <a:gd name="connsiteY4" fmla="*/ 184549 h 18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183" h="187908">
                    <a:moveTo>
                      <a:pt x="76427" y="187909"/>
                    </a:moveTo>
                    <a:cubicBezTo>
                      <a:pt x="76427" y="187909"/>
                      <a:pt x="63301" y="126579"/>
                      <a:pt x="0" y="147926"/>
                    </a:cubicBezTo>
                    <a:lnTo>
                      <a:pt x="25154" y="0"/>
                    </a:lnTo>
                    <a:cubicBezTo>
                      <a:pt x="25154" y="0"/>
                      <a:pt x="63547" y="35010"/>
                      <a:pt x="90762" y="71253"/>
                    </a:cubicBezTo>
                    <a:cubicBezTo>
                      <a:pt x="105771" y="91255"/>
                      <a:pt x="111326" y="173103"/>
                      <a:pt x="100641" y="184549"/>
                    </a:cubicBezTo>
                  </a:path>
                </a:pathLst>
              </a:custGeom>
              <a:solidFill>
                <a:schemeClr val="accent4"/>
              </a:solidFill>
              <a:ln w="22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88260B28-59FD-211C-664F-DE372F6F50F0}"/>
                  </a:ext>
                </a:extLst>
              </p:cNvPr>
              <p:cNvSpPr/>
              <p:nvPr/>
            </p:nvSpPr>
            <p:spPr>
              <a:xfrm>
                <a:off x="10669892" y="3290584"/>
                <a:ext cx="1821457" cy="1388514"/>
              </a:xfrm>
              <a:custGeom>
                <a:avLst/>
                <a:gdLst>
                  <a:gd name="connsiteX0" fmla="*/ 33137 w 812271"/>
                  <a:gd name="connsiteY0" fmla="*/ 326337 h 619202"/>
                  <a:gd name="connsiteX1" fmla="*/ 29374 w 812271"/>
                  <a:gd name="connsiteY1" fmla="*/ 512991 h 619202"/>
                  <a:gd name="connsiteX2" fmla="*/ 99417 w 812271"/>
                  <a:gd name="connsiteY2" fmla="*/ 568631 h 619202"/>
                  <a:gd name="connsiteX3" fmla="*/ 190717 w 812271"/>
                  <a:gd name="connsiteY3" fmla="*/ 571902 h 619202"/>
                  <a:gd name="connsiteX4" fmla="*/ 397822 w 812271"/>
                  <a:gd name="connsiteY4" fmla="*/ 489965 h 619202"/>
                  <a:gd name="connsiteX5" fmla="*/ 744632 w 812271"/>
                  <a:gd name="connsiteY5" fmla="*/ 168847 h 619202"/>
                  <a:gd name="connsiteX6" fmla="*/ 780359 w 812271"/>
                  <a:gd name="connsiteY6" fmla="*/ 0 h 619202"/>
                  <a:gd name="connsiteX7" fmla="*/ 808941 w 812271"/>
                  <a:gd name="connsiteY7" fmla="*/ 130320 h 619202"/>
                  <a:gd name="connsiteX8" fmla="*/ 750008 w 812271"/>
                  <a:gd name="connsiteY8" fmla="*/ 253763 h 619202"/>
                  <a:gd name="connsiteX9" fmla="*/ 466969 w 812271"/>
                  <a:gd name="connsiteY9" fmla="*/ 499552 h 619202"/>
                  <a:gd name="connsiteX10" fmla="*/ 180256 w 812271"/>
                  <a:gd name="connsiteY10" fmla="*/ 618291 h 619202"/>
                  <a:gd name="connsiteX11" fmla="*/ 70096 w 812271"/>
                  <a:gd name="connsiteY11" fmla="*/ 596071 h 619202"/>
                  <a:gd name="connsiteX12" fmla="*/ 33137 w 812271"/>
                  <a:gd name="connsiteY12" fmla="*/ 326337 h 619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12271" h="619202">
                    <a:moveTo>
                      <a:pt x="33137" y="326337"/>
                    </a:moveTo>
                    <a:cubicBezTo>
                      <a:pt x="19899" y="369209"/>
                      <a:pt x="9842" y="472628"/>
                      <a:pt x="29374" y="512991"/>
                    </a:cubicBezTo>
                    <a:cubicBezTo>
                      <a:pt x="42746" y="540632"/>
                      <a:pt x="69984" y="559896"/>
                      <a:pt x="99417" y="568631"/>
                    </a:cubicBezTo>
                    <a:cubicBezTo>
                      <a:pt x="128850" y="577367"/>
                      <a:pt x="160366" y="576539"/>
                      <a:pt x="190717" y="571902"/>
                    </a:cubicBezTo>
                    <a:cubicBezTo>
                      <a:pt x="264568" y="560613"/>
                      <a:pt x="333356" y="527663"/>
                      <a:pt x="397822" y="489965"/>
                    </a:cubicBezTo>
                    <a:cubicBezTo>
                      <a:pt x="529351" y="413045"/>
                      <a:pt x="672976" y="307141"/>
                      <a:pt x="744632" y="168847"/>
                    </a:cubicBezTo>
                    <a:cubicBezTo>
                      <a:pt x="771489" y="117037"/>
                      <a:pt x="786608" y="58037"/>
                      <a:pt x="780359" y="0"/>
                    </a:cubicBezTo>
                    <a:cubicBezTo>
                      <a:pt x="809859" y="35257"/>
                      <a:pt x="817587" y="85185"/>
                      <a:pt x="808941" y="130320"/>
                    </a:cubicBezTo>
                    <a:cubicBezTo>
                      <a:pt x="800295" y="175455"/>
                      <a:pt x="776954" y="216513"/>
                      <a:pt x="750008" y="253763"/>
                    </a:cubicBezTo>
                    <a:cubicBezTo>
                      <a:pt x="676247" y="355658"/>
                      <a:pt x="574307" y="433966"/>
                      <a:pt x="466969" y="499552"/>
                    </a:cubicBezTo>
                    <a:cubicBezTo>
                      <a:pt x="382165" y="551384"/>
                      <a:pt x="281099" y="608906"/>
                      <a:pt x="180256" y="618291"/>
                    </a:cubicBezTo>
                    <a:cubicBezTo>
                      <a:pt x="142312" y="621830"/>
                      <a:pt x="103046" y="615200"/>
                      <a:pt x="70096" y="596071"/>
                    </a:cubicBezTo>
                    <a:cubicBezTo>
                      <a:pt x="-32628" y="536399"/>
                      <a:pt x="-1716" y="399225"/>
                      <a:pt x="33137" y="326337"/>
                    </a:cubicBezTo>
                    <a:close/>
                  </a:path>
                </a:pathLst>
              </a:custGeom>
              <a:gradFill>
                <a:gsLst>
                  <a:gs pos="24000">
                    <a:schemeClr val="accent4"/>
                  </a:gs>
                  <a:gs pos="99000">
                    <a:schemeClr val="accent4">
                      <a:lumMod val="50000"/>
                    </a:schemeClr>
                  </a:gs>
                </a:gsLst>
                <a:lin ang="16200000" scaled="1"/>
              </a:gradFill>
              <a:ln w="224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74902903-FF4C-D5EF-5A2F-27C333CD414B}"/>
                </a:ext>
              </a:extLst>
            </p:cNvPr>
            <p:cNvSpPr/>
            <p:nvPr/>
          </p:nvSpPr>
          <p:spPr>
            <a:xfrm>
              <a:off x="9057187" y="2291487"/>
              <a:ext cx="1524933" cy="2201202"/>
            </a:xfrm>
            <a:custGeom>
              <a:avLst/>
              <a:gdLst>
                <a:gd name="connsiteX0" fmla="*/ 100574 w 694852"/>
                <a:gd name="connsiteY0" fmla="*/ 1002934 h 1003001"/>
                <a:gd name="connsiteX1" fmla="*/ 127946 w 694852"/>
                <a:gd name="connsiteY1" fmla="*/ 1001635 h 1003001"/>
                <a:gd name="connsiteX2" fmla="*/ 507011 w 694852"/>
                <a:gd name="connsiteY2" fmla="*/ 827300 h 1003001"/>
                <a:gd name="connsiteX3" fmla="*/ 694853 w 694852"/>
                <a:gd name="connsiteY3" fmla="*/ 421154 h 1003001"/>
                <a:gd name="connsiteX4" fmla="*/ 694853 w 694852"/>
                <a:gd name="connsiteY4" fmla="*/ 84916 h 1003001"/>
                <a:gd name="connsiteX5" fmla="*/ 609936 w 694852"/>
                <a:gd name="connsiteY5" fmla="*/ 0 h 1003001"/>
                <a:gd name="connsiteX6" fmla="*/ 84917 w 694852"/>
                <a:gd name="connsiteY6" fmla="*/ 0 h 1003001"/>
                <a:gd name="connsiteX7" fmla="*/ 0 w 694852"/>
                <a:gd name="connsiteY7" fmla="*/ 84916 h 1003001"/>
                <a:gd name="connsiteX8" fmla="*/ 0 w 694852"/>
                <a:gd name="connsiteY8" fmla="*/ 641653 h 1003001"/>
                <a:gd name="connsiteX9" fmla="*/ 0 w 694852"/>
                <a:gd name="connsiteY9" fmla="*/ 879715 h 1003001"/>
                <a:gd name="connsiteX10" fmla="*/ 100574 w 694852"/>
                <a:gd name="connsiteY10" fmla="*/ 1002934 h 100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4852" h="1003001">
                  <a:moveTo>
                    <a:pt x="100574" y="1002934"/>
                  </a:moveTo>
                  <a:cubicBezTo>
                    <a:pt x="109130" y="1003180"/>
                    <a:pt x="118247" y="1002755"/>
                    <a:pt x="127946" y="1001635"/>
                  </a:cubicBezTo>
                  <a:cubicBezTo>
                    <a:pt x="268524" y="985462"/>
                    <a:pt x="404220" y="924558"/>
                    <a:pt x="507011" y="827300"/>
                  </a:cubicBezTo>
                  <a:cubicBezTo>
                    <a:pt x="615671" y="724509"/>
                    <a:pt x="694853" y="572910"/>
                    <a:pt x="694853" y="421154"/>
                  </a:cubicBezTo>
                  <a:lnTo>
                    <a:pt x="694853" y="84916"/>
                  </a:lnTo>
                  <a:cubicBezTo>
                    <a:pt x="694853" y="38012"/>
                    <a:pt x="656819" y="0"/>
                    <a:pt x="609936" y="0"/>
                  </a:cubicBezTo>
                  <a:lnTo>
                    <a:pt x="84917" y="0"/>
                  </a:lnTo>
                  <a:cubicBezTo>
                    <a:pt x="38012" y="0"/>
                    <a:pt x="0" y="38034"/>
                    <a:pt x="0" y="84916"/>
                  </a:cubicBezTo>
                  <a:cubicBezTo>
                    <a:pt x="0" y="84916"/>
                    <a:pt x="0" y="641653"/>
                    <a:pt x="0" y="641653"/>
                  </a:cubicBezTo>
                  <a:cubicBezTo>
                    <a:pt x="0" y="721015"/>
                    <a:pt x="0" y="800353"/>
                    <a:pt x="0" y="879715"/>
                  </a:cubicBezTo>
                  <a:cubicBezTo>
                    <a:pt x="-22" y="955738"/>
                    <a:pt x="31673" y="1001007"/>
                    <a:pt x="100574" y="10029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5000">
                  <a:schemeClr val="bg1"/>
                </a:gs>
              </a:gsLst>
              <a:lin ang="13500000" scaled="1"/>
              <a:tileRect/>
            </a:gradFill>
            <a:ln w="2240" cap="flat">
              <a:noFill/>
              <a:prstDash val="solid"/>
              <a:miter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98" name="Graphic 2">
              <a:extLst>
                <a:ext uri="{FF2B5EF4-FFF2-40B4-BE49-F238E27FC236}">
                  <a16:creationId xmlns:a16="http://schemas.microsoft.com/office/drawing/2014/main" id="{3D8817E3-53BE-7172-DCA1-0E6E1F6200CC}"/>
                </a:ext>
              </a:extLst>
            </p:cNvPr>
            <p:cNvGrpSpPr/>
            <p:nvPr/>
          </p:nvGrpSpPr>
          <p:grpSpPr>
            <a:xfrm>
              <a:off x="10310037" y="2291483"/>
              <a:ext cx="287324" cy="340727"/>
              <a:chOff x="8592752" y="2272361"/>
              <a:chExt cx="130922" cy="155256"/>
            </a:xfrm>
            <a:solidFill>
              <a:schemeClr val="accent4"/>
            </a:solidFill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FE9D40F0-FF6C-2BC1-EA2A-1B5D6092414A}"/>
                  </a:ext>
                </a:extLst>
              </p:cNvPr>
              <p:cNvSpPr/>
              <p:nvPr/>
            </p:nvSpPr>
            <p:spPr>
              <a:xfrm>
                <a:off x="8723428" y="2415874"/>
                <a:ext cx="246" cy="7336"/>
              </a:xfrm>
              <a:custGeom>
                <a:avLst/>
                <a:gdLst>
                  <a:gd name="connsiteX0" fmla="*/ 247 w 246"/>
                  <a:gd name="connsiteY0" fmla="*/ 135 h 7336"/>
                  <a:gd name="connsiteX1" fmla="*/ 247 w 246"/>
                  <a:gd name="connsiteY1" fmla="*/ 22 h 7336"/>
                  <a:gd name="connsiteX2" fmla="*/ 0 w 246"/>
                  <a:gd name="connsiteY2" fmla="*/ 0 h 7336"/>
                  <a:gd name="connsiteX3" fmla="*/ 247 w 246"/>
                  <a:gd name="connsiteY3" fmla="*/ 135 h 7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6" h="7336">
                    <a:moveTo>
                      <a:pt x="247" y="135"/>
                    </a:moveTo>
                    <a:cubicBezTo>
                      <a:pt x="247" y="67"/>
                      <a:pt x="247" y="22"/>
                      <a:pt x="247" y="22"/>
                    </a:cubicBezTo>
                    <a:cubicBezTo>
                      <a:pt x="157" y="22"/>
                      <a:pt x="67" y="0"/>
                      <a:pt x="0" y="0"/>
                    </a:cubicBezTo>
                    <a:cubicBezTo>
                      <a:pt x="224" y="15680"/>
                      <a:pt x="247" y="1568"/>
                      <a:pt x="247" y="135"/>
                    </a:cubicBezTo>
                    <a:close/>
                  </a:path>
                </a:pathLst>
              </a:custGeom>
              <a:grpFill/>
              <a:ln w="22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3BAC43E3-ED20-7CCC-B013-F78455AEC4AC}"/>
                  </a:ext>
                </a:extLst>
              </p:cNvPr>
              <p:cNvSpPr/>
              <p:nvPr/>
            </p:nvSpPr>
            <p:spPr>
              <a:xfrm>
                <a:off x="8592752" y="2272361"/>
                <a:ext cx="124734" cy="155256"/>
              </a:xfrm>
              <a:custGeom>
                <a:avLst/>
                <a:gdLst>
                  <a:gd name="connsiteX0" fmla="*/ 45053 w 129723"/>
                  <a:gd name="connsiteY0" fmla="*/ 0 h 156123"/>
                  <a:gd name="connsiteX1" fmla="*/ 725 w 129723"/>
                  <a:gd name="connsiteY1" fmla="*/ 0 h 156123"/>
                  <a:gd name="connsiteX2" fmla="*/ 129723 w 129723"/>
                  <a:gd name="connsiteY2" fmla="*/ 156124 h 156123"/>
                  <a:gd name="connsiteX3" fmla="*/ 128962 w 129723"/>
                  <a:gd name="connsiteY3" fmla="*/ 71768 h 156123"/>
                  <a:gd name="connsiteX4" fmla="*/ 45053 w 129723"/>
                  <a:gd name="connsiteY4" fmla="*/ 0 h 156123"/>
                  <a:gd name="connsiteX0" fmla="*/ 45835 w 129761"/>
                  <a:gd name="connsiteY0" fmla="*/ 0 h 156124"/>
                  <a:gd name="connsiteX1" fmla="*/ 1507 w 129761"/>
                  <a:gd name="connsiteY1" fmla="*/ 0 h 156124"/>
                  <a:gd name="connsiteX2" fmla="*/ 124429 w 129761"/>
                  <a:gd name="connsiteY2" fmla="*/ 156124 h 156124"/>
                  <a:gd name="connsiteX3" fmla="*/ 129744 w 129761"/>
                  <a:gd name="connsiteY3" fmla="*/ 71768 h 156124"/>
                  <a:gd name="connsiteX4" fmla="*/ 45835 w 129761"/>
                  <a:gd name="connsiteY4" fmla="*/ 0 h 156124"/>
                  <a:gd name="connsiteX0" fmla="*/ 45835 w 124429"/>
                  <a:gd name="connsiteY0" fmla="*/ 0 h 156124"/>
                  <a:gd name="connsiteX1" fmla="*/ 1507 w 124429"/>
                  <a:gd name="connsiteY1" fmla="*/ 0 h 156124"/>
                  <a:gd name="connsiteX2" fmla="*/ 124429 w 124429"/>
                  <a:gd name="connsiteY2" fmla="*/ 156124 h 156124"/>
                  <a:gd name="connsiteX3" fmla="*/ 121932 w 124429"/>
                  <a:gd name="connsiteY3" fmla="*/ 70900 h 156124"/>
                  <a:gd name="connsiteX4" fmla="*/ 45835 w 124429"/>
                  <a:gd name="connsiteY4" fmla="*/ 0 h 156124"/>
                  <a:gd name="connsiteX0" fmla="*/ 45835 w 124429"/>
                  <a:gd name="connsiteY0" fmla="*/ 0 h 156124"/>
                  <a:gd name="connsiteX1" fmla="*/ 1507 w 124429"/>
                  <a:gd name="connsiteY1" fmla="*/ 0 h 156124"/>
                  <a:gd name="connsiteX2" fmla="*/ 124429 w 124429"/>
                  <a:gd name="connsiteY2" fmla="*/ 156124 h 156124"/>
                  <a:gd name="connsiteX3" fmla="*/ 111516 w 124429"/>
                  <a:gd name="connsiteY3" fmla="*/ 62220 h 156124"/>
                  <a:gd name="connsiteX4" fmla="*/ 45835 w 124429"/>
                  <a:gd name="connsiteY4" fmla="*/ 0 h 156124"/>
                  <a:gd name="connsiteX0" fmla="*/ 45835 w 124429"/>
                  <a:gd name="connsiteY0" fmla="*/ 0 h 156124"/>
                  <a:gd name="connsiteX1" fmla="*/ 1507 w 124429"/>
                  <a:gd name="connsiteY1" fmla="*/ 0 h 156124"/>
                  <a:gd name="connsiteX2" fmla="*/ 124429 w 124429"/>
                  <a:gd name="connsiteY2" fmla="*/ 156124 h 156124"/>
                  <a:gd name="connsiteX3" fmla="*/ 121932 w 124429"/>
                  <a:gd name="connsiteY3" fmla="*/ 63956 h 156124"/>
                  <a:gd name="connsiteX4" fmla="*/ 45835 w 124429"/>
                  <a:gd name="connsiteY4" fmla="*/ 0 h 156124"/>
                  <a:gd name="connsiteX0" fmla="*/ 45972 w 123698"/>
                  <a:gd name="connsiteY0" fmla="*/ 0 h 155256"/>
                  <a:gd name="connsiteX1" fmla="*/ 1644 w 123698"/>
                  <a:gd name="connsiteY1" fmla="*/ 0 h 155256"/>
                  <a:gd name="connsiteX2" fmla="*/ 123698 w 123698"/>
                  <a:gd name="connsiteY2" fmla="*/ 155256 h 155256"/>
                  <a:gd name="connsiteX3" fmla="*/ 122069 w 123698"/>
                  <a:gd name="connsiteY3" fmla="*/ 63956 h 155256"/>
                  <a:gd name="connsiteX4" fmla="*/ 45972 w 123698"/>
                  <a:gd name="connsiteY4" fmla="*/ 0 h 155256"/>
                  <a:gd name="connsiteX0" fmla="*/ 45972 w 124734"/>
                  <a:gd name="connsiteY0" fmla="*/ 0 h 155256"/>
                  <a:gd name="connsiteX1" fmla="*/ 1644 w 124734"/>
                  <a:gd name="connsiteY1" fmla="*/ 0 h 155256"/>
                  <a:gd name="connsiteX2" fmla="*/ 123698 w 124734"/>
                  <a:gd name="connsiteY2" fmla="*/ 155256 h 155256"/>
                  <a:gd name="connsiteX3" fmla="*/ 124673 w 124734"/>
                  <a:gd name="connsiteY3" fmla="*/ 62220 h 155256"/>
                  <a:gd name="connsiteX4" fmla="*/ 45972 w 124734"/>
                  <a:gd name="connsiteY4" fmla="*/ 0 h 155256"/>
                  <a:gd name="connsiteX0" fmla="*/ 45972 w 124734"/>
                  <a:gd name="connsiteY0" fmla="*/ 0 h 155256"/>
                  <a:gd name="connsiteX1" fmla="*/ 1644 w 124734"/>
                  <a:gd name="connsiteY1" fmla="*/ 0 h 155256"/>
                  <a:gd name="connsiteX2" fmla="*/ 123698 w 124734"/>
                  <a:gd name="connsiteY2" fmla="*/ 155256 h 155256"/>
                  <a:gd name="connsiteX3" fmla="*/ 124673 w 124734"/>
                  <a:gd name="connsiteY3" fmla="*/ 62220 h 155256"/>
                  <a:gd name="connsiteX4" fmla="*/ 45972 w 124734"/>
                  <a:gd name="connsiteY4" fmla="*/ 0 h 15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734" h="155256">
                    <a:moveTo>
                      <a:pt x="45972" y="0"/>
                    </a:moveTo>
                    <a:lnTo>
                      <a:pt x="1644" y="0"/>
                    </a:lnTo>
                    <a:cubicBezTo>
                      <a:pt x="1644" y="0"/>
                      <a:pt x="-23600" y="149992"/>
                      <a:pt x="123698" y="155256"/>
                    </a:cubicBezTo>
                    <a:cubicBezTo>
                      <a:pt x="123541" y="145691"/>
                      <a:pt x="125054" y="138448"/>
                      <a:pt x="124673" y="62220"/>
                    </a:cubicBezTo>
                    <a:cubicBezTo>
                      <a:pt x="118356" y="21565"/>
                      <a:pt x="88397" y="0"/>
                      <a:pt x="45972" y="0"/>
                    </a:cubicBezTo>
                    <a:close/>
                  </a:path>
                </a:pathLst>
              </a:custGeom>
              <a:grpFill/>
              <a:ln w="22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BFBC428-2379-739F-97CF-82A7E30DE17C}"/>
                </a:ext>
              </a:extLst>
            </p:cNvPr>
            <p:cNvSpPr txBox="1"/>
            <p:nvPr/>
          </p:nvSpPr>
          <p:spPr>
            <a:xfrm>
              <a:off x="9083451" y="3001923"/>
              <a:ext cx="1378485" cy="9541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100">
                  <a:solidFill>
                    <a:schemeClr val="accent4">
                      <a:lumMod val="50000"/>
                    </a:schemeClr>
                  </a:solidFill>
                  <a:latin typeface="Montserrat" panose="02000505000000020004" pitchFamily="2" charset="0"/>
                </a:defRPr>
              </a:lvl1pPr>
            </a:lstStyle>
            <a:p>
              <a:pPr rtl="1"/>
              <a:r>
                <a:rPr lang="fa-IR" sz="2800" dirty="0">
                  <a:solidFill>
                    <a:schemeClr val="accent4">
                      <a:lumMod val="75000"/>
                    </a:schemeClr>
                  </a:solidFill>
                  <a:latin typeface="IRANYekanXFaNum Black" pitchFamily="2" charset="-78"/>
                  <a:cs typeface="IRANYekanXFaNum Black" pitchFamily="2" charset="-78"/>
                </a:rPr>
                <a:t>انواع خط</a:t>
              </a:r>
              <a:endParaRPr lang="ru-RU" sz="2800" dirty="0">
                <a:solidFill>
                  <a:schemeClr val="accent4">
                    <a:lumMod val="75000"/>
                  </a:schemeClr>
                </a:solidFill>
                <a:cs typeface="IRANYekanXFaNum Black" pitchFamily="2" charset="-78"/>
              </a:endParaRPr>
            </a:p>
          </p:txBody>
        </p:sp>
      </p:grp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E3D735D4-5076-E3D4-EDE8-930CFEEE3810}"/>
              </a:ext>
            </a:extLst>
          </p:cNvPr>
          <p:cNvSpPr/>
          <p:nvPr/>
        </p:nvSpPr>
        <p:spPr>
          <a:xfrm>
            <a:off x="10281872" y="251897"/>
            <a:ext cx="707050" cy="751460"/>
          </a:xfrm>
          <a:custGeom>
            <a:avLst/>
            <a:gdLst>
              <a:gd name="connsiteX0" fmla="*/ 186360 w 707050"/>
              <a:gd name="connsiteY0" fmla="*/ 0 h 751460"/>
              <a:gd name="connsiteX1" fmla="*/ 643082 w 707050"/>
              <a:gd name="connsiteY1" fmla="*/ 0 h 751460"/>
              <a:gd name="connsiteX2" fmla="*/ 667039 w 707050"/>
              <a:gd name="connsiteY2" fmla="*/ 44137 h 751460"/>
              <a:gd name="connsiteX3" fmla="*/ 707050 w 707050"/>
              <a:gd name="connsiteY3" fmla="*/ 242318 h 751460"/>
              <a:gd name="connsiteX4" fmla="*/ 197906 w 707050"/>
              <a:gd name="connsiteY4" fmla="*/ 751460 h 751460"/>
              <a:gd name="connsiteX5" fmla="*/ 95296 w 707050"/>
              <a:gd name="connsiteY5" fmla="*/ 741116 h 751460"/>
              <a:gd name="connsiteX6" fmla="*/ 0 w 707050"/>
              <a:gd name="connsiteY6" fmla="*/ 711534 h 751460"/>
              <a:gd name="connsiteX7" fmla="*/ 0 w 707050"/>
              <a:gd name="connsiteY7" fmla="*/ 572951 h 751460"/>
              <a:gd name="connsiteX8" fmla="*/ 0 w 707050"/>
              <a:gd name="connsiteY8" fmla="*/ 186358 h 751460"/>
              <a:gd name="connsiteX9" fmla="*/ 186360 w 707050"/>
              <a:gd name="connsiteY9" fmla="*/ 0 h 75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7050" h="751460">
                <a:moveTo>
                  <a:pt x="186360" y="0"/>
                </a:moveTo>
                <a:lnTo>
                  <a:pt x="643082" y="0"/>
                </a:lnTo>
                <a:lnTo>
                  <a:pt x="667039" y="44137"/>
                </a:lnTo>
                <a:cubicBezTo>
                  <a:pt x="692803" y="105050"/>
                  <a:pt x="707050" y="172020"/>
                  <a:pt x="707050" y="242318"/>
                </a:cubicBezTo>
                <a:cubicBezTo>
                  <a:pt x="707050" y="523508"/>
                  <a:pt x="479098" y="751460"/>
                  <a:pt x="197906" y="751460"/>
                </a:cubicBezTo>
                <a:cubicBezTo>
                  <a:pt x="162757" y="751460"/>
                  <a:pt x="128440" y="747898"/>
                  <a:pt x="95296" y="741116"/>
                </a:cubicBezTo>
                <a:lnTo>
                  <a:pt x="0" y="711534"/>
                </a:lnTo>
                <a:lnTo>
                  <a:pt x="0" y="572951"/>
                </a:lnTo>
                <a:cubicBezTo>
                  <a:pt x="0" y="358177"/>
                  <a:pt x="0" y="186358"/>
                  <a:pt x="0" y="186358"/>
                </a:cubicBezTo>
                <a:cubicBezTo>
                  <a:pt x="0" y="83470"/>
                  <a:pt x="83422" y="0"/>
                  <a:pt x="186360" y="0"/>
                </a:cubicBezTo>
                <a:close/>
              </a:path>
            </a:pathLst>
          </a:custGeom>
          <a:solidFill>
            <a:srgbClr val="E1DEE4"/>
          </a:solidFill>
          <a:ln w="224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CF55032-0931-BAF7-8590-30826A06163C}"/>
              </a:ext>
            </a:extLst>
          </p:cNvPr>
          <p:cNvGrpSpPr/>
          <p:nvPr/>
        </p:nvGrpSpPr>
        <p:grpSpPr>
          <a:xfrm>
            <a:off x="10052277" y="65492"/>
            <a:ext cx="866066" cy="866066"/>
            <a:chOff x="8821819" y="2663878"/>
            <a:chExt cx="866066" cy="866066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F7F8A7BB-6856-45B3-E180-B049DD573976}"/>
                </a:ext>
              </a:extLst>
            </p:cNvPr>
            <p:cNvGrpSpPr/>
            <p:nvPr/>
          </p:nvGrpSpPr>
          <p:grpSpPr>
            <a:xfrm>
              <a:off x="8821819" y="2663878"/>
              <a:ext cx="866066" cy="866066"/>
              <a:chOff x="8821819" y="2105078"/>
              <a:chExt cx="866066" cy="866066"/>
            </a:xfrm>
          </p:grpSpPr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FE459DB4-5147-A2C3-A284-E1CBC90C9738}"/>
                  </a:ext>
                </a:extLst>
              </p:cNvPr>
              <p:cNvSpPr/>
              <p:nvPr/>
            </p:nvSpPr>
            <p:spPr>
              <a:xfrm>
                <a:off x="8821819" y="2105078"/>
                <a:ext cx="866066" cy="866066"/>
              </a:xfrm>
              <a:custGeom>
                <a:avLst/>
                <a:gdLst>
                  <a:gd name="connsiteX0" fmla="*/ 394633 w 394632"/>
                  <a:gd name="connsiteY0" fmla="*/ 197317 h 394632"/>
                  <a:gd name="connsiteX1" fmla="*/ 197316 w 394632"/>
                  <a:gd name="connsiteY1" fmla="*/ 394633 h 394632"/>
                  <a:gd name="connsiteX2" fmla="*/ -1 w 394632"/>
                  <a:gd name="connsiteY2" fmla="*/ 197317 h 394632"/>
                  <a:gd name="connsiteX3" fmla="*/ 197316 w 394632"/>
                  <a:gd name="connsiteY3" fmla="*/ 0 h 394632"/>
                  <a:gd name="connsiteX4" fmla="*/ 394633 w 394632"/>
                  <a:gd name="connsiteY4" fmla="*/ 197317 h 39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4632" h="394632">
                    <a:moveTo>
                      <a:pt x="394633" y="197317"/>
                    </a:moveTo>
                    <a:cubicBezTo>
                      <a:pt x="394633" y="306291"/>
                      <a:pt x="306291" y="394633"/>
                      <a:pt x="197316" y="394633"/>
                    </a:cubicBezTo>
                    <a:cubicBezTo>
                      <a:pt x="88341" y="394633"/>
                      <a:pt x="-1" y="306291"/>
                      <a:pt x="-1" y="197317"/>
                    </a:cubicBezTo>
                    <a:cubicBezTo>
                      <a:pt x="-1" y="88342"/>
                      <a:pt x="88341" y="0"/>
                      <a:pt x="197316" y="0"/>
                    </a:cubicBezTo>
                    <a:cubicBezTo>
                      <a:pt x="306291" y="0"/>
                      <a:pt x="394633" y="88342"/>
                      <a:pt x="394633" y="197317"/>
                    </a:cubicBezTo>
                    <a:close/>
                  </a:path>
                </a:pathLst>
              </a:custGeom>
              <a:gradFill flip="none" rotWithShape="1">
                <a:gsLst>
                  <a:gs pos="64000">
                    <a:schemeClr val="bg1"/>
                  </a:gs>
                  <a:gs pos="100000">
                    <a:srgbClr val="D9CEE6"/>
                  </a:gs>
                </a:gsLst>
                <a:lin ang="16200000" scaled="1"/>
                <a:tileRect/>
              </a:gradFill>
              <a:ln w="2240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B6322149-7A93-BFF6-DF2B-2D4975E09A00}"/>
                  </a:ext>
                </a:extLst>
              </p:cNvPr>
              <p:cNvSpPr/>
              <p:nvPr/>
            </p:nvSpPr>
            <p:spPr>
              <a:xfrm>
                <a:off x="8940438" y="2223697"/>
                <a:ext cx="628830" cy="628830"/>
              </a:xfrm>
              <a:custGeom>
                <a:avLst/>
                <a:gdLst>
                  <a:gd name="connsiteX0" fmla="*/ 286533 w 286533"/>
                  <a:gd name="connsiteY0" fmla="*/ 143267 h 286533"/>
                  <a:gd name="connsiteX1" fmla="*/ 143267 w 286533"/>
                  <a:gd name="connsiteY1" fmla="*/ 286533 h 286533"/>
                  <a:gd name="connsiteX2" fmla="*/ 0 w 286533"/>
                  <a:gd name="connsiteY2" fmla="*/ 143267 h 286533"/>
                  <a:gd name="connsiteX3" fmla="*/ 143267 w 286533"/>
                  <a:gd name="connsiteY3" fmla="*/ 0 h 286533"/>
                  <a:gd name="connsiteX4" fmla="*/ 286533 w 286533"/>
                  <a:gd name="connsiteY4" fmla="*/ 143267 h 28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533" h="286533">
                    <a:moveTo>
                      <a:pt x="286533" y="143267"/>
                    </a:moveTo>
                    <a:cubicBezTo>
                      <a:pt x="286533" y="222391"/>
                      <a:pt x="222390" y="286533"/>
                      <a:pt x="143267" y="286533"/>
                    </a:cubicBezTo>
                    <a:cubicBezTo>
                      <a:pt x="64143" y="286533"/>
                      <a:pt x="0" y="222391"/>
                      <a:pt x="0" y="143267"/>
                    </a:cubicBezTo>
                    <a:cubicBezTo>
                      <a:pt x="0" y="64143"/>
                      <a:pt x="64143" y="0"/>
                      <a:pt x="143267" y="0"/>
                    </a:cubicBezTo>
                    <a:cubicBezTo>
                      <a:pt x="222391" y="0"/>
                      <a:pt x="286533" y="64143"/>
                      <a:pt x="286533" y="14326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240" cap="flat">
                <a:noFill/>
                <a:prstDash val="solid"/>
                <a:miter/>
              </a:ln>
              <a:effectLst>
                <a:innerShdw blurRad="63500" dist="50800" dir="16200000">
                  <a:schemeClr val="accent4">
                    <a:lumMod val="50000"/>
                    <a:alpha val="50000"/>
                  </a:schemeClr>
                </a:innerShdw>
              </a:effectLst>
            </p:spPr>
            <p:txBody>
              <a:bodyPr rtlCol="0" anchor="ctr"/>
              <a:lstStyle/>
              <a:p>
                <a:endParaRPr lang="en-US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10" name="Champion" hidden="1">
                <a:extLst>
                  <a:ext uri="{FF2B5EF4-FFF2-40B4-BE49-F238E27FC236}">
                    <a16:creationId xmlns:a16="http://schemas.microsoft.com/office/drawing/2014/main" id="{8329CBB4-07BE-0EFE-6A5A-24082C16FC7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9078969" y="2351164"/>
                <a:ext cx="366553" cy="365760"/>
              </a:xfrm>
              <a:custGeom>
                <a:avLst/>
                <a:gdLst>
                  <a:gd name="T0" fmla="*/ 168 w 256"/>
                  <a:gd name="T1" fmla="*/ 184 h 256"/>
                  <a:gd name="T2" fmla="*/ 192 w 256"/>
                  <a:gd name="T3" fmla="*/ 116 h 256"/>
                  <a:gd name="T4" fmla="*/ 147 w 256"/>
                  <a:gd name="T5" fmla="*/ 44 h 256"/>
                  <a:gd name="T6" fmla="*/ 102 w 256"/>
                  <a:gd name="T7" fmla="*/ 26 h 256"/>
                  <a:gd name="T8" fmla="*/ 64 w 256"/>
                  <a:gd name="T9" fmla="*/ 83 h 256"/>
                  <a:gd name="T10" fmla="*/ 88 w 256"/>
                  <a:gd name="T11" fmla="*/ 130 h 256"/>
                  <a:gd name="T12" fmla="*/ 76 w 256"/>
                  <a:gd name="T13" fmla="*/ 192 h 256"/>
                  <a:gd name="T14" fmla="*/ 0 w 256"/>
                  <a:gd name="T15" fmla="*/ 256 h 256"/>
                  <a:gd name="T16" fmla="*/ 180 w 256"/>
                  <a:gd name="T17" fmla="*/ 208 h 256"/>
                  <a:gd name="T18" fmla="*/ 8 w 256"/>
                  <a:gd name="T19" fmla="*/ 248 h 256"/>
                  <a:gd name="T20" fmla="*/ 76 w 256"/>
                  <a:gd name="T21" fmla="*/ 248 h 256"/>
                  <a:gd name="T22" fmla="*/ 128 w 256"/>
                  <a:gd name="T23" fmla="*/ 44 h 256"/>
                  <a:gd name="T24" fmla="*/ 88 w 256"/>
                  <a:gd name="T25" fmla="*/ 79 h 256"/>
                  <a:gd name="T26" fmla="*/ 72 w 256"/>
                  <a:gd name="T27" fmla="*/ 116 h 256"/>
                  <a:gd name="T28" fmla="*/ 155 w 256"/>
                  <a:gd name="T29" fmla="*/ 52 h 256"/>
                  <a:gd name="T30" fmla="*/ 176 w 256"/>
                  <a:gd name="T31" fmla="*/ 124 h 256"/>
                  <a:gd name="T32" fmla="*/ 164 w 256"/>
                  <a:gd name="T33" fmla="*/ 75 h 256"/>
                  <a:gd name="T34" fmla="*/ 152 w 256"/>
                  <a:gd name="T35" fmla="*/ 192 h 256"/>
                  <a:gd name="T36" fmla="*/ 128 w 256"/>
                  <a:gd name="T37" fmla="*/ 140 h 256"/>
                  <a:gd name="T38" fmla="*/ 104 w 256"/>
                  <a:gd name="T39" fmla="*/ 192 h 256"/>
                  <a:gd name="T40" fmla="*/ 92 w 256"/>
                  <a:gd name="T41" fmla="*/ 75 h 256"/>
                  <a:gd name="T42" fmla="*/ 84 w 256"/>
                  <a:gd name="T43" fmla="*/ 248 h 256"/>
                  <a:gd name="T44" fmla="*/ 172 w 256"/>
                  <a:gd name="T45" fmla="*/ 248 h 256"/>
                  <a:gd name="T46" fmla="*/ 180 w 256"/>
                  <a:gd name="T47" fmla="*/ 248 h 256"/>
                  <a:gd name="T48" fmla="*/ 132 w 256"/>
                  <a:gd name="T49" fmla="*/ 212 h 256"/>
                  <a:gd name="T50" fmla="*/ 132 w 256"/>
                  <a:gd name="T51" fmla="*/ 236 h 256"/>
                  <a:gd name="T52" fmla="*/ 236 w 256"/>
                  <a:gd name="T53" fmla="*/ 28 h 256"/>
                  <a:gd name="T54" fmla="*/ 228 w 256"/>
                  <a:gd name="T55" fmla="*/ 20 h 256"/>
                  <a:gd name="T56" fmla="*/ 244 w 256"/>
                  <a:gd name="T57" fmla="*/ 44 h 256"/>
                  <a:gd name="T58" fmla="*/ 252 w 256"/>
                  <a:gd name="T59" fmla="*/ 36 h 256"/>
                  <a:gd name="T60" fmla="*/ 244 w 256"/>
                  <a:gd name="T61" fmla="*/ 44 h 256"/>
                  <a:gd name="T62" fmla="*/ 236 w 256"/>
                  <a:gd name="T63" fmla="*/ 52 h 256"/>
                  <a:gd name="T64" fmla="*/ 228 w 256"/>
                  <a:gd name="T65" fmla="*/ 60 h 256"/>
                  <a:gd name="T66" fmla="*/ 220 w 256"/>
                  <a:gd name="T67" fmla="*/ 44 h 256"/>
                  <a:gd name="T68" fmla="*/ 212 w 256"/>
                  <a:gd name="T69" fmla="*/ 36 h 256"/>
                  <a:gd name="T70" fmla="*/ 24 w 256"/>
                  <a:gd name="T71" fmla="*/ 136 h 256"/>
                  <a:gd name="T72" fmla="*/ 24 w 256"/>
                  <a:gd name="T73" fmla="*/ 120 h 256"/>
                  <a:gd name="T74" fmla="*/ 24 w 256"/>
                  <a:gd name="T75" fmla="*/ 136 h 256"/>
                  <a:gd name="T76" fmla="*/ 48 w 256"/>
                  <a:gd name="T77" fmla="*/ 144 h 256"/>
                  <a:gd name="T78" fmla="*/ 32 w 256"/>
                  <a:gd name="T79" fmla="*/ 144 h 256"/>
                  <a:gd name="T80" fmla="*/ 28 w 256"/>
                  <a:gd name="T81" fmla="*/ 164 h 256"/>
                  <a:gd name="T82" fmla="*/ 20 w 256"/>
                  <a:gd name="T83" fmla="*/ 156 h 256"/>
                  <a:gd name="T84" fmla="*/ 4 w 256"/>
                  <a:gd name="T85" fmla="*/ 148 h 256"/>
                  <a:gd name="T86" fmla="*/ 12 w 256"/>
                  <a:gd name="T87" fmla="*/ 140 h 256"/>
                  <a:gd name="T88" fmla="*/ 4 w 256"/>
                  <a:gd name="T89" fmla="*/ 148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256" h="256">
                    <a:moveTo>
                      <a:pt x="180" y="192"/>
                    </a:moveTo>
                    <a:cubicBezTo>
                      <a:pt x="166" y="192"/>
                      <a:pt x="166" y="192"/>
                      <a:pt x="166" y="192"/>
                    </a:cubicBezTo>
                    <a:cubicBezTo>
                      <a:pt x="167" y="190"/>
                      <a:pt x="168" y="187"/>
                      <a:pt x="168" y="184"/>
                    </a:cubicBezTo>
                    <a:cubicBezTo>
                      <a:pt x="168" y="130"/>
                      <a:pt x="168" y="130"/>
                      <a:pt x="168" y="130"/>
                    </a:cubicBezTo>
                    <a:cubicBezTo>
                      <a:pt x="170" y="131"/>
                      <a:pt x="173" y="132"/>
                      <a:pt x="176" y="132"/>
                    </a:cubicBezTo>
                    <a:cubicBezTo>
                      <a:pt x="185" y="132"/>
                      <a:pt x="192" y="125"/>
                      <a:pt x="192" y="116"/>
                    </a:cubicBezTo>
                    <a:cubicBezTo>
                      <a:pt x="192" y="83"/>
                      <a:pt x="192" y="83"/>
                      <a:pt x="192" y="83"/>
                    </a:cubicBezTo>
                    <a:cubicBezTo>
                      <a:pt x="192" y="59"/>
                      <a:pt x="178" y="44"/>
                      <a:pt x="155" y="44"/>
                    </a:cubicBezTo>
                    <a:cubicBezTo>
                      <a:pt x="147" y="44"/>
                      <a:pt x="147" y="44"/>
                      <a:pt x="147" y="44"/>
                    </a:cubicBezTo>
                    <a:cubicBezTo>
                      <a:pt x="151" y="39"/>
                      <a:pt x="154" y="33"/>
                      <a:pt x="154" y="26"/>
                    </a:cubicBezTo>
                    <a:cubicBezTo>
                      <a:pt x="154" y="12"/>
                      <a:pt x="142" y="0"/>
                      <a:pt x="128" y="0"/>
                    </a:cubicBezTo>
                    <a:cubicBezTo>
                      <a:pt x="114" y="0"/>
                      <a:pt x="102" y="12"/>
                      <a:pt x="102" y="26"/>
                    </a:cubicBezTo>
                    <a:cubicBezTo>
                      <a:pt x="102" y="33"/>
                      <a:pt x="105" y="39"/>
                      <a:pt x="109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78" y="44"/>
                      <a:pt x="64" y="59"/>
                      <a:pt x="64" y="83"/>
                    </a:cubicBezTo>
                    <a:cubicBezTo>
                      <a:pt x="64" y="116"/>
                      <a:pt x="64" y="116"/>
                      <a:pt x="64" y="116"/>
                    </a:cubicBezTo>
                    <a:cubicBezTo>
                      <a:pt x="64" y="125"/>
                      <a:pt x="71" y="132"/>
                      <a:pt x="80" y="132"/>
                    </a:cubicBezTo>
                    <a:cubicBezTo>
                      <a:pt x="83" y="132"/>
                      <a:pt x="86" y="131"/>
                      <a:pt x="88" y="130"/>
                    </a:cubicBezTo>
                    <a:cubicBezTo>
                      <a:pt x="88" y="184"/>
                      <a:pt x="88" y="184"/>
                      <a:pt x="88" y="184"/>
                    </a:cubicBezTo>
                    <a:cubicBezTo>
                      <a:pt x="88" y="187"/>
                      <a:pt x="89" y="190"/>
                      <a:pt x="90" y="192"/>
                    </a:cubicBezTo>
                    <a:cubicBezTo>
                      <a:pt x="76" y="192"/>
                      <a:pt x="76" y="192"/>
                      <a:pt x="76" y="192"/>
                    </a:cubicBezTo>
                    <a:cubicBezTo>
                      <a:pt x="76" y="220"/>
                      <a:pt x="76" y="220"/>
                      <a:pt x="76" y="220"/>
                    </a:cubicBezTo>
                    <a:cubicBezTo>
                      <a:pt x="0" y="220"/>
                      <a:pt x="0" y="220"/>
                      <a:pt x="0" y="220"/>
                    </a:cubicBezTo>
                    <a:cubicBezTo>
                      <a:pt x="0" y="256"/>
                      <a:pt x="0" y="256"/>
                      <a:pt x="0" y="256"/>
                    </a:cubicBezTo>
                    <a:cubicBezTo>
                      <a:pt x="256" y="256"/>
                      <a:pt x="256" y="256"/>
                      <a:pt x="256" y="256"/>
                    </a:cubicBezTo>
                    <a:cubicBezTo>
                      <a:pt x="256" y="208"/>
                      <a:pt x="256" y="208"/>
                      <a:pt x="256" y="208"/>
                    </a:cubicBezTo>
                    <a:cubicBezTo>
                      <a:pt x="180" y="208"/>
                      <a:pt x="180" y="208"/>
                      <a:pt x="180" y="208"/>
                    </a:cubicBezTo>
                    <a:lnTo>
                      <a:pt x="180" y="192"/>
                    </a:lnTo>
                    <a:close/>
                    <a:moveTo>
                      <a:pt x="76" y="248"/>
                    </a:moveTo>
                    <a:cubicBezTo>
                      <a:pt x="8" y="248"/>
                      <a:pt x="8" y="248"/>
                      <a:pt x="8" y="248"/>
                    </a:cubicBezTo>
                    <a:cubicBezTo>
                      <a:pt x="8" y="228"/>
                      <a:pt x="8" y="228"/>
                      <a:pt x="8" y="228"/>
                    </a:cubicBezTo>
                    <a:cubicBezTo>
                      <a:pt x="76" y="228"/>
                      <a:pt x="76" y="228"/>
                      <a:pt x="76" y="228"/>
                    </a:cubicBezTo>
                    <a:lnTo>
                      <a:pt x="76" y="248"/>
                    </a:lnTo>
                    <a:close/>
                    <a:moveTo>
                      <a:pt x="128" y="8"/>
                    </a:moveTo>
                    <a:cubicBezTo>
                      <a:pt x="138" y="8"/>
                      <a:pt x="146" y="16"/>
                      <a:pt x="146" y="26"/>
                    </a:cubicBezTo>
                    <a:cubicBezTo>
                      <a:pt x="146" y="36"/>
                      <a:pt x="138" y="44"/>
                      <a:pt x="128" y="44"/>
                    </a:cubicBezTo>
                    <a:cubicBezTo>
                      <a:pt x="118" y="44"/>
                      <a:pt x="110" y="36"/>
                      <a:pt x="110" y="26"/>
                    </a:cubicBezTo>
                    <a:cubicBezTo>
                      <a:pt x="110" y="16"/>
                      <a:pt x="118" y="8"/>
                      <a:pt x="128" y="8"/>
                    </a:cubicBezTo>
                    <a:close/>
                    <a:moveTo>
                      <a:pt x="88" y="79"/>
                    </a:moveTo>
                    <a:cubicBezTo>
                      <a:pt x="88" y="116"/>
                      <a:pt x="88" y="116"/>
                      <a:pt x="88" y="116"/>
                    </a:cubicBezTo>
                    <a:cubicBezTo>
                      <a:pt x="88" y="120"/>
                      <a:pt x="84" y="124"/>
                      <a:pt x="80" y="124"/>
                    </a:cubicBezTo>
                    <a:cubicBezTo>
                      <a:pt x="76" y="124"/>
                      <a:pt x="72" y="120"/>
                      <a:pt x="72" y="116"/>
                    </a:cubicBezTo>
                    <a:cubicBezTo>
                      <a:pt x="72" y="83"/>
                      <a:pt x="72" y="83"/>
                      <a:pt x="72" y="83"/>
                    </a:cubicBezTo>
                    <a:cubicBezTo>
                      <a:pt x="72" y="63"/>
                      <a:pt x="83" y="52"/>
                      <a:pt x="101" y="52"/>
                    </a:cubicBezTo>
                    <a:cubicBezTo>
                      <a:pt x="155" y="52"/>
                      <a:pt x="155" y="52"/>
                      <a:pt x="155" y="52"/>
                    </a:cubicBezTo>
                    <a:cubicBezTo>
                      <a:pt x="173" y="52"/>
                      <a:pt x="184" y="63"/>
                      <a:pt x="184" y="83"/>
                    </a:cubicBezTo>
                    <a:cubicBezTo>
                      <a:pt x="184" y="116"/>
                      <a:pt x="184" y="116"/>
                      <a:pt x="184" y="116"/>
                    </a:cubicBezTo>
                    <a:cubicBezTo>
                      <a:pt x="184" y="120"/>
                      <a:pt x="180" y="124"/>
                      <a:pt x="176" y="124"/>
                    </a:cubicBezTo>
                    <a:cubicBezTo>
                      <a:pt x="172" y="124"/>
                      <a:pt x="168" y="120"/>
                      <a:pt x="168" y="116"/>
                    </a:cubicBezTo>
                    <a:cubicBezTo>
                      <a:pt x="168" y="79"/>
                      <a:pt x="168" y="79"/>
                      <a:pt x="168" y="79"/>
                    </a:cubicBezTo>
                    <a:cubicBezTo>
                      <a:pt x="168" y="76"/>
                      <a:pt x="166" y="75"/>
                      <a:pt x="164" y="75"/>
                    </a:cubicBezTo>
                    <a:cubicBezTo>
                      <a:pt x="162" y="75"/>
                      <a:pt x="160" y="76"/>
                      <a:pt x="160" y="79"/>
                    </a:cubicBezTo>
                    <a:cubicBezTo>
                      <a:pt x="160" y="184"/>
                      <a:pt x="160" y="184"/>
                      <a:pt x="160" y="184"/>
                    </a:cubicBezTo>
                    <a:cubicBezTo>
                      <a:pt x="160" y="189"/>
                      <a:pt x="157" y="192"/>
                      <a:pt x="152" y="192"/>
                    </a:cubicBezTo>
                    <a:cubicBezTo>
                      <a:pt x="132" y="192"/>
                      <a:pt x="132" y="192"/>
                      <a:pt x="132" y="192"/>
                    </a:cubicBezTo>
                    <a:cubicBezTo>
                      <a:pt x="132" y="144"/>
                      <a:pt x="132" y="144"/>
                      <a:pt x="132" y="144"/>
                    </a:cubicBezTo>
                    <a:cubicBezTo>
                      <a:pt x="132" y="142"/>
                      <a:pt x="130" y="140"/>
                      <a:pt x="128" y="140"/>
                    </a:cubicBezTo>
                    <a:cubicBezTo>
                      <a:pt x="126" y="140"/>
                      <a:pt x="124" y="142"/>
                      <a:pt x="124" y="144"/>
                    </a:cubicBezTo>
                    <a:cubicBezTo>
                      <a:pt x="124" y="192"/>
                      <a:pt x="124" y="192"/>
                      <a:pt x="124" y="192"/>
                    </a:cubicBezTo>
                    <a:cubicBezTo>
                      <a:pt x="104" y="192"/>
                      <a:pt x="104" y="192"/>
                      <a:pt x="104" y="192"/>
                    </a:cubicBezTo>
                    <a:cubicBezTo>
                      <a:pt x="99" y="192"/>
                      <a:pt x="96" y="189"/>
                      <a:pt x="96" y="184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96" y="76"/>
                      <a:pt x="94" y="75"/>
                      <a:pt x="92" y="75"/>
                    </a:cubicBezTo>
                    <a:cubicBezTo>
                      <a:pt x="90" y="75"/>
                      <a:pt x="88" y="76"/>
                      <a:pt x="88" y="79"/>
                    </a:cubicBezTo>
                    <a:close/>
                    <a:moveTo>
                      <a:pt x="172" y="248"/>
                    </a:moveTo>
                    <a:cubicBezTo>
                      <a:pt x="84" y="248"/>
                      <a:pt x="84" y="248"/>
                      <a:pt x="84" y="248"/>
                    </a:cubicBezTo>
                    <a:cubicBezTo>
                      <a:pt x="84" y="200"/>
                      <a:pt x="84" y="200"/>
                      <a:pt x="84" y="200"/>
                    </a:cubicBezTo>
                    <a:cubicBezTo>
                      <a:pt x="172" y="200"/>
                      <a:pt x="172" y="200"/>
                      <a:pt x="172" y="200"/>
                    </a:cubicBezTo>
                    <a:lnTo>
                      <a:pt x="172" y="248"/>
                    </a:lnTo>
                    <a:close/>
                    <a:moveTo>
                      <a:pt x="248" y="216"/>
                    </a:moveTo>
                    <a:cubicBezTo>
                      <a:pt x="248" y="248"/>
                      <a:pt x="248" y="248"/>
                      <a:pt x="248" y="248"/>
                    </a:cubicBezTo>
                    <a:cubicBezTo>
                      <a:pt x="180" y="248"/>
                      <a:pt x="180" y="248"/>
                      <a:pt x="180" y="248"/>
                    </a:cubicBezTo>
                    <a:cubicBezTo>
                      <a:pt x="180" y="216"/>
                      <a:pt x="180" y="216"/>
                      <a:pt x="180" y="216"/>
                    </a:cubicBezTo>
                    <a:lnTo>
                      <a:pt x="248" y="216"/>
                    </a:lnTo>
                    <a:close/>
                    <a:moveTo>
                      <a:pt x="132" y="212"/>
                    </a:moveTo>
                    <a:cubicBezTo>
                      <a:pt x="124" y="212"/>
                      <a:pt x="124" y="212"/>
                      <a:pt x="124" y="212"/>
                    </a:cubicBezTo>
                    <a:cubicBezTo>
                      <a:pt x="124" y="236"/>
                      <a:pt x="124" y="236"/>
                      <a:pt x="124" y="236"/>
                    </a:cubicBezTo>
                    <a:cubicBezTo>
                      <a:pt x="132" y="236"/>
                      <a:pt x="132" y="236"/>
                      <a:pt x="132" y="236"/>
                    </a:cubicBezTo>
                    <a:lnTo>
                      <a:pt x="132" y="212"/>
                    </a:lnTo>
                    <a:close/>
                    <a:moveTo>
                      <a:pt x="232" y="32"/>
                    </a:moveTo>
                    <a:cubicBezTo>
                      <a:pt x="234" y="32"/>
                      <a:pt x="236" y="30"/>
                      <a:pt x="236" y="28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36" y="18"/>
                      <a:pt x="234" y="16"/>
                      <a:pt x="232" y="16"/>
                    </a:cubicBezTo>
                    <a:cubicBezTo>
                      <a:pt x="230" y="16"/>
                      <a:pt x="228" y="18"/>
                      <a:pt x="228" y="20"/>
                    </a:cubicBezTo>
                    <a:cubicBezTo>
                      <a:pt x="228" y="28"/>
                      <a:pt x="228" y="28"/>
                      <a:pt x="228" y="28"/>
                    </a:cubicBezTo>
                    <a:cubicBezTo>
                      <a:pt x="228" y="30"/>
                      <a:pt x="230" y="32"/>
                      <a:pt x="232" y="32"/>
                    </a:cubicBezTo>
                    <a:close/>
                    <a:moveTo>
                      <a:pt x="244" y="44"/>
                    </a:moveTo>
                    <a:cubicBezTo>
                      <a:pt x="252" y="44"/>
                      <a:pt x="252" y="44"/>
                      <a:pt x="252" y="44"/>
                    </a:cubicBezTo>
                    <a:cubicBezTo>
                      <a:pt x="254" y="44"/>
                      <a:pt x="256" y="42"/>
                      <a:pt x="256" y="40"/>
                    </a:cubicBezTo>
                    <a:cubicBezTo>
                      <a:pt x="256" y="38"/>
                      <a:pt x="254" y="36"/>
                      <a:pt x="252" y="36"/>
                    </a:cubicBezTo>
                    <a:cubicBezTo>
                      <a:pt x="244" y="36"/>
                      <a:pt x="244" y="36"/>
                      <a:pt x="244" y="36"/>
                    </a:cubicBezTo>
                    <a:cubicBezTo>
                      <a:pt x="242" y="36"/>
                      <a:pt x="240" y="38"/>
                      <a:pt x="240" y="40"/>
                    </a:cubicBezTo>
                    <a:cubicBezTo>
                      <a:pt x="240" y="42"/>
                      <a:pt x="242" y="44"/>
                      <a:pt x="244" y="44"/>
                    </a:cubicBezTo>
                    <a:close/>
                    <a:moveTo>
                      <a:pt x="232" y="64"/>
                    </a:moveTo>
                    <a:cubicBezTo>
                      <a:pt x="234" y="64"/>
                      <a:pt x="236" y="62"/>
                      <a:pt x="236" y="60"/>
                    </a:cubicBezTo>
                    <a:cubicBezTo>
                      <a:pt x="236" y="52"/>
                      <a:pt x="236" y="52"/>
                      <a:pt x="236" y="52"/>
                    </a:cubicBezTo>
                    <a:cubicBezTo>
                      <a:pt x="236" y="50"/>
                      <a:pt x="234" y="48"/>
                      <a:pt x="232" y="48"/>
                    </a:cubicBezTo>
                    <a:cubicBezTo>
                      <a:pt x="230" y="48"/>
                      <a:pt x="228" y="50"/>
                      <a:pt x="228" y="52"/>
                    </a:cubicBezTo>
                    <a:cubicBezTo>
                      <a:pt x="228" y="60"/>
                      <a:pt x="228" y="60"/>
                      <a:pt x="228" y="60"/>
                    </a:cubicBezTo>
                    <a:cubicBezTo>
                      <a:pt x="228" y="62"/>
                      <a:pt x="230" y="64"/>
                      <a:pt x="232" y="64"/>
                    </a:cubicBezTo>
                    <a:close/>
                    <a:moveTo>
                      <a:pt x="212" y="44"/>
                    </a:moveTo>
                    <a:cubicBezTo>
                      <a:pt x="220" y="44"/>
                      <a:pt x="220" y="44"/>
                      <a:pt x="220" y="44"/>
                    </a:cubicBezTo>
                    <a:cubicBezTo>
                      <a:pt x="222" y="44"/>
                      <a:pt x="224" y="42"/>
                      <a:pt x="224" y="40"/>
                    </a:cubicBezTo>
                    <a:cubicBezTo>
                      <a:pt x="224" y="38"/>
                      <a:pt x="222" y="36"/>
                      <a:pt x="220" y="36"/>
                    </a:cubicBezTo>
                    <a:cubicBezTo>
                      <a:pt x="212" y="36"/>
                      <a:pt x="212" y="36"/>
                      <a:pt x="212" y="36"/>
                    </a:cubicBezTo>
                    <a:cubicBezTo>
                      <a:pt x="210" y="36"/>
                      <a:pt x="208" y="38"/>
                      <a:pt x="208" y="40"/>
                    </a:cubicBezTo>
                    <a:cubicBezTo>
                      <a:pt x="208" y="42"/>
                      <a:pt x="210" y="44"/>
                      <a:pt x="212" y="44"/>
                    </a:cubicBezTo>
                    <a:close/>
                    <a:moveTo>
                      <a:pt x="24" y="136"/>
                    </a:moveTo>
                    <a:cubicBezTo>
                      <a:pt x="26" y="136"/>
                      <a:pt x="28" y="134"/>
                      <a:pt x="28" y="132"/>
                    </a:cubicBezTo>
                    <a:cubicBezTo>
                      <a:pt x="28" y="124"/>
                      <a:pt x="28" y="124"/>
                      <a:pt x="28" y="124"/>
                    </a:cubicBezTo>
                    <a:cubicBezTo>
                      <a:pt x="28" y="122"/>
                      <a:pt x="26" y="120"/>
                      <a:pt x="24" y="120"/>
                    </a:cubicBezTo>
                    <a:cubicBezTo>
                      <a:pt x="22" y="120"/>
                      <a:pt x="20" y="122"/>
                      <a:pt x="20" y="124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4"/>
                      <a:pt x="22" y="136"/>
                      <a:pt x="24" y="136"/>
                    </a:cubicBezTo>
                    <a:close/>
                    <a:moveTo>
                      <a:pt x="36" y="148"/>
                    </a:moveTo>
                    <a:cubicBezTo>
                      <a:pt x="44" y="148"/>
                      <a:pt x="44" y="148"/>
                      <a:pt x="44" y="148"/>
                    </a:cubicBezTo>
                    <a:cubicBezTo>
                      <a:pt x="46" y="148"/>
                      <a:pt x="48" y="146"/>
                      <a:pt x="48" y="144"/>
                    </a:cubicBezTo>
                    <a:cubicBezTo>
                      <a:pt x="48" y="142"/>
                      <a:pt x="46" y="140"/>
                      <a:pt x="44" y="140"/>
                    </a:cubicBezTo>
                    <a:cubicBezTo>
                      <a:pt x="36" y="140"/>
                      <a:pt x="36" y="140"/>
                      <a:pt x="36" y="140"/>
                    </a:cubicBezTo>
                    <a:cubicBezTo>
                      <a:pt x="34" y="140"/>
                      <a:pt x="32" y="142"/>
                      <a:pt x="32" y="144"/>
                    </a:cubicBezTo>
                    <a:cubicBezTo>
                      <a:pt x="32" y="146"/>
                      <a:pt x="34" y="148"/>
                      <a:pt x="36" y="148"/>
                    </a:cubicBezTo>
                    <a:close/>
                    <a:moveTo>
                      <a:pt x="24" y="168"/>
                    </a:moveTo>
                    <a:cubicBezTo>
                      <a:pt x="26" y="168"/>
                      <a:pt x="28" y="166"/>
                      <a:pt x="28" y="164"/>
                    </a:cubicBezTo>
                    <a:cubicBezTo>
                      <a:pt x="28" y="156"/>
                      <a:pt x="28" y="156"/>
                      <a:pt x="28" y="156"/>
                    </a:cubicBezTo>
                    <a:cubicBezTo>
                      <a:pt x="28" y="154"/>
                      <a:pt x="26" y="152"/>
                      <a:pt x="24" y="152"/>
                    </a:cubicBezTo>
                    <a:cubicBezTo>
                      <a:pt x="22" y="152"/>
                      <a:pt x="20" y="154"/>
                      <a:pt x="20" y="156"/>
                    </a:cubicBezTo>
                    <a:cubicBezTo>
                      <a:pt x="20" y="164"/>
                      <a:pt x="20" y="164"/>
                      <a:pt x="20" y="164"/>
                    </a:cubicBezTo>
                    <a:cubicBezTo>
                      <a:pt x="20" y="166"/>
                      <a:pt x="22" y="168"/>
                      <a:pt x="24" y="168"/>
                    </a:cubicBezTo>
                    <a:close/>
                    <a:moveTo>
                      <a:pt x="4" y="148"/>
                    </a:moveTo>
                    <a:cubicBezTo>
                      <a:pt x="12" y="148"/>
                      <a:pt x="12" y="148"/>
                      <a:pt x="12" y="148"/>
                    </a:cubicBezTo>
                    <a:cubicBezTo>
                      <a:pt x="14" y="148"/>
                      <a:pt x="16" y="146"/>
                      <a:pt x="16" y="144"/>
                    </a:cubicBezTo>
                    <a:cubicBezTo>
                      <a:pt x="16" y="142"/>
                      <a:pt x="14" y="140"/>
                      <a:pt x="12" y="140"/>
                    </a:cubicBezTo>
                    <a:cubicBezTo>
                      <a:pt x="4" y="140"/>
                      <a:pt x="4" y="140"/>
                      <a:pt x="4" y="140"/>
                    </a:cubicBezTo>
                    <a:cubicBezTo>
                      <a:pt x="2" y="140"/>
                      <a:pt x="0" y="142"/>
                      <a:pt x="0" y="144"/>
                    </a:cubicBezTo>
                    <a:cubicBezTo>
                      <a:pt x="0" y="146"/>
                      <a:pt x="2" y="148"/>
                      <a:pt x="4" y="1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  <p:sp>
          <p:nvSpPr>
            <p:cNvPr id="107" name="Analysis tools">
              <a:extLst>
                <a:ext uri="{FF2B5EF4-FFF2-40B4-BE49-F238E27FC236}">
                  <a16:creationId xmlns:a16="http://schemas.microsoft.com/office/drawing/2014/main" id="{D756EDBC-ABD0-6571-35C4-CE18F90D678C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9055968" y="2921996"/>
              <a:ext cx="342751" cy="365760"/>
            </a:xfrm>
            <a:custGeom>
              <a:avLst/>
              <a:gdLst>
                <a:gd name="T0" fmla="*/ 235 w 239"/>
                <a:gd name="T1" fmla="*/ 0 h 256"/>
                <a:gd name="T2" fmla="*/ 131 w 239"/>
                <a:gd name="T3" fmla="*/ 0 h 256"/>
                <a:gd name="T4" fmla="*/ 129 w 239"/>
                <a:gd name="T5" fmla="*/ 0 h 256"/>
                <a:gd name="T6" fmla="*/ 128 w 239"/>
                <a:gd name="T7" fmla="*/ 1 h 256"/>
                <a:gd name="T8" fmla="*/ 84 w 239"/>
                <a:gd name="T9" fmla="*/ 45 h 256"/>
                <a:gd name="T10" fmla="*/ 83 w 239"/>
                <a:gd name="T11" fmla="*/ 46 h 256"/>
                <a:gd name="T12" fmla="*/ 83 w 239"/>
                <a:gd name="T13" fmla="*/ 48 h 256"/>
                <a:gd name="T14" fmla="*/ 83 w 239"/>
                <a:gd name="T15" fmla="*/ 97 h 256"/>
                <a:gd name="T16" fmla="*/ 12 w 239"/>
                <a:gd name="T17" fmla="*/ 153 h 256"/>
                <a:gd name="T18" fmla="*/ 66 w 239"/>
                <a:gd name="T19" fmla="*/ 253 h 256"/>
                <a:gd name="T20" fmla="*/ 89 w 239"/>
                <a:gd name="T21" fmla="*/ 256 h 256"/>
                <a:gd name="T22" fmla="*/ 127 w 239"/>
                <a:gd name="T23" fmla="*/ 246 h 256"/>
                <a:gd name="T24" fmla="*/ 165 w 239"/>
                <a:gd name="T25" fmla="*/ 199 h 256"/>
                <a:gd name="T26" fmla="*/ 166 w 239"/>
                <a:gd name="T27" fmla="*/ 198 h 256"/>
                <a:gd name="T28" fmla="*/ 235 w 239"/>
                <a:gd name="T29" fmla="*/ 198 h 256"/>
                <a:gd name="T30" fmla="*/ 239 w 239"/>
                <a:gd name="T31" fmla="*/ 194 h 256"/>
                <a:gd name="T32" fmla="*/ 239 w 239"/>
                <a:gd name="T33" fmla="*/ 4 h 256"/>
                <a:gd name="T34" fmla="*/ 235 w 239"/>
                <a:gd name="T35" fmla="*/ 0 h 256"/>
                <a:gd name="T36" fmla="*/ 127 w 239"/>
                <a:gd name="T37" fmla="*/ 14 h 256"/>
                <a:gd name="T38" fmla="*/ 127 w 239"/>
                <a:gd name="T39" fmla="*/ 44 h 256"/>
                <a:gd name="T40" fmla="*/ 97 w 239"/>
                <a:gd name="T41" fmla="*/ 44 h 256"/>
                <a:gd name="T42" fmla="*/ 127 w 239"/>
                <a:gd name="T43" fmla="*/ 14 h 256"/>
                <a:gd name="T44" fmla="*/ 158 w 239"/>
                <a:gd name="T45" fmla="*/ 197 h 256"/>
                <a:gd name="T46" fmla="*/ 123 w 239"/>
                <a:gd name="T47" fmla="*/ 239 h 256"/>
                <a:gd name="T48" fmla="*/ 68 w 239"/>
                <a:gd name="T49" fmla="*/ 245 h 256"/>
                <a:gd name="T50" fmla="*/ 20 w 239"/>
                <a:gd name="T51" fmla="*/ 156 h 256"/>
                <a:gd name="T52" fmla="*/ 89 w 239"/>
                <a:gd name="T53" fmla="*/ 104 h 256"/>
                <a:gd name="T54" fmla="*/ 105 w 239"/>
                <a:gd name="T55" fmla="*/ 106 h 256"/>
                <a:gd name="T56" fmla="*/ 85 w 239"/>
                <a:gd name="T57" fmla="*/ 175 h 256"/>
                <a:gd name="T58" fmla="*/ 86 w 239"/>
                <a:gd name="T59" fmla="*/ 179 h 256"/>
                <a:gd name="T60" fmla="*/ 90 w 239"/>
                <a:gd name="T61" fmla="*/ 180 h 256"/>
                <a:gd name="T62" fmla="*/ 159 w 239"/>
                <a:gd name="T63" fmla="*/ 161 h 256"/>
                <a:gd name="T64" fmla="*/ 158 w 239"/>
                <a:gd name="T65" fmla="*/ 197 h 256"/>
                <a:gd name="T66" fmla="*/ 231 w 239"/>
                <a:gd name="T67" fmla="*/ 190 h 256"/>
                <a:gd name="T68" fmla="*/ 167 w 239"/>
                <a:gd name="T69" fmla="*/ 190 h 256"/>
                <a:gd name="T70" fmla="*/ 166 w 239"/>
                <a:gd name="T71" fmla="*/ 155 h 256"/>
                <a:gd name="T72" fmla="*/ 161 w 239"/>
                <a:gd name="T73" fmla="*/ 153 h 256"/>
                <a:gd name="T74" fmla="*/ 95 w 239"/>
                <a:gd name="T75" fmla="*/ 170 h 256"/>
                <a:gd name="T76" fmla="*/ 114 w 239"/>
                <a:gd name="T77" fmla="*/ 105 h 256"/>
                <a:gd name="T78" fmla="*/ 114 w 239"/>
                <a:gd name="T79" fmla="*/ 101 h 256"/>
                <a:gd name="T80" fmla="*/ 112 w 239"/>
                <a:gd name="T81" fmla="*/ 100 h 256"/>
                <a:gd name="T82" fmla="*/ 91 w 239"/>
                <a:gd name="T83" fmla="*/ 96 h 256"/>
                <a:gd name="T84" fmla="*/ 91 w 239"/>
                <a:gd name="T85" fmla="*/ 52 h 256"/>
                <a:gd name="T86" fmla="*/ 131 w 239"/>
                <a:gd name="T87" fmla="*/ 52 h 256"/>
                <a:gd name="T88" fmla="*/ 135 w 239"/>
                <a:gd name="T89" fmla="*/ 48 h 256"/>
                <a:gd name="T90" fmla="*/ 135 w 239"/>
                <a:gd name="T91" fmla="*/ 8 h 256"/>
                <a:gd name="T92" fmla="*/ 231 w 239"/>
                <a:gd name="T93" fmla="*/ 8 h 256"/>
                <a:gd name="T94" fmla="*/ 231 w 239"/>
                <a:gd name="T95" fmla="*/ 190 h 256"/>
                <a:gd name="T96" fmla="*/ 115 w 239"/>
                <a:gd name="T97" fmla="*/ 152 h 256"/>
                <a:gd name="T98" fmla="*/ 118 w 239"/>
                <a:gd name="T99" fmla="*/ 153 h 256"/>
                <a:gd name="T100" fmla="*/ 120 w 239"/>
                <a:gd name="T101" fmla="*/ 153 h 256"/>
                <a:gd name="T102" fmla="*/ 173 w 239"/>
                <a:gd name="T103" fmla="*/ 129 h 256"/>
                <a:gd name="T104" fmla="*/ 175 w 239"/>
                <a:gd name="T105" fmla="*/ 127 h 256"/>
                <a:gd name="T106" fmla="*/ 175 w 239"/>
                <a:gd name="T107" fmla="*/ 124 h 256"/>
                <a:gd name="T108" fmla="*/ 141 w 239"/>
                <a:gd name="T109" fmla="*/ 91 h 256"/>
                <a:gd name="T110" fmla="*/ 137 w 239"/>
                <a:gd name="T111" fmla="*/ 91 h 256"/>
                <a:gd name="T112" fmla="*/ 135 w 239"/>
                <a:gd name="T113" fmla="*/ 93 h 256"/>
                <a:gd name="T114" fmla="*/ 114 w 239"/>
                <a:gd name="T115" fmla="*/ 148 h 256"/>
                <a:gd name="T116" fmla="*/ 115 w 239"/>
                <a:gd name="T117" fmla="*/ 152 h 256"/>
                <a:gd name="T118" fmla="*/ 141 w 239"/>
                <a:gd name="T119" fmla="*/ 100 h 256"/>
                <a:gd name="T120" fmla="*/ 166 w 239"/>
                <a:gd name="T121" fmla="*/ 123 h 256"/>
                <a:gd name="T122" fmla="*/ 125 w 239"/>
                <a:gd name="T123" fmla="*/ 141 h 256"/>
                <a:gd name="T124" fmla="*/ 141 w 239"/>
                <a:gd name="T125" fmla="*/ 10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9" h="256">
                  <a:moveTo>
                    <a:pt x="235" y="0"/>
                  </a:moveTo>
                  <a:cubicBezTo>
                    <a:pt x="131" y="0"/>
                    <a:pt x="131" y="0"/>
                    <a:pt x="131" y="0"/>
                  </a:cubicBezTo>
                  <a:cubicBezTo>
                    <a:pt x="130" y="0"/>
                    <a:pt x="130" y="0"/>
                    <a:pt x="129" y="0"/>
                  </a:cubicBezTo>
                  <a:cubicBezTo>
                    <a:pt x="129" y="1"/>
                    <a:pt x="128" y="1"/>
                    <a:pt x="128" y="1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84" y="45"/>
                    <a:pt x="84" y="46"/>
                    <a:pt x="83" y="46"/>
                  </a:cubicBezTo>
                  <a:cubicBezTo>
                    <a:pt x="83" y="47"/>
                    <a:pt x="83" y="47"/>
                    <a:pt x="83" y="48"/>
                  </a:cubicBezTo>
                  <a:cubicBezTo>
                    <a:pt x="83" y="97"/>
                    <a:pt x="83" y="97"/>
                    <a:pt x="83" y="97"/>
                  </a:cubicBezTo>
                  <a:cubicBezTo>
                    <a:pt x="51" y="99"/>
                    <a:pt x="22" y="121"/>
                    <a:pt x="12" y="153"/>
                  </a:cubicBezTo>
                  <a:cubicBezTo>
                    <a:pt x="0" y="196"/>
                    <a:pt x="24" y="240"/>
                    <a:pt x="66" y="253"/>
                  </a:cubicBezTo>
                  <a:cubicBezTo>
                    <a:pt x="74" y="255"/>
                    <a:pt x="81" y="256"/>
                    <a:pt x="89" y="256"/>
                  </a:cubicBezTo>
                  <a:cubicBezTo>
                    <a:pt x="102" y="256"/>
                    <a:pt x="115" y="253"/>
                    <a:pt x="127" y="246"/>
                  </a:cubicBezTo>
                  <a:cubicBezTo>
                    <a:pt x="146" y="236"/>
                    <a:pt x="159" y="219"/>
                    <a:pt x="165" y="199"/>
                  </a:cubicBezTo>
                  <a:cubicBezTo>
                    <a:pt x="166" y="199"/>
                    <a:pt x="166" y="198"/>
                    <a:pt x="166" y="198"/>
                  </a:cubicBezTo>
                  <a:cubicBezTo>
                    <a:pt x="235" y="198"/>
                    <a:pt x="235" y="198"/>
                    <a:pt x="235" y="198"/>
                  </a:cubicBezTo>
                  <a:cubicBezTo>
                    <a:pt x="237" y="198"/>
                    <a:pt x="239" y="196"/>
                    <a:pt x="239" y="194"/>
                  </a:cubicBezTo>
                  <a:cubicBezTo>
                    <a:pt x="239" y="4"/>
                    <a:pt x="239" y="4"/>
                    <a:pt x="239" y="4"/>
                  </a:cubicBezTo>
                  <a:cubicBezTo>
                    <a:pt x="239" y="2"/>
                    <a:pt x="237" y="0"/>
                    <a:pt x="235" y="0"/>
                  </a:cubicBezTo>
                  <a:close/>
                  <a:moveTo>
                    <a:pt x="127" y="14"/>
                  </a:moveTo>
                  <a:cubicBezTo>
                    <a:pt x="127" y="44"/>
                    <a:pt x="127" y="44"/>
                    <a:pt x="127" y="44"/>
                  </a:cubicBezTo>
                  <a:cubicBezTo>
                    <a:pt x="97" y="44"/>
                    <a:pt x="97" y="44"/>
                    <a:pt x="97" y="44"/>
                  </a:cubicBezTo>
                  <a:lnTo>
                    <a:pt x="127" y="14"/>
                  </a:lnTo>
                  <a:close/>
                  <a:moveTo>
                    <a:pt x="158" y="197"/>
                  </a:moveTo>
                  <a:cubicBezTo>
                    <a:pt x="152" y="215"/>
                    <a:pt x="140" y="230"/>
                    <a:pt x="123" y="239"/>
                  </a:cubicBezTo>
                  <a:cubicBezTo>
                    <a:pt x="106" y="248"/>
                    <a:pt x="87" y="250"/>
                    <a:pt x="68" y="245"/>
                  </a:cubicBezTo>
                  <a:cubicBezTo>
                    <a:pt x="30" y="234"/>
                    <a:pt x="9" y="194"/>
                    <a:pt x="20" y="156"/>
                  </a:cubicBezTo>
                  <a:cubicBezTo>
                    <a:pt x="29" y="124"/>
                    <a:pt x="58" y="104"/>
                    <a:pt x="89" y="104"/>
                  </a:cubicBezTo>
                  <a:cubicBezTo>
                    <a:pt x="94" y="104"/>
                    <a:pt x="100" y="105"/>
                    <a:pt x="105" y="106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5" y="176"/>
                    <a:pt x="85" y="178"/>
                    <a:pt x="86" y="179"/>
                  </a:cubicBezTo>
                  <a:cubicBezTo>
                    <a:pt x="87" y="180"/>
                    <a:pt x="89" y="180"/>
                    <a:pt x="90" y="180"/>
                  </a:cubicBezTo>
                  <a:cubicBezTo>
                    <a:pt x="159" y="161"/>
                    <a:pt x="159" y="161"/>
                    <a:pt x="159" y="161"/>
                  </a:cubicBezTo>
                  <a:cubicBezTo>
                    <a:pt x="162" y="173"/>
                    <a:pt x="161" y="185"/>
                    <a:pt x="158" y="197"/>
                  </a:cubicBezTo>
                  <a:close/>
                  <a:moveTo>
                    <a:pt x="231" y="190"/>
                  </a:moveTo>
                  <a:cubicBezTo>
                    <a:pt x="167" y="190"/>
                    <a:pt x="167" y="190"/>
                    <a:pt x="167" y="190"/>
                  </a:cubicBezTo>
                  <a:cubicBezTo>
                    <a:pt x="169" y="179"/>
                    <a:pt x="169" y="167"/>
                    <a:pt x="166" y="155"/>
                  </a:cubicBezTo>
                  <a:cubicBezTo>
                    <a:pt x="165" y="153"/>
                    <a:pt x="163" y="152"/>
                    <a:pt x="161" y="153"/>
                  </a:cubicBezTo>
                  <a:cubicBezTo>
                    <a:pt x="95" y="170"/>
                    <a:pt x="95" y="170"/>
                    <a:pt x="95" y="170"/>
                  </a:cubicBezTo>
                  <a:cubicBezTo>
                    <a:pt x="114" y="105"/>
                    <a:pt x="114" y="105"/>
                    <a:pt x="114" y="105"/>
                  </a:cubicBezTo>
                  <a:cubicBezTo>
                    <a:pt x="115" y="104"/>
                    <a:pt x="114" y="102"/>
                    <a:pt x="114" y="101"/>
                  </a:cubicBezTo>
                  <a:cubicBezTo>
                    <a:pt x="113" y="101"/>
                    <a:pt x="113" y="100"/>
                    <a:pt x="112" y="100"/>
                  </a:cubicBezTo>
                  <a:cubicBezTo>
                    <a:pt x="105" y="98"/>
                    <a:pt x="98" y="97"/>
                    <a:pt x="91" y="96"/>
                  </a:cubicBezTo>
                  <a:cubicBezTo>
                    <a:pt x="91" y="52"/>
                    <a:pt x="91" y="52"/>
                    <a:pt x="91" y="52"/>
                  </a:cubicBezTo>
                  <a:cubicBezTo>
                    <a:pt x="131" y="52"/>
                    <a:pt x="131" y="52"/>
                    <a:pt x="131" y="52"/>
                  </a:cubicBezTo>
                  <a:cubicBezTo>
                    <a:pt x="133" y="52"/>
                    <a:pt x="135" y="50"/>
                    <a:pt x="135" y="48"/>
                  </a:cubicBezTo>
                  <a:cubicBezTo>
                    <a:pt x="135" y="8"/>
                    <a:pt x="135" y="8"/>
                    <a:pt x="135" y="8"/>
                  </a:cubicBezTo>
                  <a:cubicBezTo>
                    <a:pt x="231" y="8"/>
                    <a:pt x="231" y="8"/>
                    <a:pt x="231" y="8"/>
                  </a:cubicBezTo>
                  <a:lnTo>
                    <a:pt x="231" y="190"/>
                  </a:lnTo>
                  <a:close/>
                  <a:moveTo>
                    <a:pt x="115" y="152"/>
                  </a:moveTo>
                  <a:cubicBezTo>
                    <a:pt x="116" y="153"/>
                    <a:pt x="117" y="153"/>
                    <a:pt x="118" y="153"/>
                  </a:cubicBezTo>
                  <a:cubicBezTo>
                    <a:pt x="119" y="153"/>
                    <a:pt x="119" y="153"/>
                    <a:pt x="120" y="153"/>
                  </a:cubicBezTo>
                  <a:cubicBezTo>
                    <a:pt x="173" y="129"/>
                    <a:pt x="173" y="129"/>
                    <a:pt x="173" y="129"/>
                  </a:cubicBezTo>
                  <a:cubicBezTo>
                    <a:pt x="174" y="129"/>
                    <a:pt x="175" y="128"/>
                    <a:pt x="175" y="127"/>
                  </a:cubicBezTo>
                  <a:cubicBezTo>
                    <a:pt x="176" y="126"/>
                    <a:pt x="176" y="125"/>
                    <a:pt x="175" y="124"/>
                  </a:cubicBezTo>
                  <a:cubicBezTo>
                    <a:pt x="168" y="108"/>
                    <a:pt x="156" y="97"/>
                    <a:pt x="141" y="91"/>
                  </a:cubicBezTo>
                  <a:cubicBezTo>
                    <a:pt x="140" y="90"/>
                    <a:pt x="138" y="90"/>
                    <a:pt x="137" y="91"/>
                  </a:cubicBezTo>
                  <a:cubicBezTo>
                    <a:pt x="136" y="91"/>
                    <a:pt x="136" y="92"/>
                    <a:pt x="135" y="93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9"/>
                    <a:pt x="114" y="151"/>
                    <a:pt x="115" y="152"/>
                  </a:cubicBezTo>
                  <a:close/>
                  <a:moveTo>
                    <a:pt x="141" y="100"/>
                  </a:moveTo>
                  <a:cubicBezTo>
                    <a:pt x="152" y="105"/>
                    <a:pt x="161" y="113"/>
                    <a:pt x="166" y="123"/>
                  </a:cubicBezTo>
                  <a:cubicBezTo>
                    <a:pt x="125" y="141"/>
                    <a:pt x="125" y="141"/>
                    <a:pt x="125" y="141"/>
                  </a:cubicBezTo>
                  <a:lnTo>
                    <a:pt x="141" y="1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F4FB031-45D9-C646-F751-9C52F2D79B5D}"/>
              </a:ext>
            </a:extLst>
          </p:cNvPr>
          <p:cNvSpPr/>
          <p:nvPr/>
        </p:nvSpPr>
        <p:spPr>
          <a:xfrm>
            <a:off x="1492104" y="836197"/>
            <a:ext cx="86771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ما در حالت کلی 3 نوع خط داریم:</a:t>
            </a:r>
            <a:endParaRPr lang="ar-DZ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116E1D-7A85-37E5-DAD9-FEB8A1FF7A7C}"/>
              </a:ext>
            </a:extLst>
          </p:cNvPr>
          <p:cNvGrpSpPr/>
          <p:nvPr/>
        </p:nvGrpSpPr>
        <p:grpSpPr>
          <a:xfrm>
            <a:off x="1082392" y="-93107"/>
            <a:ext cx="3472650" cy="1446550"/>
            <a:chOff x="4859998" y="878197"/>
            <a:chExt cx="4413370" cy="1216215"/>
          </a:xfrm>
        </p:grpSpPr>
        <p:sp>
          <p:nvSpPr>
            <p:cNvPr id="8" name="Freeform 83">
              <a:extLst>
                <a:ext uri="{FF2B5EF4-FFF2-40B4-BE49-F238E27FC236}">
                  <a16:creationId xmlns:a16="http://schemas.microsoft.com/office/drawing/2014/main" id="{A353107B-D79B-496B-96A8-B830205DA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998" y="1148135"/>
              <a:ext cx="4263543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rtl="1"/>
              <a:r>
                <a:rPr lang="fa-IR" sz="2800" dirty="0">
                  <a:solidFill>
                    <a:schemeClr val="bg1"/>
                  </a:solidFill>
                  <a:latin typeface="IRANSansXFaNum DemiBold" pitchFamily="2" charset="-78"/>
                  <a:cs typeface="IRANSansXFaNum DemiBold" pitchFamily="2" charset="-78"/>
                </a:rPr>
                <a:t>روابط بین پاره خط ها</a:t>
              </a:r>
              <a:endParaRPr lang="ru-RU" sz="2800" dirty="0">
                <a:solidFill>
                  <a:schemeClr val="bg1"/>
                </a:solidFill>
                <a:cs typeface="IRANSansXFaNum DemiBold" pitchFamily="2" charset="-78"/>
              </a:endParaRPr>
            </a:p>
          </p:txBody>
        </p:sp>
        <p:sp>
          <p:nvSpPr>
            <p:cNvPr id="9" name="A">
              <a:extLst>
                <a:ext uri="{FF2B5EF4-FFF2-40B4-BE49-F238E27FC236}">
                  <a16:creationId xmlns:a16="http://schemas.microsoft.com/office/drawing/2014/main" id="{FDBA9153-FCD1-CA48-4149-EF37038AD5E4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F348D2-3412-0EE3-86E7-9C17158C1783}"/>
              </a:ext>
            </a:extLst>
          </p:cNvPr>
          <p:cNvCxnSpPr>
            <a:cxnSpLocks/>
          </p:cNvCxnSpPr>
          <p:nvPr/>
        </p:nvCxnSpPr>
        <p:spPr>
          <a:xfrm flipV="1">
            <a:off x="311647" y="3032598"/>
            <a:ext cx="2229377" cy="1799439"/>
          </a:xfrm>
          <a:prstGeom prst="straightConnector1">
            <a:avLst/>
          </a:prstGeom>
          <a:ln w="57150">
            <a:solidFill>
              <a:srgbClr val="6699FF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B49CD9-9522-D6E5-24BD-DA09369FD322}"/>
              </a:ext>
            </a:extLst>
          </p:cNvPr>
          <p:cNvSpPr txBox="1"/>
          <p:nvPr/>
        </p:nvSpPr>
        <p:spPr>
          <a:xfrm>
            <a:off x="962658" y="4461022"/>
            <a:ext cx="152556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lnSpc>
                <a:spcPct val="150000"/>
              </a:lnSpc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ctr"/>
            <a:r>
              <a:rPr lang="fa-IR" dirty="0">
                <a:solidFill>
                  <a:srgbClr val="6699FF"/>
                </a:solidFill>
              </a:rPr>
              <a:t>خط راست</a:t>
            </a:r>
            <a:endParaRPr lang="en-US" dirty="0">
              <a:solidFill>
                <a:srgbClr val="6699FF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2100211-29A8-F336-6CF2-05AB3DD747E9}"/>
              </a:ext>
            </a:extLst>
          </p:cNvPr>
          <p:cNvGrpSpPr/>
          <p:nvPr/>
        </p:nvGrpSpPr>
        <p:grpSpPr>
          <a:xfrm>
            <a:off x="3236608" y="3288935"/>
            <a:ext cx="3204330" cy="1240756"/>
            <a:chOff x="3696987" y="4461022"/>
            <a:chExt cx="3204330" cy="1240756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9380B1F-DB2C-4B57-CCF6-1CD7328199FF}"/>
                </a:ext>
              </a:extLst>
            </p:cNvPr>
            <p:cNvCxnSpPr/>
            <p:nvPr/>
          </p:nvCxnSpPr>
          <p:spPr>
            <a:xfrm flipV="1">
              <a:off x="3696987" y="4604498"/>
              <a:ext cx="989214" cy="1097280"/>
            </a:xfrm>
            <a:prstGeom prst="line">
              <a:avLst/>
            </a:prstGeom>
            <a:ln w="57150"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8870D84-7BE8-0382-E20C-CCCF904FBE77}"/>
                </a:ext>
              </a:extLst>
            </p:cNvPr>
            <p:cNvCxnSpPr>
              <a:cxnSpLocks/>
            </p:cNvCxnSpPr>
            <p:nvPr/>
          </p:nvCxnSpPr>
          <p:spPr>
            <a:xfrm>
              <a:off x="4648425" y="4614352"/>
              <a:ext cx="558341" cy="54864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3E69DF5-E6CA-CF68-B166-561325E27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8990" y="4515417"/>
              <a:ext cx="605881" cy="63772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B89195-6169-8BED-07C1-BDE9A5107268}"/>
                </a:ext>
              </a:extLst>
            </p:cNvPr>
            <p:cNvCxnSpPr>
              <a:cxnSpLocks/>
            </p:cNvCxnSpPr>
            <p:nvPr/>
          </p:nvCxnSpPr>
          <p:spPr>
            <a:xfrm>
              <a:off x="5774871" y="4559957"/>
              <a:ext cx="558341" cy="54864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0DA7311-1DEF-C20F-4AF8-919D26975C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5436" y="4461022"/>
              <a:ext cx="605881" cy="637721"/>
            </a:xfrm>
            <a:prstGeom prst="line">
              <a:avLst/>
            </a:prstGeom>
            <a:ln w="57150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B68DF7D-204C-5586-987B-A6CA9962A911}"/>
              </a:ext>
            </a:extLst>
          </p:cNvPr>
          <p:cNvSpPr txBox="1"/>
          <p:nvPr/>
        </p:nvSpPr>
        <p:spPr>
          <a:xfrm>
            <a:off x="3814724" y="4461022"/>
            <a:ext cx="200202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lnSpc>
                <a:spcPct val="150000"/>
              </a:lnSpc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ctr"/>
            <a:r>
              <a:rPr lang="fa-IR" dirty="0">
                <a:solidFill>
                  <a:srgbClr val="00B050"/>
                </a:solidFill>
              </a:rPr>
              <a:t>خط شکسته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1550F95C-32DE-52BA-4ED5-62EB6BF3069A}"/>
              </a:ext>
            </a:extLst>
          </p:cNvPr>
          <p:cNvSpPr/>
          <p:nvPr/>
        </p:nvSpPr>
        <p:spPr>
          <a:xfrm>
            <a:off x="6961503" y="3550179"/>
            <a:ext cx="2342606" cy="706802"/>
          </a:xfrm>
          <a:custGeom>
            <a:avLst/>
            <a:gdLst>
              <a:gd name="csX0" fmla="*/ 0 w 2342606"/>
              <a:gd name="csY0" fmla="*/ 605889 h 706802"/>
              <a:gd name="csX1" fmla="*/ 757646 w 2342606"/>
              <a:gd name="csY1" fmla="*/ 643 h 706802"/>
              <a:gd name="csX2" fmla="*/ 1524000 w 2342606"/>
              <a:gd name="csY2" fmla="*/ 706037 h 706802"/>
              <a:gd name="csX3" fmla="*/ 2342606 w 2342606"/>
              <a:gd name="csY3" fmla="*/ 109500 h 7068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42606" h="706802">
                <a:moveTo>
                  <a:pt x="0" y="605889"/>
                </a:moveTo>
                <a:cubicBezTo>
                  <a:pt x="251823" y="294920"/>
                  <a:pt x="503646" y="-16048"/>
                  <a:pt x="757646" y="643"/>
                </a:cubicBezTo>
                <a:cubicBezTo>
                  <a:pt x="1011646" y="17334"/>
                  <a:pt x="1259840" y="687894"/>
                  <a:pt x="1524000" y="706037"/>
                </a:cubicBezTo>
                <a:cubicBezTo>
                  <a:pt x="1788160" y="724180"/>
                  <a:pt x="2065383" y="416840"/>
                  <a:pt x="2342606" y="109500"/>
                </a:cubicBezTo>
              </a:path>
            </a:pathLst>
          </a:custGeom>
          <a:noFill/>
          <a:ln w="57150">
            <a:solidFill>
              <a:srgbClr val="CC00FF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7F2523-DA98-7D84-8232-A6C89C1B9433}"/>
              </a:ext>
            </a:extLst>
          </p:cNvPr>
          <p:cNvSpPr txBox="1"/>
          <p:nvPr/>
        </p:nvSpPr>
        <p:spPr>
          <a:xfrm>
            <a:off x="7131792" y="4461022"/>
            <a:ext cx="200202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lnSpc>
                <a:spcPct val="150000"/>
              </a:lnSpc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algn="ctr"/>
            <a:r>
              <a:rPr lang="fa-IR" dirty="0">
                <a:solidFill>
                  <a:srgbClr val="CC00FF"/>
                </a:solidFill>
              </a:rPr>
              <a:t>خط خمیده</a:t>
            </a:r>
            <a:endParaRPr lang="en-US" dirty="0">
              <a:solidFill>
                <a:srgbClr val="CC00FF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D6A7111-6B11-2261-8812-82A4F856E08D}"/>
              </a:ext>
            </a:extLst>
          </p:cNvPr>
          <p:cNvSpPr/>
          <p:nvPr/>
        </p:nvSpPr>
        <p:spPr>
          <a:xfrm>
            <a:off x="9731171" y="4357702"/>
            <a:ext cx="2199600" cy="219963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64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1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4" dur="1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5" dur="1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3" dur="500"/>
                                            <p:tgtEl>
                                              <p:spTgt spid="1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2" fill="hold">
                          <p:stCondLst>
                            <p:cond delay="indefinite"/>
                          </p:stCondLst>
                          <p:childTnLst>
                            <p:par>
                              <p:cTn id="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0" fill="hold">
                          <p:stCondLst>
                            <p:cond delay="indefinite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4" grpId="0" animBg="1"/>
          <p:bldP spid="104" grpId="0" animBg="1"/>
          <p:bldP spid="111" grpId="0" build="allAtOnce"/>
          <p:bldP spid="13" grpId="0"/>
          <p:bldP spid="52" grpId="0"/>
          <p:bldP spid="56" grpId="0" animBg="1"/>
          <p:bldP spid="5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75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17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9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2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3" dur="500"/>
                                            <p:tgtEl>
                                              <p:spTgt spid="1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4" fill="hold">
                          <p:stCondLst>
                            <p:cond delay="indefinite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8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2" fill="hold">
                          <p:stCondLst>
                            <p:cond delay="indefinite"/>
                          </p:stCondLst>
                          <p:childTnLst>
                            <p:par>
                              <p:cTn id="3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6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0" fill="hold">
                          <p:stCondLst>
                            <p:cond delay="indefinite"/>
                          </p:stCondLst>
                          <p:childTnLst>
                            <p:par>
                              <p:cTn id="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4" grpId="0" animBg="1"/>
          <p:bldP spid="104" grpId="0" animBg="1"/>
          <p:bldP spid="111" grpId="0" build="allAtOnce"/>
          <p:bldP spid="13" grpId="0"/>
          <p:bldP spid="52" grpId="0"/>
          <p:bldP spid="56" grpId="0" animBg="1"/>
          <p:bldP spid="57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E2FA6-D024-93D7-C05E-688B0F83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7051934-CE9E-509E-4FFA-1BC2D6D985D8}"/>
              </a:ext>
            </a:extLst>
          </p:cNvPr>
          <p:cNvSpPr/>
          <p:nvPr/>
        </p:nvSpPr>
        <p:spPr>
          <a:xfrm>
            <a:off x="131741" y="561599"/>
            <a:ext cx="8632177" cy="140354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2CFF7B7-C8EE-C693-B274-A42D47B04009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52" name="Arc 111">
              <a:extLst>
                <a:ext uri="{FF2B5EF4-FFF2-40B4-BE49-F238E27FC236}">
                  <a16:creationId xmlns:a16="http://schemas.microsoft.com/office/drawing/2014/main" id="{5FB750A5-81C6-5969-6989-177F8E9354B2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478AA56-2490-FA30-5F82-84FD349BA563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6C3FBA2-5675-CF32-C5F3-25FD2E194720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17BE0D7-E284-5DC5-67C6-A7F7515D710B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401A77E-654E-BA26-A66B-BB54509C53B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2BACF8-2ECC-74B8-C9A9-F04175AA2146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CAE7E2F-4374-40C4-C04C-424AC95EC8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59" name="Target">
              <a:extLst>
                <a:ext uri="{FF2B5EF4-FFF2-40B4-BE49-F238E27FC236}">
                  <a16:creationId xmlns:a16="http://schemas.microsoft.com/office/drawing/2014/main" id="{8201EE02-0F7B-9052-4780-B5A0058CBFCD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60" name="Freeform 56">
                <a:extLst>
                  <a:ext uri="{FF2B5EF4-FFF2-40B4-BE49-F238E27FC236}">
                    <a16:creationId xmlns:a16="http://schemas.microsoft.com/office/drawing/2014/main" id="{E46AA3E5-FE91-A860-5997-9E7D0155A44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61" name="Freeform 57">
                <a:extLst>
                  <a:ext uri="{FF2B5EF4-FFF2-40B4-BE49-F238E27FC236}">
                    <a16:creationId xmlns:a16="http://schemas.microsoft.com/office/drawing/2014/main" id="{17D62454-B279-8079-9FD5-C1B7039C55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8379E1DE-651F-08A9-1353-5D2980C8B08A}"/>
              </a:ext>
            </a:extLst>
          </p:cNvPr>
          <p:cNvSpPr/>
          <p:nvPr/>
        </p:nvSpPr>
        <p:spPr>
          <a:xfrm>
            <a:off x="375073" y="534683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اگر روی خط راستی 6 نقطه داشته باشیم. تعداد پاره خط ها و نیم خط ها ی روی خط راست را به دست آورید.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C46C8ED-329E-B454-9A96-BA40C5B1709E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072323C-19A7-CFC8-1EF4-8D90D905C8B6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66" name="Circle B">
                <a:extLst>
                  <a:ext uri="{FF2B5EF4-FFF2-40B4-BE49-F238E27FC236}">
                    <a16:creationId xmlns:a16="http://schemas.microsoft.com/office/drawing/2014/main" id="{FCB53E50-B2BA-6144-437A-6E2B5E024DF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68" name="Oval 73">
                  <a:extLst>
                    <a:ext uri="{FF2B5EF4-FFF2-40B4-BE49-F238E27FC236}">
                      <a16:creationId xmlns:a16="http://schemas.microsoft.com/office/drawing/2014/main" id="{6DB4E092-5CA3-0396-9F3F-377BE32975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69" name="Texture">
                  <a:extLst>
                    <a:ext uri="{FF2B5EF4-FFF2-40B4-BE49-F238E27FC236}">
                      <a16:creationId xmlns:a16="http://schemas.microsoft.com/office/drawing/2014/main" id="{1676A5A7-10A4-BA8D-5DCD-DB59D5DA56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67" name="B">
                <a:extLst>
                  <a:ext uri="{FF2B5EF4-FFF2-40B4-BE49-F238E27FC236}">
                    <a16:creationId xmlns:a16="http://schemas.microsoft.com/office/drawing/2014/main" id="{4ADE7AB1-87B9-9B08-D77C-498FA1D3DA5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65" name="A">
              <a:extLst>
                <a:ext uri="{FF2B5EF4-FFF2-40B4-BE49-F238E27FC236}">
                  <a16:creationId xmlns:a16="http://schemas.microsoft.com/office/drawing/2014/main" id="{F6ADFF8A-3631-F8EB-0E99-1E93E873EABC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4CC4C3-98D8-A5DA-2CA0-B520259E2667}"/>
                  </a:ext>
                </a:extLst>
              </p:cNvPr>
              <p:cNvSpPr txBox="1"/>
              <p:nvPr/>
            </p:nvSpPr>
            <p:spPr>
              <a:xfrm>
                <a:off x="280488" y="2755593"/>
                <a:ext cx="286911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r" rtl="1">
                  <a:lnSpc>
                    <a:spcPct val="150000"/>
                  </a:lnSpc>
                  <a:defRPr sz="2400"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fa-IR" sz="3200" i="1" dirty="0" smtClean="0">
                        <a:solidFill>
                          <a:srgbClr val="6699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a-IR" sz="3200" dirty="0">
                    <a:solidFill>
                      <a:srgbClr val="6699FF"/>
                    </a:solidFill>
                  </a:rPr>
                  <a:t>تعداد نیم خط</a:t>
                </a:r>
                <a:endParaRPr lang="en-US" sz="32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4CC4C3-98D8-A5DA-2CA0-B520259E2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88" y="2755593"/>
                <a:ext cx="2869112" cy="769441"/>
              </a:xfrm>
              <a:prstGeom prst="rect">
                <a:avLst/>
              </a:prstGeom>
              <a:blipFill>
                <a:blip r:embed="rId3"/>
                <a:stretch>
                  <a:fillRect l="-2972"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3D4A99-F0B7-FF71-4468-81BD7D589A39}"/>
                  </a:ext>
                </a:extLst>
              </p:cNvPr>
              <p:cNvSpPr txBox="1"/>
              <p:nvPr/>
            </p:nvSpPr>
            <p:spPr>
              <a:xfrm>
                <a:off x="3059416" y="2755593"/>
                <a:ext cx="7860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r" rtl="1">
                  <a:lnSpc>
                    <a:spcPct val="150000"/>
                  </a:lnSpc>
                  <a:defRPr sz="2400"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2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32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3D4A99-F0B7-FF71-4468-81BD7D589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416" y="2755593"/>
                <a:ext cx="786070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3CF549-672B-A3B8-CCC1-A3CF992F37DD}"/>
              </a:ext>
            </a:extLst>
          </p:cNvPr>
          <p:cNvCxnSpPr/>
          <p:nvPr/>
        </p:nvCxnSpPr>
        <p:spPr>
          <a:xfrm>
            <a:off x="3845486" y="3258457"/>
            <a:ext cx="1467892" cy="0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611031-00C4-E39C-70B2-55A594CB9F13}"/>
                  </a:ext>
                </a:extLst>
              </p:cNvPr>
              <p:cNvSpPr txBox="1"/>
              <p:nvPr/>
            </p:nvSpPr>
            <p:spPr>
              <a:xfrm>
                <a:off x="4112851" y="2612126"/>
                <a:ext cx="120052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r" rtl="1">
                  <a:lnSpc>
                    <a:spcPct val="150000"/>
                  </a:lnSpc>
                  <a:defRPr sz="2400"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A611031-00C4-E39C-70B2-55A594CB9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851" y="2612126"/>
                <a:ext cx="1200527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A2D2D6-C6AA-B8B2-1A99-896EEC7608B6}"/>
                  </a:ext>
                </a:extLst>
              </p:cNvPr>
              <p:cNvSpPr txBox="1"/>
              <p:nvPr/>
            </p:nvSpPr>
            <p:spPr>
              <a:xfrm>
                <a:off x="5535493" y="2724814"/>
                <a:ext cx="16055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r" rtl="1">
                  <a:lnSpc>
                    <a:spcPct val="150000"/>
                  </a:lnSpc>
                  <a:defRPr sz="2400"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a-IR" sz="3200" b="0" i="1" dirty="0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</a:rPr>
                        <m:t>×6=</m:t>
                      </m:r>
                    </m:oMath>
                  </m:oMathPara>
                </a14:m>
                <a:endParaRPr lang="en-US" sz="3200" dirty="0">
                  <a:solidFill>
                    <a:srgbClr val="6699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A2D2D6-C6AA-B8B2-1A99-896EEC760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493" y="2724814"/>
                <a:ext cx="1605536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B6E222-D60C-391C-0D68-A2B41AA4CEA4}"/>
                  </a:ext>
                </a:extLst>
              </p:cNvPr>
              <p:cNvSpPr txBox="1"/>
              <p:nvPr/>
            </p:nvSpPr>
            <p:spPr>
              <a:xfrm>
                <a:off x="7003385" y="2694037"/>
                <a:ext cx="65770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r" rtl="1">
                  <a:lnSpc>
                    <a:spcPct val="150000"/>
                  </a:lnSpc>
                  <a:defRPr sz="2400"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a-IR" sz="3200" b="0" i="1" dirty="0" smtClean="0">
                          <a:solidFill>
                            <a:srgbClr val="FF6238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3200" dirty="0">
                  <a:solidFill>
                    <a:srgbClr val="FF6238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B6E222-D60C-391C-0D68-A2B41AA4C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385" y="2694037"/>
                <a:ext cx="657706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432B7775-B7E5-EA75-C3FD-91153ABABCA6}"/>
              </a:ext>
            </a:extLst>
          </p:cNvPr>
          <p:cNvSpPr/>
          <p:nvPr/>
        </p:nvSpPr>
        <p:spPr>
          <a:xfrm>
            <a:off x="9731171" y="4357702"/>
            <a:ext cx="2199600" cy="219963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66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0" grpId="0" animBg="1"/>
          <p:bldP spid="54" grpId="0" animBg="1"/>
          <p:bldP spid="55" grpId="0" animBg="1"/>
          <p:bldP spid="56" grpId="0" animBg="1"/>
          <p:bldP spid="62" grpId="0"/>
          <p:bldP spid="2" grpId="0"/>
          <p:bldP spid="13" grpId="0"/>
          <p:bldP spid="17" grpId="0"/>
          <p:bldP spid="18" grpId="0"/>
          <p:bldP spid="1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6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6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2" fill="hold">
                          <p:stCondLst>
                            <p:cond delay="indefinite"/>
                          </p:stCondLst>
                          <p:childTnLst>
                            <p:par>
                              <p:cTn id="6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0" grpId="0" animBg="1"/>
          <p:bldP spid="54" grpId="0" animBg="1"/>
          <p:bldP spid="55" grpId="0" animBg="1"/>
          <p:bldP spid="56" grpId="0" animBg="1"/>
          <p:bldP spid="62" grpId="0"/>
          <p:bldP spid="2" grpId="0"/>
          <p:bldP spid="13" grpId="0"/>
          <p:bldP spid="17" grpId="0"/>
          <p:bldP spid="18" grpId="0"/>
          <p:bldP spid="19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2F6568-0C04-6210-BA85-BFE843B0552F}"/>
              </a:ext>
            </a:extLst>
          </p:cNvPr>
          <p:cNvCxnSpPr>
            <a:cxnSpLocks/>
          </p:cNvCxnSpPr>
          <p:nvPr/>
        </p:nvCxnSpPr>
        <p:spPr>
          <a:xfrm flipH="1" flipV="1">
            <a:off x="4918169" y="1814621"/>
            <a:ext cx="5502788" cy="51452"/>
          </a:xfrm>
          <a:prstGeom prst="line">
            <a:avLst/>
          </a:prstGeom>
          <a:ln w="76200" cap="rnd">
            <a:solidFill>
              <a:srgbClr val="CC9900">
                <a:alpha val="52000"/>
              </a:srgbClr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FCE92B-DA98-AE13-CF88-590648775BCC}"/>
              </a:ext>
            </a:extLst>
          </p:cNvPr>
          <p:cNvSpPr txBox="1"/>
          <p:nvPr/>
        </p:nvSpPr>
        <p:spPr>
          <a:xfrm>
            <a:off x="9366835" y="-314702"/>
            <a:ext cx="140318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16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" panose="02000505000000020004" pitchFamily="2" charset="0"/>
              </a:rPr>
              <a:t>2</a:t>
            </a:r>
            <a:endParaRPr lang="en-US" sz="714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2000505000000020004" pitchFamily="2" charset="0"/>
            </a:endParaRPr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FF547CC4-135A-55AA-207D-F17E667819AD}"/>
              </a:ext>
            </a:extLst>
          </p:cNvPr>
          <p:cNvSpPr/>
          <p:nvPr/>
        </p:nvSpPr>
        <p:spPr>
          <a:xfrm rot="5400000" flipH="1">
            <a:off x="10351112" y="386115"/>
            <a:ext cx="1661676" cy="1661676"/>
          </a:xfrm>
          <a:prstGeom prst="rtTriangle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 w="34925">
            <a:solidFill>
              <a:schemeClr val="bg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6" name="Graphic 15">
            <a:extLst>
              <a:ext uri="{FF2B5EF4-FFF2-40B4-BE49-F238E27FC236}">
                <a16:creationId xmlns:a16="http://schemas.microsoft.com/office/drawing/2014/main" id="{1102C249-4323-1D13-1A26-F984C12BBBBE}"/>
              </a:ext>
            </a:extLst>
          </p:cNvPr>
          <p:cNvGrpSpPr/>
          <p:nvPr/>
        </p:nvGrpSpPr>
        <p:grpSpPr>
          <a:xfrm>
            <a:off x="10420957" y="993485"/>
            <a:ext cx="429870" cy="430524"/>
            <a:chOff x="778465" y="861971"/>
            <a:chExt cx="414108" cy="414737"/>
          </a:xfrm>
          <a:solidFill>
            <a:srgbClr val="1D384D"/>
          </a:solidFill>
          <a:effectLst/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3D94513-CCBB-0F5E-E7C4-8672A6A382D2}"/>
                </a:ext>
              </a:extLst>
            </p:cNvPr>
            <p:cNvSpPr/>
            <p:nvPr/>
          </p:nvSpPr>
          <p:spPr>
            <a:xfrm>
              <a:off x="807183" y="861971"/>
              <a:ext cx="67408" cy="414737"/>
            </a:xfrm>
            <a:custGeom>
              <a:avLst/>
              <a:gdLst>
                <a:gd name="connsiteX0" fmla="*/ 0 w 67408"/>
                <a:gd name="connsiteY0" fmla="*/ 0 h 414737"/>
                <a:gd name="connsiteX1" fmla="*/ 0 w 67408"/>
                <a:gd name="connsiteY1" fmla="*/ 414738 h 414737"/>
                <a:gd name="connsiteX2" fmla="*/ 67408 w 67408"/>
                <a:gd name="connsiteY2" fmla="*/ 414738 h 414737"/>
                <a:gd name="connsiteX3" fmla="*/ 67408 w 67408"/>
                <a:gd name="connsiteY3" fmla="*/ 0 h 414737"/>
                <a:gd name="connsiteX4" fmla="*/ 11430 w 67408"/>
                <a:gd name="connsiteY4" fmla="*/ 403308 h 414737"/>
                <a:gd name="connsiteX5" fmla="*/ 11430 w 67408"/>
                <a:gd name="connsiteY5" fmla="*/ 11430 h 414737"/>
                <a:gd name="connsiteX6" fmla="*/ 55978 w 67408"/>
                <a:gd name="connsiteY6" fmla="*/ 11430 h 414737"/>
                <a:gd name="connsiteX7" fmla="*/ 55978 w 67408"/>
                <a:gd name="connsiteY7" fmla="*/ 403308 h 41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408" h="414737">
                  <a:moveTo>
                    <a:pt x="0" y="0"/>
                  </a:moveTo>
                  <a:lnTo>
                    <a:pt x="0" y="414738"/>
                  </a:lnTo>
                  <a:lnTo>
                    <a:pt x="67408" y="414738"/>
                  </a:lnTo>
                  <a:lnTo>
                    <a:pt x="67408" y="0"/>
                  </a:lnTo>
                  <a:close/>
                  <a:moveTo>
                    <a:pt x="11430" y="403308"/>
                  </a:moveTo>
                  <a:lnTo>
                    <a:pt x="11430" y="11430"/>
                  </a:lnTo>
                  <a:lnTo>
                    <a:pt x="55978" y="11430"/>
                  </a:lnTo>
                  <a:lnTo>
                    <a:pt x="55978" y="403308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8C60670-135D-2E83-B788-E04B6857B84A}"/>
                </a:ext>
              </a:extLst>
            </p:cNvPr>
            <p:cNvSpPr/>
            <p:nvPr/>
          </p:nvSpPr>
          <p:spPr>
            <a:xfrm>
              <a:off x="1093104" y="861971"/>
              <a:ext cx="67408" cy="414737"/>
            </a:xfrm>
            <a:custGeom>
              <a:avLst/>
              <a:gdLst>
                <a:gd name="connsiteX0" fmla="*/ 0 w 67408"/>
                <a:gd name="connsiteY0" fmla="*/ 0 h 414737"/>
                <a:gd name="connsiteX1" fmla="*/ 0 w 67408"/>
                <a:gd name="connsiteY1" fmla="*/ 414738 h 414737"/>
                <a:gd name="connsiteX2" fmla="*/ 67408 w 67408"/>
                <a:gd name="connsiteY2" fmla="*/ 414738 h 414737"/>
                <a:gd name="connsiteX3" fmla="*/ 67408 w 67408"/>
                <a:gd name="connsiteY3" fmla="*/ 0 h 414737"/>
                <a:gd name="connsiteX4" fmla="*/ 11430 w 67408"/>
                <a:gd name="connsiteY4" fmla="*/ 403308 h 414737"/>
                <a:gd name="connsiteX5" fmla="*/ 11430 w 67408"/>
                <a:gd name="connsiteY5" fmla="*/ 11430 h 414737"/>
                <a:gd name="connsiteX6" fmla="*/ 55978 w 67408"/>
                <a:gd name="connsiteY6" fmla="*/ 11430 h 414737"/>
                <a:gd name="connsiteX7" fmla="*/ 55978 w 67408"/>
                <a:gd name="connsiteY7" fmla="*/ 403308 h 41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408" h="414737">
                  <a:moveTo>
                    <a:pt x="0" y="0"/>
                  </a:moveTo>
                  <a:lnTo>
                    <a:pt x="0" y="414738"/>
                  </a:lnTo>
                  <a:lnTo>
                    <a:pt x="67408" y="414738"/>
                  </a:lnTo>
                  <a:lnTo>
                    <a:pt x="67408" y="0"/>
                  </a:lnTo>
                  <a:close/>
                  <a:moveTo>
                    <a:pt x="11430" y="403308"/>
                  </a:moveTo>
                  <a:lnTo>
                    <a:pt x="11430" y="11430"/>
                  </a:lnTo>
                  <a:lnTo>
                    <a:pt x="55978" y="11430"/>
                  </a:lnTo>
                  <a:lnTo>
                    <a:pt x="55978" y="403308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281E49-8564-8F08-C1E9-1D8AFE6896A1}"/>
                </a:ext>
              </a:extLst>
            </p:cNvPr>
            <p:cNvSpPr/>
            <p:nvPr/>
          </p:nvSpPr>
          <p:spPr>
            <a:xfrm>
              <a:off x="866590" y="1021648"/>
              <a:ext cx="37919" cy="11430"/>
            </a:xfrm>
            <a:custGeom>
              <a:avLst/>
              <a:gdLst>
                <a:gd name="connsiteX0" fmla="*/ 0 w 37919"/>
                <a:gd name="connsiteY0" fmla="*/ 0 h 11430"/>
                <a:gd name="connsiteX1" fmla="*/ 37919 w 37919"/>
                <a:gd name="connsiteY1" fmla="*/ 0 h 11430"/>
                <a:gd name="connsiteX2" fmla="*/ 37919 w 37919"/>
                <a:gd name="connsiteY2" fmla="*/ 11430 h 11430"/>
                <a:gd name="connsiteX3" fmla="*/ 0 w 37919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19" h="11430">
                  <a:moveTo>
                    <a:pt x="0" y="0"/>
                  </a:moveTo>
                  <a:lnTo>
                    <a:pt x="37919" y="0"/>
                  </a:lnTo>
                  <a:lnTo>
                    <a:pt x="37919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9723B9-8A21-0892-8A50-0B30162E3831}"/>
                </a:ext>
              </a:extLst>
            </p:cNvPr>
            <p:cNvSpPr/>
            <p:nvPr/>
          </p:nvSpPr>
          <p:spPr>
            <a:xfrm>
              <a:off x="929627" y="1021648"/>
              <a:ext cx="64179" cy="11430"/>
            </a:xfrm>
            <a:custGeom>
              <a:avLst/>
              <a:gdLst>
                <a:gd name="connsiteX0" fmla="*/ 0 w 64179"/>
                <a:gd name="connsiteY0" fmla="*/ 0 h 11430"/>
                <a:gd name="connsiteX1" fmla="*/ 64179 w 64179"/>
                <a:gd name="connsiteY1" fmla="*/ 0 h 11430"/>
                <a:gd name="connsiteX2" fmla="*/ 64179 w 64179"/>
                <a:gd name="connsiteY2" fmla="*/ 11430 h 11430"/>
                <a:gd name="connsiteX3" fmla="*/ 0 w 64179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179" h="11430">
                  <a:moveTo>
                    <a:pt x="0" y="0"/>
                  </a:moveTo>
                  <a:lnTo>
                    <a:pt x="64179" y="0"/>
                  </a:lnTo>
                  <a:lnTo>
                    <a:pt x="64179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F04379D-93D5-F32B-3C83-91476113BC1E}"/>
                </a:ext>
              </a:extLst>
            </p:cNvPr>
            <p:cNvSpPr/>
            <p:nvPr/>
          </p:nvSpPr>
          <p:spPr>
            <a:xfrm>
              <a:off x="1018924" y="1021648"/>
              <a:ext cx="25603" cy="11430"/>
            </a:xfrm>
            <a:custGeom>
              <a:avLst/>
              <a:gdLst>
                <a:gd name="connsiteX0" fmla="*/ 0 w 25603"/>
                <a:gd name="connsiteY0" fmla="*/ 0 h 11430"/>
                <a:gd name="connsiteX1" fmla="*/ 25603 w 25603"/>
                <a:gd name="connsiteY1" fmla="*/ 0 h 11430"/>
                <a:gd name="connsiteX2" fmla="*/ 25603 w 25603"/>
                <a:gd name="connsiteY2" fmla="*/ 11430 h 11430"/>
                <a:gd name="connsiteX3" fmla="*/ 0 w 25603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03" h="11430">
                  <a:moveTo>
                    <a:pt x="0" y="0"/>
                  </a:moveTo>
                  <a:lnTo>
                    <a:pt x="25603" y="0"/>
                  </a:lnTo>
                  <a:lnTo>
                    <a:pt x="25603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98AFC06-DAF8-F533-8F21-6CC1E377C443}"/>
                </a:ext>
              </a:extLst>
            </p:cNvPr>
            <p:cNvSpPr/>
            <p:nvPr/>
          </p:nvSpPr>
          <p:spPr>
            <a:xfrm>
              <a:off x="1069644" y="1021648"/>
              <a:ext cx="29175" cy="11430"/>
            </a:xfrm>
            <a:custGeom>
              <a:avLst/>
              <a:gdLst>
                <a:gd name="connsiteX0" fmla="*/ 0 w 29175"/>
                <a:gd name="connsiteY0" fmla="*/ 0 h 11430"/>
                <a:gd name="connsiteX1" fmla="*/ 29175 w 29175"/>
                <a:gd name="connsiteY1" fmla="*/ 0 h 11430"/>
                <a:gd name="connsiteX2" fmla="*/ 29175 w 29175"/>
                <a:gd name="connsiteY2" fmla="*/ 11430 h 11430"/>
                <a:gd name="connsiteX3" fmla="*/ 0 w 29175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75" h="11430">
                  <a:moveTo>
                    <a:pt x="0" y="0"/>
                  </a:moveTo>
                  <a:lnTo>
                    <a:pt x="29175" y="0"/>
                  </a:lnTo>
                  <a:lnTo>
                    <a:pt x="29175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508526-3FBF-77C6-B856-E923B7E85D70}"/>
                </a:ext>
              </a:extLst>
            </p:cNvPr>
            <p:cNvSpPr/>
            <p:nvPr/>
          </p:nvSpPr>
          <p:spPr>
            <a:xfrm>
              <a:off x="866590" y="1109659"/>
              <a:ext cx="82095" cy="11430"/>
            </a:xfrm>
            <a:custGeom>
              <a:avLst/>
              <a:gdLst>
                <a:gd name="connsiteX0" fmla="*/ 0 w 82095"/>
                <a:gd name="connsiteY0" fmla="*/ 0 h 11430"/>
                <a:gd name="connsiteX1" fmla="*/ 82096 w 82095"/>
                <a:gd name="connsiteY1" fmla="*/ 0 h 11430"/>
                <a:gd name="connsiteX2" fmla="*/ 82096 w 82095"/>
                <a:gd name="connsiteY2" fmla="*/ 11430 h 11430"/>
                <a:gd name="connsiteX3" fmla="*/ 0 w 82095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95" h="11430">
                  <a:moveTo>
                    <a:pt x="0" y="0"/>
                  </a:moveTo>
                  <a:lnTo>
                    <a:pt x="82096" y="0"/>
                  </a:lnTo>
                  <a:lnTo>
                    <a:pt x="82096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E4E00D9-D163-2E69-9B48-256B2F4A08B2}"/>
                </a:ext>
              </a:extLst>
            </p:cNvPr>
            <p:cNvSpPr/>
            <p:nvPr/>
          </p:nvSpPr>
          <p:spPr>
            <a:xfrm>
              <a:off x="973804" y="1109659"/>
              <a:ext cx="34175" cy="11430"/>
            </a:xfrm>
            <a:custGeom>
              <a:avLst/>
              <a:gdLst>
                <a:gd name="connsiteX0" fmla="*/ 0 w 34175"/>
                <a:gd name="connsiteY0" fmla="*/ 0 h 11430"/>
                <a:gd name="connsiteX1" fmla="*/ 34176 w 34175"/>
                <a:gd name="connsiteY1" fmla="*/ 0 h 11430"/>
                <a:gd name="connsiteX2" fmla="*/ 34176 w 34175"/>
                <a:gd name="connsiteY2" fmla="*/ 11430 h 11430"/>
                <a:gd name="connsiteX3" fmla="*/ 0 w 34175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75" h="11430">
                  <a:moveTo>
                    <a:pt x="0" y="0"/>
                  </a:moveTo>
                  <a:lnTo>
                    <a:pt x="34176" y="0"/>
                  </a:lnTo>
                  <a:lnTo>
                    <a:pt x="34176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46FC9E-3997-9E23-8415-DD443C3F2CFA}"/>
                </a:ext>
              </a:extLst>
            </p:cNvPr>
            <p:cNvSpPr/>
            <p:nvPr/>
          </p:nvSpPr>
          <p:spPr>
            <a:xfrm>
              <a:off x="1033097" y="1109659"/>
              <a:ext cx="65722" cy="11430"/>
            </a:xfrm>
            <a:custGeom>
              <a:avLst/>
              <a:gdLst>
                <a:gd name="connsiteX0" fmla="*/ 0 w 65722"/>
                <a:gd name="connsiteY0" fmla="*/ 0 h 11430"/>
                <a:gd name="connsiteX1" fmla="*/ 65722 w 65722"/>
                <a:gd name="connsiteY1" fmla="*/ 0 h 11430"/>
                <a:gd name="connsiteX2" fmla="*/ 65722 w 65722"/>
                <a:gd name="connsiteY2" fmla="*/ 11430 h 11430"/>
                <a:gd name="connsiteX3" fmla="*/ 0 w 65722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11430">
                  <a:moveTo>
                    <a:pt x="0" y="0"/>
                  </a:moveTo>
                  <a:lnTo>
                    <a:pt x="65722" y="0"/>
                  </a:lnTo>
                  <a:lnTo>
                    <a:pt x="65722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4089940-B467-E7C1-0A7C-53ED89E5EBFE}"/>
                </a:ext>
              </a:extLst>
            </p:cNvPr>
            <p:cNvSpPr/>
            <p:nvPr/>
          </p:nvSpPr>
          <p:spPr>
            <a:xfrm>
              <a:off x="866590" y="1197670"/>
              <a:ext cx="37919" cy="11430"/>
            </a:xfrm>
            <a:custGeom>
              <a:avLst/>
              <a:gdLst>
                <a:gd name="connsiteX0" fmla="*/ 0 w 37919"/>
                <a:gd name="connsiteY0" fmla="*/ 0 h 11430"/>
                <a:gd name="connsiteX1" fmla="*/ 37919 w 37919"/>
                <a:gd name="connsiteY1" fmla="*/ 0 h 11430"/>
                <a:gd name="connsiteX2" fmla="*/ 37919 w 37919"/>
                <a:gd name="connsiteY2" fmla="*/ 11430 h 11430"/>
                <a:gd name="connsiteX3" fmla="*/ 0 w 37919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19" h="11430">
                  <a:moveTo>
                    <a:pt x="0" y="0"/>
                  </a:moveTo>
                  <a:lnTo>
                    <a:pt x="37919" y="0"/>
                  </a:lnTo>
                  <a:lnTo>
                    <a:pt x="37919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4FD602-C66A-2E98-1AA4-36D86FE8F6CB}"/>
                </a:ext>
              </a:extLst>
            </p:cNvPr>
            <p:cNvSpPr/>
            <p:nvPr/>
          </p:nvSpPr>
          <p:spPr>
            <a:xfrm>
              <a:off x="929627" y="1197670"/>
              <a:ext cx="27632" cy="11430"/>
            </a:xfrm>
            <a:custGeom>
              <a:avLst/>
              <a:gdLst>
                <a:gd name="connsiteX0" fmla="*/ 0 w 27632"/>
                <a:gd name="connsiteY0" fmla="*/ 0 h 11430"/>
                <a:gd name="connsiteX1" fmla="*/ 27632 w 27632"/>
                <a:gd name="connsiteY1" fmla="*/ 0 h 11430"/>
                <a:gd name="connsiteX2" fmla="*/ 27632 w 27632"/>
                <a:gd name="connsiteY2" fmla="*/ 11430 h 11430"/>
                <a:gd name="connsiteX3" fmla="*/ 0 w 27632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32" h="11430">
                  <a:moveTo>
                    <a:pt x="0" y="0"/>
                  </a:moveTo>
                  <a:lnTo>
                    <a:pt x="27632" y="0"/>
                  </a:lnTo>
                  <a:lnTo>
                    <a:pt x="27632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61F2EEC-D34F-8390-EA61-E12AEDC49B60}"/>
                </a:ext>
              </a:extLst>
            </p:cNvPr>
            <p:cNvSpPr/>
            <p:nvPr/>
          </p:nvSpPr>
          <p:spPr>
            <a:xfrm>
              <a:off x="982376" y="1197670"/>
              <a:ext cx="62150" cy="11430"/>
            </a:xfrm>
            <a:custGeom>
              <a:avLst/>
              <a:gdLst>
                <a:gd name="connsiteX0" fmla="*/ 0 w 62150"/>
                <a:gd name="connsiteY0" fmla="*/ 0 h 11430"/>
                <a:gd name="connsiteX1" fmla="*/ 62151 w 62150"/>
                <a:gd name="connsiteY1" fmla="*/ 0 h 11430"/>
                <a:gd name="connsiteX2" fmla="*/ 62151 w 62150"/>
                <a:gd name="connsiteY2" fmla="*/ 11430 h 11430"/>
                <a:gd name="connsiteX3" fmla="*/ 0 w 62150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150" h="11430">
                  <a:moveTo>
                    <a:pt x="0" y="0"/>
                  </a:moveTo>
                  <a:lnTo>
                    <a:pt x="62151" y="0"/>
                  </a:lnTo>
                  <a:lnTo>
                    <a:pt x="62151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54D1AE6-6B48-1CE2-3546-810198DFEA35}"/>
                </a:ext>
              </a:extLst>
            </p:cNvPr>
            <p:cNvSpPr/>
            <p:nvPr/>
          </p:nvSpPr>
          <p:spPr>
            <a:xfrm>
              <a:off x="1069644" y="1197670"/>
              <a:ext cx="29175" cy="11430"/>
            </a:xfrm>
            <a:custGeom>
              <a:avLst/>
              <a:gdLst>
                <a:gd name="connsiteX0" fmla="*/ 0 w 29175"/>
                <a:gd name="connsiteY0" fmla="*/ 0 h 11430"/>
                <a:gd name="connsiteX1" fmla="*/ 29175 w 29175"/>
                <a:gd name="connsiteY1" fmla="*/ 0 h 11430"/>
                <a:gd name="connsiteX2" fmla="*/ 29175 w 29175"/>
                <a:gd name="connsiteY2" fmla="*/ 11430 h 11430"/>
                <a:gd name="connsiteX3" fmla="*/ 0 w 29175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75" h="11430">
                  <a:moveTo>
                    <a:pt x="0" y="0"/>
                  </a:moveTo>
                  <a:lnTo>
                    <a:pt x="29175" y="0"/>
                  </a:lnTo>
                  <a:lnTo>
                    <a:pt x="29175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FAED4-3B78-3EF2-4806-F5C83765CD74}"/>
                </a:ext>
              </a:extLst>
            </p:cNvPr>
            <p:cNvSpPr/>
            <p:nvPr/>
          </p:nvSpPr>
          <p:spPr>
            <a:xfrm>
              <a:off x="778465" y="1265278"/>
              <a:ext cx="131502" cy="11430"/>
            </a:xfrm>
            <a:custGeom>
              <a:avLst/>
              <a:gdLst>
                <a:gd name="connsiteX0" fmla="*/ 0 w 131502"/>
                <a:gd name="connsiteY0" fmla="*/ 0 h 11430"/>
                <a:gd name="connsiteX1" fmla="*/ 131502 w 131502"/>
                <a:gd name="connsiteY1" fmla="*/ 0 h 11430"/>
                <a:gd name="connsiteX2" fmla="*/ 131502 w 131502"/>
                <a:gd name="connsiteY2" fmla="*/ 11430 h 11430"/>
                <a:gd name="connsiteX3" fmla="*/ 0 w 131502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02" h="11430">
                  <a:moveTo>
                    <a:pt x="0" y="0"/>
                  </a:moveTo>
                  <a:lnTo>
                    <a:pt x="131502" y="0"/>
                  </a:lnTo>
                  <a:lnTo>
                    <a:pt x="131502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67DA178-C5CD-8849-4D93-AEEFE0FF7B20}"/>
                </a:ext>
              </a:extLst>
            </p:cNvPr>
            <p:cNvSpPr/>
            <p:nvPr/>
          </p:nvSpPr>
          <p:spPr>
            <a:xfrm>
              <a:off x="1061072" y="1265278"/>
              <a:ext cx="131502" cy="11430"/>
            </a:xfrm>
            <a:custGeom>
              <a:avLst/>
              <a:gdLst>
                <a:gd name="connsiteX0" fmla="*/ 0 w 131502"/>
                <a:gd name="connsiteY0" fmla="*/ 0 h 11430"/>
                <a:gd name="connsiteX1" fmla="*/ 131502 w 131502"/>
                <a:gd name="connsiteY1" fmla="*/ 0 h 11430"/>
                <a:gd name="connsiteX2" fmla="*/ 131502 w 131502"/>
                <a:gd name="connsiteY2" fmla="*/ 11430 h 11430"/>
                <a:gd name="connsiteX3" fmla="*/ 0 w 131502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502" h="11430">
                  <a:moveTo>
                    <a:pt x="0" y="0"/>
                  </a:moveTo>
                  <a:lnTo>
                    <a:pt x="131502" y="0"/>
                  </a:lnTo>
                  <a:lnTo>
                    <a:pt x="131502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A8D501-E8DB-0A2D-FD37-A7E89E69942A}"/>
                </a:ext>
              </a:extLst>
            </p:cNvPr>
            <p:cNvSpPr/>
            <p:nvPr/>
          </p:nvSpPr>
          <p:spPr>
            <a:xfrm>
              <a:off x="893079" y="995845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60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60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60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83" y="16"/>
                    <a:pt x="16" y="9883"/>
                    <a:pt x="0" y="22060"/>
                  </a:cubicBezTo>
                  <a:lnTo>
                    <a:pt x="0" y="41005"/>
                  </a:lnTo>
                  <a:cubicBezTo>
                    <a:pt x="31" y="53175"/>
                    <a:pt x="9890" y="63034"/>
                    <a:pt x="22060" y="63065"/>
                  </a:cubicBezTo>
                  <a:lnTo>
                    <a:pt x="25918" y="63065"/>
                  </a:lnTo>
                  <a:cubicBezTo>
                    <a:pt x="38094" y="63049"/>
                    <a:pt x="47962" y="53182"/>
                    <a:pt x="47977" y="41005"/>
                  </a:cubicBezTo>
                  <a:lnTo>
                    <a:pt x="47977" y="22060"/>
                  </a:lnTo>
                  <a:cubicBezTo>
                    <a:pt x="47977" y="9877"/>
                    <a:pt x="38101" y="0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32" y="46869"/>
                    <a:pt x="31782" y="51619"/>
                    <a:pt x="25918" y="51635"/>
                  </a:cubicBezTo>
                  <a:lnTo>
                    <a:pt x="22060" y="51635"/>
                  </a:lnTo>
                  <a:cubicBezTo>
                    <a:pt x="16196" y="51619"/>
                    <a:pt x="11446" y="46869"/>
                    <a:pt x="11430" y="41005"/>
                  </a:cubicBezTo>
                  <a:lnTo>
                    <a:pt x="11430" y="22060"/>
                  </a:lnTo>
                  <a:cubicBezTo>
                    <a:pt x="11446" y="16196"/>
                    <a:pt x="16196" y="11446"/>
                    <a:pt x="22060" y="11430"/>
                  </a:cubicBezTo>
                  <a:lnTo>
                    <a:pt x="25918" y="11430"/>
                  </a:lnTo>
                  <a:cubicBezTo>
                    <a:pt x="31782" y="11446"/>
                    <a:pt x="36532" y="16196"/>
                    <a:pt x="36547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D4922C-66F7-673F-3518-8B9E11842E23}"/>
                </a:ext>
              </a:extLst>
            </p:cNvPr>
            <p:cNvSpPr/>
            <p:nvPr/>
          </p:nvSpPr>
          <p:spPr>
            <a:xfrm>
              <a:off x="982376" y="995845"/>
              <a:ext cx="48063" cy="63065"/>
            </a:xfrm>
            <a:custGeom>
              <a:avLst/>
              <a:gdLst>
                <a:gd name="connsiteX0" fmla="*/ 26003 w 48063"/>
                <a:gd name="connsiteY0" fmla="*/ 0 h 63065"/>
                <a:gd name="connsiteX1" fmla="*/ 22146 w 48063"/>
                <a:gd name="connsiteY1" fmla="*/ 0 h 63065"/>
                <a:gd name="connsiteX2" fmla="*/ 0 w 48063"/>
                <a:gd name="connsiteY2" fmla="*/ 22031 h 63065"/>
                <a:gd name="connsiteX3" fmla="*/ 0 w 48063"/>
                <a:gd name="connsiteY3" fmla="*/ 22060 h 63065"/>
                <a:gd name="connsiteX4" fmla="*/ 0 w 48063"/>
                <a:gd name="connsiteY4" fmla="*/ 41005 h 63065"/>
                <a:gd name="connsiteX5" fmla="*/ 22060 w 48063"/>
                <a:gd name="connsiteY5" fmla="*/ 63065 h 63065"/>
                <a:gd name="connsiteX6" fmla="*/ 26003 w 48063"/>
                <a:gd name="connsiteY6" fmla="*/ 63065 h 63065"/>
                <a:gd name="connsiteX7" fmla="*/ 48063 w 48063"/>
                <a:gd name="connsiteY7" fmla="*/ 41005 h 63065"/>
                <a:gd name="connsiteX8" fmla="*/ 48063 w 48063"/>
                <a:gd name="connsiteY8" fmla="*/ 22060 h 63065"/>
                <a:gd name="connsiteX9" fmla="*/ 26003 w 48063"/>
                <a:gd name="connsiteY9" fmla="*/ 0 h 63065"/>
                <a:gd name="connsiteX10" fmla="*/ 36633 w 48063"/>
                <a:gd name="connsiteY10" fmla="*/ 41005 h 63065"/>
                <a:gd name="connsiteX11" fmla="*/ 26003 w 48063"/>
                <a:gd name="connsiteY11" fmla="*/ 51635 h 63065"/>
                <a:gd name="connsiteX12" fmla="*/ 22146 w 48063"/>
                <a:gd name="connsiteY12" fmla="*/ 51635 h 63065"/>
                <a:gd name="connsiteX13" fmla="*/ 11516 w 48063"/>
                <a:gd name="connsiteY13" fmla="*/ 41005 h 63065"/>
                <a:gd name="connsiteX14" fmla="*/ 11516 w 48063"/>
                <a:gd name="connsiteY14" fmla="*/ 22060 h 63065"/>
                <a:gd name="connsiteX15" fmla="*/ 22146 w 48063"/>
                <a:gd name="connsiteY15" fmla="*/ 11430 h 63065"/>
                <a:gd name="connsiteX16" fmla="*/ 26003 w 48063"/>
                <a:gd name="connsiteY16" fmla="*/ 11430 h 63065"/>
                <a:gd name="connsiteX17" fmla="*/ 36633 w 48063"/>
                <a:gd name="connsiteY17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63" h="63065">
                  <a:moveTo>
                    <a:pt x="26003" y="0"/>
                  </a:moveTo>
                  <a:lnTo>
                    <a:pt x="22146" y="0"/>
                  </a:lnTo>
                  <a:cubicBezTo>
                    <a:pt x="9947" y="-31"/>
                    <a:pt x="32" y="9832"/>
                    <a:pt x="0" y="22031"/>
                  </a:cubicBezTo>
                  <a:cubicBezTo>
                    <a:pt x="0" y="22041"/>
                    <a:pt x="0" y="22050"/>
                    <a:pt x="0" y="22060"/>
                  </a:cubicBezTo>
                  <a:lnTo>
                    <a:pt x="0" y="41005"/>
                  </a:lnTo>
                  <a:cubicBezTo>
                    <a:pt x="31" y="53176"/>
                    <a:pt x="9890" y="63034"/>
                    <a:pt x="22060" y="63065"/>
                  </a:cubicBezTo>
                  <a:lnTo>
                    <a:pt x="26003" y="63065"/>
                  </a:lnTo>
                  <a:cubicBezTo>
                    <a:pt x="38180" y="63049"/>
                    <a:pt x="48047" y="53182"/>
                    <a:pt x="48063" y="41005"/>
                  </a:cubicBezTo>
                  <a:lnTo>
                    <a:pt x="48063" y="22060"/>
                  </a:lnTo>
                  <a:cubicBezTo>
                    <a:pt x="48063" y="9877"/>
                    <a:pt x="38187" y="0"/>
                    <a:pt x="26003" y="0"/>
                  </a:cubicBezTo>
                  <a:close/>
                  <a:moveTo>
                    <a:pt x="36633" y="41005"/>
                  </a:moveTo>
                  <a:cubicBezTo>
                    <a:pt x="36617" y="46869"/>
                    <a:pt x="31867" y="51619"/>
                    <a:pt x="26003" y="51635"/>
                  </a:cubicBezTo>
                  <a:lnTo>
                    <a:pt x="22146" y="51635"/>
                  </a:lnTo>
                  <a:cubicBezTo>
                    <a:pt x="16281" y="51619"/>
                    <a:pt x="11531" y="46869"/>
                    <a:pt x="11516" y="41005"/>
                  </a:cubicBezTo>
                  <a:lnTo>
                    <a:pt x="11516" y="22060"/>
                  </a:lnTo>
                  <a:cubicBezTo>
                    <a:pt x="11531" y="16196"/>
                    <a:pt x="16281" y="11446"/>
                    <a:pt x="22146" y="11430"/>
                  </a:cubicBezTo>
                  <a:lnTo>
                    <a:pt x="26003" y="11430"/>
                  </a:lnTo>
                  <a:cubicBezTo>
                    <a:pt x="31867" y="11446"/>
                    <a:pt x="36617" y="16196"/>
                    <a:pt x="36633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0A543F0-1A89-EB3D-D75A-89B1D51E5656}"/>
                </a:ext>
              </a:extLst>
            </p:cNvPr>
            <p:cNvSpPr/>
            <p:nvPr/>
          </p:nvSpPr>
          <p:spPr>
            <a:xfrm>
              <a:off x="1033097" y="995845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60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60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60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83" y="16"/>
                    <a:pt x="16" y="9883"/>
                    <a:pt x="0" y="22060"/>
                  </a:cubicBezTo>
                  <a:lnTo>
                    <a:pt x="0" y="41005"/>
                  </a:lnTo>
                  <a:cubicBezTo>
                    <a:pt x="31" y="53175"/>
                    <a:pt x="9890" y="63034"/>
                    <a:pt x="22060" y="63065"/>
                  </a:cubicBezTo>
                  <a:lnTo>
                    <a:pt x="25918" y="63065"/>
                  </a:lnTo>
                  <a:cubicBezTo>
                    <a:pt x="38094" y="63049"/>
                    <a:pt x="47962" y="53182"/>
                    <a:pt x="47977" y="41005"/>
                  </a:cubicBezTo>
                  <a:lnTo>
                    <a:pt x="47977" y="22060"/>
                  </a:lnTo>
                  <a:cubicBezTo>
                    <a:pt x="47977" y="9877"/>
                    <a:pt x="38101" y="0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32" y="46869"/>
                    <a:pt x="31782" y="51619"/>
                    <a:pt x="25918" y="51635"/>
                  </a:cubicBezTo>
                  <a:lnTo>
                    <a:pt x="22060" y="51635"/>
                  </a:lnTo>
                  <a:cubicBezTo>
                    <a:pt x="16196" y="51619"/>
                    <a:pt x="11446" y="46869"/>
                    <a:pt x="11430" y="41005"/>
                  </a:cubicBezTo>
                  <a:lnTo>
                    <a:pt x="11430" y="22060"/>
                  </a:lnTo>
                  <a:cubicBezTo>
                    <a:pt x="11446" y="16196"/>
                    <a:pt x="16196" y="11446"/>
                    <a:pt x="22060" y="11430"/>
                  </a:cubicBezTo>
                  <a:lnTo>
                    <a:pt x="25918" y="11430"/>
                  </a:lnTo>
                  <a:cubicBezTo>
                    <a:pt x="31782" y="11446"/>
                    <a:pt x="36532" y="16196"/>
                    <a:pt x="36547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BBD6BB8-BDFE-F856-BA09-D9AD5B8F245C}"/>
                </a:ext>
              </a:extLst>
            </p:cNvPr>
            <p:cNvSpPr/>
            <p:nvPr/>
          </p:nvSpPr>
          <p:spPr>
            <a:xfrm>
              <a:off x="937256" y="1083856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60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60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60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83" y="16"/>
                    <a:pt x="16" y="9883"/>
                    <a:pt x="0" y="22060"/>
                  </a:cubicBezTo>
                  <a:lnTo>
                    <a:pt x="0" y="41005"/>
                  </a:lnTo>
                  <a:cubicBezTo>
                    <a:pt x="31" y="53175"/>
                    <a:pt x="9890" y="63034"/>
                    <a:pt x="22060" y="63065"/>
                  </a:cubicBezTo>
                  <a:lnTo>
                    <a:pt x="25918" y="63065"/>
                  </a:lnTo>
                  <a:cubicBezTo>
                    <a:pt x="38094" y="63049"/>
                    <a:pt x="47962" y="53182"/>
                    <a:pt x="47977" y="41005"/>
                  </a:cubicBezTo>
                  <a:lnTo>
                    <a:pt x="47977" y="22060"/>
                  </a:lnTo>
                  <a:cubicBezTo>
                    <a:pt x="47977" y="9877"/>
                    <a:pt x="38101" y="0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32" y="46869"/>
                    <a:pt x="31782" y="51619"/>
                    <a:pt x="25918" y="51635"/>
                  </a:cubicBezTo>
                  <a:lnTo>
                    <a:pt x="22060" y="51635"/>
                  </a:lnTo>
                  <a:cubicBezTo>
                    <a:pt x="16196" y="51619"/>
                    <a:pt x="11446" y="46869"/>
                    <a:pt x="11430" y="41005"/>
                  </a:cubicBezTo>
                  <a:lnTo>
                    <a:pt x="11430" y="22060"/>
                  </a:lnTo>
                  <a:cubicBezTo>
                    <a:pt x="11446" y="16196"/>
                    <a:pt x="16196" y="11446"/>
                    <a:pt x="22060" y="11430"/>
                  </a:cubicBezTo>
                  <a:lnTo>
                    <a:pt x="25918" y="11430"/>
                  </a:lnTo>
                  <a:cubicBezTo>
                    <a:pt x="31782" y="11446"/>
                    <a:pt x="36532" y="16196"/>
                    <a:pt x="36547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2819ACF-0AB3-99AC-EC26-F1820CA5C439}"/>
                </a:ext>
              </a:extLst>
            </p:cNvPr>
            <p:cNvSpPr/>
            <p:nvPr/>
          </p:nvSpPr>
          <p:spPr>
            <a:xfrm>
              <a:off x="996549" y="1083856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60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60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60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83" y="16"/>
                    <a:pt x="16" y="9883"/>
                    <a:pt x="0" y="22060"/>
                  </a:cubicBezTo>
                  <a:lnTo>
                    <a:pt x="0" y="41005"/>
                  </a:lnTo>
                  <a:cubicBezTo>
                    <a:pt x="31" y="53175"/>
                    <a:pt x="9890" y="63034"/>
                    <a:pt x="22060" y="63065"/>
                  </a:cubicBezTo>
                  <a:lnTo>
                    <a:pt x="25918" y="63065"/>
                  </a:lnTo>
                  <a:cubicBezTo>
                    <a:pt x="38094" y="63049"/>
                    <a:pt x="47962" y="53182"/>
                    <a:pt x="47977" y="41005"/>
                  </a:cubicBezTo>
                  <a:lnTo>
                    <a:pt x="47977" y="22060"/>
                  </a:lnTo>
                  <a:cubicBezTo>
                    <a:pt x="47977" y="9877"/>
                    <a:pt x="38101" y="0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32" y="46869"/>
                    <a:pt x="31782" y="51619"/>
                    <a:pt x="25918" y="51635"/>
                  </a:cubicBezTo>
                  <a:lnTo>
                    <a:pt x="22060" y="51635"/>
                  </a:lnTo>
                  <a:cubicBezTo>
                    <a:pt x="16196" y="51619"/>
                    <a:pt x="11446" y="46869"/>
                    <a:pt x="11430" y="41005"/>
                  </a:cubicBezTo>
                  <a:lnTo>
                    <a:pt x="11430" y="22060"/>
                  </a:lnTo>
                  <a:cubicBezTo>
                    <a:pt x="11446" y="16196"/>
                    <a:pt x="16196" y="11446"/>
                    <a:pt x="22060" y="11430"/>
                  </a:cubicBezTo>
                  <a:lnTo>
                    <a:pt x="25918" y="11430"/>
                  </a:lnTo>
                  <a:cubicBezTo>
                    <a:pt x="31782" y="11446"/>
                    <a:pt x="36532" y="16196"/>
                    <a:pt x="36547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C74174A-2805-A70B-FE34-CA5C0A5061ED}"/>
                </a:ext>
              </a:extLst>
            </p:cNvPr>
            <p:cNvSpPr/>
            <p:nvPr/>
          </p:nvSpPr>
          <p:spPr>
            <a:xfrm>
              <a:off x="866590" y="933608"/>
              <a:ext cx="43634" cy="11430"/>
            </a:xfrm>
            <a:custGeom>
              <a:avLst/>
              <a:gdLst>
                <a:gd name="connsiteX0" fmla="*/ 0 w 43634"/>
                <a:gd name="connsiteY0" fmla="*/ 0 h 11430"/>
                <a:gd name="connsiteX1" fmla="*/ 43634 w 43634"/>
                <a:gd name="connsiteY1" fmla="*/ 0 h 11430"/>
                <a:gd name="connsiteX2" fmla="*/ 43634 w 43634"/>
                <a:gd name="connsiteY2" fmla="*/ 11430 h 11430"/>
                <a:gd name="connsiteX3" fmla="*/ 0 w 43634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34" h="11430">
                  <a:moveTo>
                    <a:pt x="0" y="0"/>
                  </a:moveTo>
                  <a:lnTo>
                    <a:pt x="43634" y="0"/>
                  </a:lnTo>
                  <a:lnTo>
                    <a:pt x="43634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AE17750-B7C7-F2EC-3C5C-03DD133D5113}"/>
                </a:ext>
              </a:extLst>
            </p:cNvPr>
            <p:cNvSpPr/>
            <p:nvPr/>
          </p:nvSpPr>
          <p:spPr>
            <a:xfrm>
              <a:off x="935342" y="933608"/>
              <a:ext cx="72637" cy="11430"/>
            </a:xfrm>
            <a:custGeom>
              <a:avLst/>
              <a:gdLst>
                <a:gd name="connsiteX0" fmla="*/ 0 w 72637"/>
                <a:gd name="connsiteY0" fmla="*/ 0 h 11430"/>
                <a:gd name="connsiteX1" fmla="*/ 72638 w 72637"/>
                <a:gd name="connsiteY1" fmla="*/ 0 h 11430"/>
                <a:gd name="connsiteX2" fmla="*/ 72638 w 72637"/>
                <a:gd name="connsiteY2" fmla="*/ 11430 h 11430"/>
                <a:gd name="connsiteX3" fmla="*/ 0 w 72637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637" h="11430">
                  <a:moveTo>
                    <a:pt x="0" y="0"/>
                  </a:moveTo>
                  <a:lnTo>
                    <a:pt x="72638" y="0"/>
                  </a:lnTo>
                  <a:lnTo>
                    <a:pt x="72638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3AEF10D-4F3E-938D-B641-AB018F4A5745}"/>
                </a:ext>
              </a:extLst>
            </p:cNvPr>
            <p:cNvSpPr/>
            <p:nvPr/>
          </p:nvSpPr>
          <p:spPr>
            <a:xfrm>
              <a:off x="1033097" y="933608"/>
              <a:ext cx="65722" cy="11430"/>
            </a:xfrm>
            <a:custGeom>
              <a:avLst/>
              <a:gdLst>
                <a:gd name="connsiteX0" fmla="*/ 0 w 65722"/>
                <a:gd name="connsiteY0" fmla="*/ 0 h 11430"/>
                <a:gd name="connsiteX1" fmla="*/ 65722 w 65722"/>
                <a:gd name="connsiteY1" fmla="*/ 0 h 11430"/>
                <a:gd name="connsiteX2" fmla="*/ 65722 w 65722"/>
                <a:gd name="connsiteY2" fmla="*/ 11430 h 11430"/>
                <a:gd name="connsiteX3" fmla="*/ 0 w 65722"/>
                <a:gd name="connsiteY3" fmla="*/ 11430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11430">
                  <a:moveTo>
                    <a:pt x="0" y="0"/>
                  </a:moveTo>
                  <a:lnTo>
                    <a:pt x="65722" y="0"/>
                  </a:lnTo>
                  <a:lnTo>
                    <a:pt x="65722" y="11430"/>
                  </a:lnTo>
                  <a:lnTo>
                    <a:pt x="0" y="11430"/>
                  </a:ln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E41F29D-7931-B065-D0CD-B11D20431E3E}"/>
                </a:ext>
              </a:extLst>
            </p:cNvPr>
            <p:cNvSpPr/>
            <p:nvPr/>
          </p:nvSpPr>
          <p:spPr>
            <a:xfrm>
              <a:off x="898794" y="907776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88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88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88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88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78" y="31"/>
                    <a:pt x="16" y="9907"/>
                    <a:pt x="0" y="22088"/>
                  </a:cubicBezTo>
                  <a:lnTo>
                    <a:pt x="0" y="41005"/>
                  </a:lnTo>
                  <a:cubicBezTo>
                    <a:pt x="16" y="53182"/>
                    <a:pt x="9883" y="63049"/>
                    <a:pt x="22060" y="63065"/>
                  </a:cubicBezTo>
                  <a:lnTo>
                    <a:pt x="25918" y="63065"/>
                  </a:lnTo>
                  <a:cubicBezTo>
                    <a:pt x="38101" y="63065"/>
                    <a:pt x="47977" y="53188"/>
                    <a:pt x="47977" y="41005"/>
                  </a:cubicBezTo>
                  <a:lnTo>
                    <a:pt x="47977" y="22088"/>
                  </a:lnTo>
                  <a:cubicBezTo>
                    <a:pt x="47977" y="9901"/>
                    <a:pt x="38106" y="16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47" y="46876"/>
                    <a:pt x="31788" y="51635"/>
                    <a:pt x="25918" y="51635"/>
                  </a:cubicBezTo>
                  <a:lnTo>
                    <a:pt x="22060" y="51635"/>
                  </a:lnTo>
                  <a:cubicBezTo>
                    <a:pt x="16189" y="51635"/>
                    <a:pt x="11430" y="46876"/>
                    <a:pt x="11430" y="41005"/>
                  </a:cubicBezTo>
                  <a:lnTo>
                    <a:pt x="11430" y="22088"/>
                  </a:lnTo>
                  <a:cubicBezTo>
                    <a:pt x="11430" y="16213"/>
                    <a:pt x="16185" y="11446"/>
                    <a:pt x="22060" y="11430"/>
                  </a:cubicBezTo>
                  <a:lnTo>
                    <a:pt x="25918" y="11430"/>
                  </a:lnTo>
                  <a:cubicBezTo>
                    <a:pt x="31793" y="11446"/>
                    <a:pt x="36547" y="16213"/>
                    <a:pt x="36547" y="22088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81A945E-8DDE-6792-3AC4-6C0F3EB6A4E7}"/>
                </a:ext>
              </a:extLst>
            </p:cNvPr>
            <p:cNvSpPr/>
            <p:nvPr/>
          </p:nvSpPr>
          <p:spPr>
            <a:xfrm>
              <a:off x="996549" y="907776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88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88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88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88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78" y="31"/>
                    <a:pt x="16" y="9907"/>
                    <a:pt x="0" y="22088"/>
                  </a:cubicBezTo>
                  <a:lnTo>
                    <a:pt x="0" y="41005"/>
                  </a:lnTo>
                  <a:cubicBezTo>
                    <a:pt x="16" y="53182"/>
                    <a:pt x="9883" y="63049"/>
                    <a:pt x="22060" y="63065"/>
                  </a:cubicBezTo>
                  <a:lnTo>
                    <a:pt x="25918" y="63065"/>
                  </a:lnTo>
                  <a:cubicBezTo>
                    <a:pt x="38101" y="63065"/>
                    <a:pt x="47977" y="53188"/>
                    <a:pt x="47977" y="41005"/>
                  </a:cubicBezTo>
                  <a:lnTo>
                    <a:pt x="47977" y="22088"/>
                  </a:lnTo>
                  <a:cubicBezTo>
                    <a:pt x="47977" y="9901"/>
                    <a:pt x="38105" y="16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47" y="46876"/>
                    <a:pt x="31788" y="51635"/>
                    <a:pt x="25918" y="51635"/>
                  </a:cubicBezTo>
                  <a:lnTo>
                    <a:pt x="22060" y="51635"/>
                  </a:lnTo>
                  <a:cubicBezTo>
                    <a:pt x="16189" y="51635"/>
                    <a:pt x="11430" y="46876"/>
                    <a:pt x="11430" y="41005"/>
                  </a:cubicBezTo>
                  <a:lnTo>
                    <a:pt x="11430" y="22088"/>
                  </a:lnTo>
                  <a:cubicBezTo>
                    <a:pt x="11430" y="16213"/>
                    <a:pt x="16185" y="11446"/>
                    <a:pt x="22060" y="11430"/>
                  </a:cubicBezTo>
                  <a:lnTo>
                    <a:pt x="25918" y="11430"/>
                  </a:lnTo>
                  <a:cubicBezTo>
                    <a:pt x="31793" y="11446"/>
                    <a:pt x="36547" y="16213"/>
                    <a:pt x="36547" y="22088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1126158-E5EA-FE91-D964-D94BA927D699}"/>
                </a:ext>
              </a:extLst>
            </p:cNvPr>
            <p:cNvSpPr/>
            <p:nvPr/>
          </p:nvSpPr>
          <p:spPr>
            <a:xfrm>
              <a:off x="893079" y="1171867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60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60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60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83" y="16"/>
                    <a:pt x="16" y="9883"/>
                    <a:pt x="0" y="22060"/>
                  </a:cubicBezTo>
                  <a:lnTo>
                    <a:pt x="0" y="41005"/>
                  </a:lnTo>
                  <a:cubicBezTo>
                    <a:pt x="31" y="53175"/>
                    <a:pt x="9890" y="63034"/>
                    <a:pt x="22060" y="63065"/>
                  </a:cubicBezTo>
                  <a:lnTo>
                    <a:pt x="25918" y="63065"/>
                  </a:lnTo>
                  <a:cubicBezTo>
                    <a:pt x="38094" y="63049"/>
                    <a:pt x="47962" y="53182"/>
                    <a:pt x="47977" y="41005"/>
                  </a:cubicBezTo>
                  <a:lnTo>
                    <a:pt x="47977" y="22060"/>
                  </a:lnTo>
                  <a:cubicBezTo>
                    <a:pt x="47977" y="9877"/>
                    <a:pt x="38101" y="0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32" y="46869"/>
                    <a:pt x="31782" y="51619"/>
                    <a:pt x="25918" y="51635"/>
                  </a:cubicBezTo>
                  <a:lnTo>
                    <a:pt x="22060" y="51635"/>
                  </a:lnTo>
                  <a:cubicBezTo>
                    <a:pt x="16196" y="51619"/>
                    <a:pt x="11446" y="46869"/>
                    <a:pt x="11430" y="41005"/>
                  </a:cubicBezTo>
                  <a:lnTo>
                    <a:pt x="11430" y="22060"/>
                  </a:lnTo>
                  <a:cubicBezTo>
                    <a:pt x="11446" y="16196"/>
                    <a:pt x="16196" y="11446"/>
                    <a:pt x="22060" y="11430"/>
                  </a:cubicBezTo>
                  <a:lnTo>
                    <a:pt x="25918" y="11430"/>
                  </a:lnTo>
                  <a:cubicBezTo>
                    <a:pt x="31782" y="11446"/>
                    <a:pt x="36532" y="16196"/>
                    <a:pt x="36547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B883CDC-CFC7-72FF-577D-49B71C0043CF}"/>
                </a:ext>
              </a:extLst>
            </p:cNvPr>
            <p:cNvSpPr/>
            <p:nvPr/>
          </p:nvSpPr>
          <p:spPr>
            <a:xfrm>
              <a:off x="945829" y="1171867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60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60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60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83" y="16"/>
                    <a:pt x="16" y="9883"/>
                    <a:pt x="0" y="22060"/>
                  </a:cubicBezTo>
                  <a:lnTo>
                    <a:pt x="0" y="41005"/>
                  </a:lnTo>
                  <a:cubicBezTo>
                    <a:pt x="31" y="53175"/>
                    <a:pt x="9890" y="63034"/>
                    <a:pt x="22060" y="63065"/>
                  </a:cubicBezTo>
                  <a:lnTo>
                    <a:pt x="25918" y="63065"/>
                  </a:lnTo>
                  <a:cubicBezTo>
                    <a:pt x="38094" y="63049"/>
                    <a:pt x="47962" y="53182"/>
                    <a:pt x="47977" y="41005"/>
                  </a:cubicBezTo>
                  <a:lnTo>
                    <a:pt x="47977" y="22060"/>
                  </a:lnTo>
                  <a:cubicBezTo>
                    <a:pt x="47977" y="9877"/>
                    <a:pt x="38101" y="0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32" y="46869"/>
                    <a:pt x="31782" y="51619"/>
                    <a:pt x="25918" y="51635"/>
                  </a:cubicBezTo>
                  <a:lnTo>
                    <a:pt x="22060" y="51635"/>
                  </a:lnTo>
                  <a:cubicBezTo>
                    <a:pt x="16196" y="51619"/>
                    <a:pt x="11446" y="46869"/>
                    <a:pt x="11430" y="41005"/>
                  </a:cubicBezTo>
                  <a:lnTo>
                    <a:pt x="11430" y="22060"/>
                  </a:lnTo>
                  <a:cubicBezTo>
                    <a:pt x="11446" y="16196"/>
                    <a:pt x="16196" y="11446"/>
                    <a:pt x="22060" y="11430"/>
                  </a:cubicBezTo>
                  <a:lnTo>
                    <a:pt x="25918" y="11430"/>
                  </a:lnTo>
                  <a:cubicBezTo>
                    <a:pt x="31782" y="11446"/>
                    <a:pt x="36532" y="16196"/>
                    <a:pt x="36547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637919B-711E-3B12-585A-ED6267A588EB}"/>
                </a:ext>
              </a:extLst>
            </p:cNvPr>
            <p:cNvSpPr/>
            <p:nvPr/>
          </p:nvSpPr>
          <p:spPr>
            <a:xfrm>
              <a:off x="1033097" y="1171867"/>
              <a:ext cx="47977" cy="63065"/>
            </a:xfrm>
            <a:custGeom>
              <a:avLst/>
              <a:gdLst>
                <a:gd name="connsiteX0" fmla="*/ 25918 w 47977"/>
                <a:gd name="connsiteY0" fmla="*/ 0 h 63065"/>
                <a:gd name="connsiteX1" fmla="*/ 22060 w 47977"/>
                <a:gd name="connsiteY1" fmla="*/ 0 h 63065"/>
                <a:gd name="connsiteX2" fmla="*/ 0 w 47977"/>
                <a:gd name="connsiteY2" fmla="*/ 22060 h 63065"/>
                <a:gd name="connsiteX3" fmla="*/ 0 w 47977"/>
                <a:gd name="connsiteY3" fmla="*/ 41005 h 63065"/>
                <a:gd name="connsiteX4" fmla="*/ 22060 w 47977"/>
                <a:gd name="connsiteY4" fmla="*/ 63065 h 63065"/>
                <a:gd name="connsiteX5" fmla="*/ 25918 w 47977"/>
                <a:gd name="connsiteY5" fmla="*/ 63065 h 63065"/>
                <a:gd name="connsiteX6" fmla="*/ 47977 w 47977"/>
                <a:gd name="connsiteY6" fmla="*/ 41005 h 63065"/>
                <a:gd name="connsiteX7" fmla="*/ 47977 w 47977"/>
                <a:gd name="connsiteY7" fmla="*/ 22060 h 63065"/>
                <a:gd name="connsiteX8" fmla="*/ 25918 w 47977"/>
                <a:gd name="connsiteY8" fmla="*/ 0 h 63065"/>
                <a:gd name="connsiteX9" fmla="*/ 36547 w 47977"/>
                <a:gd name="connsiteY9" fmla="*/ 41005 h 63065"/>
                <a:gd name="connsiteX10" fmla="*/ 25918 w 47977"/>
                <a:gd name="connsiteY10" fmla="*/ 51635 h 63065"/>
                <a:gd name="connsiteX11" fmla="*/ 22060 w 47977"/>
                <a:gd name="connsiteY11" fmla="*/ 51635 h 63065"/>
                <a:gd name="connsiteX12" fmla="*/ 11430 w 47977"/>
                <a:gd name="connsiteY12" fmla="*/ 41005 h 63065"/>
                <a:gd name="connsiteX13" fmla="*/ 11430 w 47977"/>
                <a:gd name="connsiteY13" fmla="*/ 22060 h 63065"/>
                <a:gd name="connsiteX14" fmla="*/ 22060 w 47977"/>
                <a:gd name="connsiteY14" fmla="*/ 11430 h 63065"/>
                <a:gd name="connsiteX15" fmla="*/ 25918 w 47977"/>
                <a:gd name="connsiteY15" fmla="*/ 11430 h 63065"/>
                <a:gd name="connsiteX16" fmla="*/ 36547 w 47977"/>
                <a:gd name="connsiteY16" fmla="*/ 22060 h 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977" h="63065">
                  <a:moveTo>
                    <a:pt x="25918" y="0"/>
                  </a:moveTo>
                  <a:lnTo>
                    <a:pt x="22060" y="0"/>
                  </a:lnTo>
                  <a:cubicBezTo>
                    <a:pt x="9883" y="16"/>
                    <a:pt x="16" y="9883"/>
                    <a:pt x="0" y="22060"/>
                  </a:cubicBezTo>
                  <a:lnTo>
                    <a:pt x="0" y="41005"/>
                  </a:lnTo>
                  <a:cubicBezTo>
                    <a:pt x="31" y="53175"/>
                    <a:pt x="9890" y="63034"/>
                    <a:pt x="22060" y="63065"/>
                  </a:cubicBezTo>
                  <a:lnTo>
                    <a:pt x="25918" y="63065"/>
                  </a:lnTo>
                  <a:cubicBezTo>
                    <a:pt x="38094" y="63049"/>
                    <a:pt x="47962" y="53182"/>
                    <a:pt x="47977" y="41005"/>
                  </a:cubicBezTo>
                  <a:lnTo>
                    <a:pt x="47977" y="22060"/>
                  </a:lnTo>
                  <a:cubicBezTo>
                    <a:pt x="47977" y="9877"/>
                    <a:pt x="38101" y="0"/>
                    <a:pt x="25918" y="0"/>
                  </a:cubicBezTo>
                  <a:close/>
                  <a:moveTo>
                    <a:pt x="36547" y="41005"/>
                  </a:moveTo>
                  <a:cubicBezTo>
                    <a:pt x="36532" y="46869"/>
                    <a:pt x="31782" y="51619"/>
                    <a:pt x="25918" y="51635"/>
                  </a:cubicBezTo>
                  <a:lnTo>
                    <a:pt x="22060" y="51635"/>
                  </a:lnTo>
                  <a:cubicBezTo>
                    <a:pt x="16196" y="51619"/>
                    <a:pt x="11446" y="46869"/>
                    <a:pt x="11430" y="41005"/>
                  </a:cubicBezTo>
                  <a:lnTo>
                    <a:pt x="11430" y="22060"/>
                  </a:lnTo>
                  <a:cubicBezTo>
                    <a:pt x="11446" y="16196"/>
                    <a:pt x="16196" y="11446"/>
                    <a:pt x="22060" y="11430"/>
                  </a:cubicBezTo>
                  <a:lnTo>
                    <a:pt x="25918" y="11430"/>
                  </a:lnTo>
                  <a:cubicBezTo>
                    <a:pt x="31782" y="11446"/>
                    <a:pt x="36532" y="16196"/>
                    <a:pt x="36547" y="22060"/>
                  </a:cubicBezTo>
                  <a:close/>
                </a:path>
              </a:pathLst>
            </a:custGeom>
            <a:solidFill>
              <a:srgbClr val="1D384D"/>
            </a:solidFill>
            <a:ln w="28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15FB50E-EF41-D1D4-237B-AB43E6C7674D}"/>
              </a:ext>
            </a:extLst>
          </p:cNvPr>
          <p:cNvSpPr txBox="1"/>
          <p:nvPr/>
        </p:nvSpPr>
        <p:spPr>
          <a:xfrm>
            <a:off x="10431920" y="1424009"/>
            <a:ext cx="1159713" cy="5825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fa-IR" sz="3200" b="1" spc="0" baseline="0" dirty="0">
                <a:solidFill>
                  <a:srgbClr val="CC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YekanXFaNum Heavy" pitchFamily="2" charset="-78"/>
                <a:cs typeface="IRANYekanXFaNum Heavy" pitchFamily="2" charset="-78"/>
                <a:sym typeface="Montserrat-Bold"/>
                <a:rtl val="0"/>
              </a:rPr>
              <a:t>سوال</a:t>
            </a:r>
            <a:endParaRPr lang="en-US" sz="3200" b="1" spc="0" baseline="0" dirty="0">
              <a:solidFill>
                <a:srgbClr val="CC99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YekanXFaNum Heavy" pitchFamily="2" charset="-78"/>
              <a:cs typeface="IRANYekanXFaNum Heavy" pitchFamily="2" charset="-78"/>
              <a:sym typeface="Montserrat-Bold"/>
              <a:rtl val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E234C5-09F2-85A1-84C4-4C6F15D6ED22}"/>
              </a:ext>
            </a:extLst>
          </p:cNvPr>
          <p:cNvSpPr/>
          <p:nvPr/>
        </p:nvSpPr>
        <p:spPr>
          <a:xfrm>
            <a:off x="746851" y="750312"/>
            <a:ext cx="93263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با توجه به محور اعداد داده شده جمع یا تفریق متناسب را بنویسید.</a:t>
            </a:r>
            <a:endParaRPr lang="fa-IR" sz="2400" u="sng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066DEC-C3A9-B797-41BD-874E164BE46A}"/>
              </a:ext>
            </a:extLst>
          </p:cNvPr>
          <p:cNvSpPr/>
          <p:nvPr/>
        </p:nvSpPr>
        <p:spPr>
          <a:xfrm>
            <a:off x="9731171" y="4357702"/>
            <a:ext cx="2199600" cy="2199639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831339BB-EBE4-FFE0-DDEF-AB95AF55ADA0}"/>
              </a:ext>
            </a:extLst>
          </p:cNvPr>
          <p:cNvSpPr/>
          <p:nvPr/>
        </p:nvSpPr>
        <p:spPr>
          <a:xfrm flipV="1">
            <a:off x="2155825" y="5709390"/>
            <a:ext cx="606051" cy="606051"/>
          </a:xfrm>
          <a:prstGeom prst="arc">
            <a:avLst>
              <a:gd name="adj1" fmla="val 11227505"/>
              <a:gd name="adj2" fmla="val 21039137"/>
            </a:avLst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5710FAD-C92D-F3A8-9CFB-781634EBD762}"/>
              </a:ext>
            </a:extLst>
          </p:cNvPr>
          <p:cNvGrpSpPr/>
          <p:nvPr/>
        </p:nvGrpSpPr>
        <p:grpSpPr>
          <a:xfrm>
            <a:off x="446616" y="1819601"/>
            <a:ext cx="5758280" cy="1251177"/>
            <a:chOff x="446616" y="1819601"/>
            <a:chExt cx="5758280" cy="125117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74DF9B-5683-40A1-8EC1-59BEEA3EFEEF}"/>
                </a:ext>
              </a:extLst>
            </p:cNvPr>
            <p:cNvGrpSpPr/>
            <p:nvPr/>
          </p:nvGrpSpPr>
          <p:grpSpPr>
            <a:xfrm>
              <a:off x="446616" y="2520332"/>
              <a:ext cx="5758280" cy="550446"/>
              <a:chOff x="417018" y="2744133"/>
              <a:chExt cx="5758280" cy="550446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D3C0469-F64D-23EE-D89D-CE5EF4C764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018" y="2762026"/>
                <a:ext cx="57582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8B15BF3-EE76-8BF2-1DBA-F49C5AE2D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117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AE6CDF6-3311-790A-E40E-210EB3F63F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9383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39227D1-1906-CA60-7AAE-8D261DEE1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9915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F4B53500-6C1E-3942-780F-9719DC32C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0447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94F22C2-9E4B-E233-2150-F1B1FE0A66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0979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5BCF062-246F-B3AE-E061-7E7215C96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41246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152364-AEE3-1FFE-99BB-239A7FC772CD}"/>
                  </a:ext>
                </a:extLst>
              </p:cNvPr>
              <p:cNvSpPr txBox="1"/>
              <p:nvPr/>
            </p:nvSpPr>
            <p:spPr>
              <a:xfrm>
                <a:off x="1296877" y="2894469"/>
                <a:ext cx="3841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-2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4BF8021-969E-DEFD-D0A7-4F6517AE72BD}"/>
                  </a:ext>
                </a:extLst>
              </p:cNvPr>
              <p:cNvSpPr txBox="1"/>
              <p:nvPr/>
            </p:nvSpPr>
            <p:spPr>
              <a:xfrm>
                <a:off x="1924162" y="2894469"/>
                <a:ext cx="3958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-1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21A7E93-56DB-5C93-3F3B-F6E7FABB2410}"/>
                  </a:ext>
                </a:extLst>
              </p:cNvPr>
              <p:cNvSpPr txBox="1"/>
              <p:nvPr/>
            </p:nvSpPr>
            <p:spPr>
              <a:xfrm>
                <a:off x="2586653" y="2894469"/>
                <a:ext cx="29992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r>
                  <a:rPr lang="en-US" sz="2000" dirty="0">
                    <a:solidFill>
                      <a:schemeClr val="tx1"/>
                    </a:solidFill>
                  </a:rPr>
                  <a:t>0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3BCDE88-9BD2-79FB-2C6F-F6AAE2C7DD19}"/>
                  </a:ext>
                </a:extLst>
              </p:cNvPr>
              <p:cNvSpPr txBox="1"/>
              <p:nvPr/>
            </p:nvSpPr>
            <p:spPr>
              <a:xfrm>
                <a:off x="3141210" y="2894469"/>
                <a:ext cx="43794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+1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EC09569-B505-81C4-1280-14F22DBFE082}"/>
                  </a:ext>
                </a:extLst>
              </p:cNvPr>
              <p:cNvSpPr txBox="1"/>
              <p:nvPr/>
            </p:nvSpPr>
            <p:spPr>
              <a:xfrm>
                <a:off x="3751749" y="2894469"/>
                <a:ext cx="45739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+2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E60279-A462-0848-D2B8-E2B5DEC5786D}"/>
                  </a:ext>
                </a:extLst>
              </p:cNvPr>
              <p:cNvSpPr txBox="1"/>
              <p:nvPr/>
            </p:nvSpPr>
            <p:spPr>
              <a:xfrm>
                <a:off x="4346726" y="2894469"/>
                <a:ext cx="50797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+</a:t>
                </a:r>
                <a:r>
                  <a:rPr lang="fa-IR" sz="2000" dirty="0">
                    <a:solidFill>
                      <a:schemeClr val="tx1"/>
                    </a:solidFill>
                  </a:rPr>
                  <a:t>3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A084069-AEAB-40C0-AF71-A62FBE559BD6}"/>
                  </a:ext>
                </a:extLst>
              </p:cNvPr>
              <p:cNvSpPr txBox="1"/>
              <p:nvPr/>
            </p:nvSpPr>
            <p:spPr>
              <a:xfrm>
                <a:off x="4970203" y="2894469"/>
                <a:ext cx="50155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fa-IR" sz="2000" dirty="0">
                    <a:solidFill>
                      <a:schemeClr val="tx1"/>
                    </a:solidFill>
                  </a:rPr>
                  <a:t>4+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5ACFF9B-B49F-27D0-8026-D3B2245FB20D}"/>
                  </a:ext>
                </a:extLst>
              </p:cNvPr>
              <p:cNvSpPr txBox="1"/>
              <p:nvPr/>
            </p:nvSpPr>
            <p:spPr>
              <a:xfrm>
                <a:off x="5598284" y="2894469"/>
                <a:ext cx="49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fa-IR" sz="2000" dirty="0">
                    <a:solidFill>
                      <a:schemeClr val="tx1"/>
                    </a:solidFill>
                  </a:rPr>
                  <a:t>5+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209C72B-419C-90C6-C9F8-A8A58C78BC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9649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64C50170-281F-7284-B2B5-AB4162430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0181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C72650C-442E-5AB7-2894-093920DD3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0713" y="2744133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F49D5A7-BE86-1D4E-F26B-16E192CA210D}"/>
                  </a:ext>
                </a:extLst>
              </p:cNvPr>
              <p:cNvSpPr txBox="1"/>
              <p:nvPr/>
            </p:nvSpPr>
            <p:spPr>
              <a:xfrm>
                <a:off x="654998" y="2894469"/>
                <a:ext cx="4479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-</a:t>
                </a:r>
                <a:r>
                  <a:rPr lang="fa-IR" sz="2000" dirty="0">
                    <a:solidFill>
                      <a:schemeClr val="tx1"/>
                    </a:solidFill>
                  </a:rPr>
                  <a:t>3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5B53A80-9888-6C65-AC24-64C66E2DDA6B}"/>
                </a:ext>
              </a:extLst>
            </p:cNvPr>
            <p:cNvSpPr/>
            <p:nvPr/>
          </p:nvSpPr>
          <p:spPr>
            <a:xfrm flipH="1">
              <a:off x="861517" y="2047791"/>
              <a:ext cx="1882677" cy="379657"/>
            </a:xfrm>
            <a:custGeom>
              <a:avLst/>
              <a:gdLst>
                <a:gd name="csX0" fmla="*/ 0 w 598517"/>
                <a:gd name="csY0" fmla="*/ 249700 h 249700"/>
                <a:gd name="csX1" fmla="*/ 282633 w 598517"/>
                <a:gd name="csY1" fmla="*/ 318 h 249700"/>
                <a:gd name="csX2" fmla="*/ 598517 w 598517"/>
                <a:gd name="csY2" fmla="*/ 208136 h 249700"/>
                <a:gd name="csX0" fmla="*/ 0 w 585454"/>
                <a:gd name="csY0" fmla="*/ 249606 h 255940"/>
                <a:gd name="csX1" fmla="*/ 282633 w 585454"/>
                <a:gd name="csY1" fmla="*/ 224 h 255940"/>
                <a:gd name="csX2" fmla="*/ 585454 w 585454"/>
                <a:gd name="csY2" fmla="*/ 255940 h 255940"/>
                <a:gd name="csX0" fmla="*/ 0 w 585454"/>
                <a:gd name="csY0" fmla="*/ 158454 h 164788"/>
                <a:gd name="csX1" fmla="*/ 278278 w 585454"/>
                <a:gd name="csY1" fmla="*/ 512 h 164788"/>
                <a:gd name="csX2" fmla="*/ 585454 w 585454"/>
                <a:gd name="csY2" fmla="*/ 164788 h 164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85454" h="164788">
                  <a:moveTo>
                    <a:pt x="0" y="158454"/>
                  </a:moveTo>
                  <a:cubicBezTo>
                    <a:pt x="91440" y="37226"/>
                    <a:pt x="178525" y="7439"/>
                    <a:pt x="278278" y="512"/>
                  </a:cubicBezTo>
                  <a:cubicBezTo>
                    <a:pt x="378031" y="-6415"/>
                    <a:pt x="477388" y="57415"/>
                    <a:pt x="585454" y="1647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52B50FF-DE24-7111-CEAF-8105707E3DF3}"/>
                </a:ext>
              </a:extLst>
            </p:cNvPr>
            <p:cNvSpPr/>
            <p:nvPr/>
          </p:nvSpPr>
          <p:spPr>
            <a:xfrm>
              <a:off x="861517" y="1819601"/>
              <a:ext cx="3118927" cy="600165"/>
            </a:xfrm>
            <a:custGeom>
              <a:avLst/>
              <a:gdLst>
                <a:gd name="csX0" fmla="*/ 0 w 598517"/>
                <a:gd name="csY0" fmla="*/ 249700 h 249700"/>
                <a:gd name="csX1" fmla="*/ 282633 w 598517"/>
                <a:gd name="csY1" fmla="*/ 318 h 249700"/>
                <a:gd name="csX2" fmla="*/ 598517 w 598517"/>
                <a:gd name="csY2" fmla="*/ 208136 h 249700"/>
                <a:gd name="csX0" fmla="*/ 0 w 585454"/>
                <a:gd name="csY0" fmla="*/ 249606 h 255940"/>
                <a:gd name="csX1" fmla="*/ 282633 w 585454"/>
                <a:gd name="csY1" fmla="*/ 224 h 255940"/>
                <a:gd name="csX2" fmla="*/ 585454 w 585454"/>
                <a:gd name="csY2" fmla="*/ 255940 h 255940"/>
                <a:gd name="csX0" fmla="*/ 0 w 585454"/>
                <a:gd name="csY0" fmla="*/ 158454 h 164788"/>
                <a:gd name="csX1" fmla="*/ 278278 w 585454"/>
                <a:gd name="csY1" fmla="*/ 512 h 164788"/>
                <a:gd name="csX2" fmla="*/ 585454 w 585454"/>
                <a:gd name="csY2" fmla="*/ 164788 h 164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85454" h="164788">
                  <a:moveTo>
                    <a:pt x="0" y="158454"/>
                  </a:moveTo>
                  <a:cubicBezTo>
                    <a:pt x="91440" y="37226"/>
                    <a:pt x="178525" y="7439"/>
                    <a:pt x="278278" y="512"/>
                  </a:cubicBezTo>
                  <a:cubicBezTo>
                    <a:pt x="378031" y="-6415"/>
                    <a:pt x="477388" y="57415"/>
                    <a:pt x="585454" y="1647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5DAF087-6F09-0831-89D0-E132DB67B96D}"/>
              </a:ext>
            </a:extLst>
          </p:cNvPr>
          <p:cNvGrpSpPr/>
          <p:nvPr/>
        </p:nvGrpSpPr>
        <p:grpSpPr>
          <a:xfrm>
            <a:off x="446616" y="5357829"/>
            <a:ext cx="5758280" cy="1182911"/>
            <a:chOff x="446616" y="5357829"/>
            <a:chExt cx="5758280" cy="118291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A648CA8-C1AA-9D0C-8807-681CB461868A}"/>
                </a:ext>
              </a:extLst>
            </p:cNvPr>
            <p:cNvGrpSpPr/>
            <p:nvPr/>
          </p:nvGrpSpPr>
          <p:grpSpPr>
            <a:xfrm>
              <a:off x="446616" y="5990294"/>
              <a:ext cx="5758280" cy="550446"/>
              <a:chOff x="478628" y="5990294"/>
              <a:chExt cx="5758280" cy="550446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5A1E5AFB-66A1-F951-AE24-3B843718D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28" y="6008187"/>
                <a:ext cx="57582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6A15E11-F5A6-8971-0C72-8F28B66F7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0727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00D9B78-8C08-2603-D4F9-82AE9F5137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0993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D5DE210D-9DF4-04C6-7F40-F9BEABEBFE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1525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28FC960-39CE-4E02-DA24-31B5C13DAA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2057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20CD68F1-C682-2D42-904F-7E0B2752B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2589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634555B-7E7F-3E5C-BCBE-58531B50D2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2856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68A61E1-4B8C-69F3-47E2-F73208AFFF02}"/>
                  </a:ext>
                </a:extLst>
              </p:cNvPr>
              <p:cNvSpPr txBox="1"/>
              <p:nvPr/>
            </p:nvSpPr>
            <p:spPr>
              <a:xfrm>
                <a:off x="1295981" y="6140630"/>
                <a:ext cx="50919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fa-IR" sz="2000" dirty="0">
                    <a:solidFill>
                      <a:schemeClr val="tx1"/>
                    </a:solidFill>
                  </a:rPr>
                  <a:t>20-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4B42156-2DDE-113F-0A66-581A610366BE}"/>
                  </a:ext>
                </a:extLst>
              </p:cNvPr>
              <p:cNvSpPr txBox="1"/>
              <p:nvPr/>
            </p:nvSpPr>
            <p:spPr>
              <a:xfrm>
                <a:off x="1912519" y="6140630"/>
                <a:ext cx="54230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-1</a:t>
                </a:r>
                <a:r>
                  <a:rPr lang="fa-IR" sz="2000" dirty="0">
                    <a:solidFill>
                      <a:schemeClr val="tx1"/>
                    </a:solidFill>
                  </a:rPr>
                  <a:t>0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5A5BE41-135F-3BAC-9754-95FD5487D305}"/>
                  </a:ext>
                </a:extLst>
              </p:cNvPr>
              <p:cNvSpPr txBox="1"/>
              <p:nvPr/>
            </p:nvSpPr>
            <p:spPr>
              <a:xfrm>
                <a:off x="2648263" y="6140630"/>
                <a:ext cx="29992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r>
                  <a:rPr lang="en-US" sz="2000" dirty="0">
                    <a:solidFill>
                      <a:schemeClr val="tx1"/>
                    </a:solidFill>
                  </a:rPr>
                  <a:t>0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548B99B-AF9E-0120-876E-B6DA912BCAE8}"/>
                  </a:ext>
                </a:extLst>
              </p:cNvPr>
              <p:cNvSpPr txBox="1"/>
              <p:nvPr/>
            </p:nvSpPr>
            <p:spPr>
              <a:xfrm>
                <a:off x="3148048" y="6140630"/>
                <a:ext cx="5474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+1</a:t>
                </a:r>
                <a:r>
                  <a:rPr lang="fa-IR" sz="2000" dirty="0">
                    <a:solidFill>
                      <a:schemeClr val="tx1"/>
                    </a:solidFill>
                  </a:rPr>
                  <a:t>0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789FD56-5692-C83B-4FC2-D0A6002F10A2}"/>
                  </a:ext>
                </a:extLst>
              </p:cNvPr>
              <p:cNvSpPr txBox="1"/>
              <p:nvPr/>
            </p:nvSpPr>
            <p:spPr>
              <a:xfrm>
                <a:off x="3727713" y="6140630"/>
                <a:ext cx="62868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+2</a:t>
                </a:r>
                <a:r>
                  <a:rPr lang="fa-IR" sz="2000" dirty="0">
                    <a:solidFill>
                      <a:schemeClr val="tx1"/>
                    </a:solidFill>
                  </a:rPr>
                  <a:t>0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B806A4D-74D8-FA7A-F5E1-03553FFB739D}"/>
                  </a:ext>
                </a:extLst>
              </p:cNvPr>
              <p:cNvSpPr txBox="1"/>
              <p:nvPr/>
            </p:nvSpPr>
            <p:spPr>
              <a:xfrm>
                <a:off x="4331869" y="6140630"/>
                <a:ext cx="66090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+</a:t>
                </a:r>
                <a:r>
                  <a:rPr lang="fa-IR" sz="2000" dirty="0">
                    <a:solidFill>
                      <a:schemeClr val="tx1"/>
                    </a:solidFill>
                  </a:rPr>
                  <a:t>30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0759BD9-A2A8-956F-7968-078D3C9DFB46}"/>
                  </a:ext>
                </a:extLst>
              </p:cNvPr>
              <p:cNvSpPr txBox="1"/>
              <p:nvPr/>
            </p:nvSpPr>
            <p:spPr>
              <a:xfrm>
                <a:off x="4976848" y="6140630"/>
                <a:ext cx="61148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fa-IR" sz="2000" dirty="0">
                    <a:solidFill>
                      <a:schemeClr val="tx1"/>
                    </a:solidFill>
                  </a:rPr>
                  <a:t>40+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926B088-2E04-ED2E-39EE-F8B9DF454473}"/>
                  </a:ext>
                </a:extLst>
              </p:cNvPr>
              <p:cNvSpPr txBox="1"/>
              <p:nvPr/>
            </p:nvSpPr>
            <p:spPr>
              <a:xfrm>
                <a:off x="5597333" y="6140630"/>
                <a:ext cx="62283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fa-IR" sz="2000" dirty="0">
                    <a:solidFill>
                      <a:schemeClr val="tx1"/>
                    </a:solidFill>
                  </a:rPr>
                  <a:t>50+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D2DF830-FEAB-80B4-8672-E562931B7E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1259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C4D24AA-80AF-64FA-C5EE-BD1DCE8D06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1791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A0A3DE6-9CF5-6809-B58F-6B54753349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2323" y="5990294"/>
                <a:ext cx="0" cy="144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5F234B9-8303-CC62-15D4-999E454F8E58}"/>
                  </a:ext>
                </a:extLst>
              </p:cNvPr>
              <p:cNvSpPr txBox="1"/>
              <p:nvPr/>
            </p:nvSpPr>
            <p:spPr>
              <a:xfrm>
                <a:off x="652498" y="6140630"/>
                <a:ext cx="5761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>
                    <a:solidFill>
                      <a:srgbClr val="002060"/>
                    </a:solidFill>
                    <a:latin typeface="IRANYekanXFaNum" pitchFamily="2" charset="-78"/>
                    <a:cs typeface="IRANYekanXFaNum" pitchFamily="2" charset="-78"/>
                  </a:defRPr>
                </a:lvl1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-</a:t>
                </a:r>
                <a:r>
                  <a:rPr lang="fa-IR" sz="2000" dirty="0">
                    <a:solidFill>
                      <a:schemeClr val="tx1"/>
                    </a:solidFill>
                  </a:rPr>
                  <a:t>30</a:t>
                </a:r>
                <a:endParaRPr lang="ar-DZ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D796E5E-C558-4E73-397B-99CA4792AF95}"/>
                </a:ext>
              </a:extLst>
            </p:cNvPr>
            <p:cNvSpPr/>
            <p:nvPr/>
          </p:nvSpPr>
          <p:spPr>
            <a:xfrm flipH="1">
              <a:off x="2149246" y="5758543"/>
              <a:ext cx="656558" cy="199451"/>
            </a:xfrm>
            <a:custGeom>
              <a:avLst/>
              <a:gdLst>
                <a:gd name="csX0" fmla="*/ 0 w 598517"/>
                <a:gd name="csY0" fmla="*/ 249700 h 249700"/>
                <a:gd name="csX1" fmla="*/ 282633 w 598517"/>
                <a:gd name="csY1" fmla="*/ 318 h 249700"/>
                <a:gd name="csX2" fmla="*/ 598517 w 598517"/>
                <a:gd name="csY2" fmla="*/ 208136 h 249700"/>
                <a:gd name="csX0" fmla="*/ 0 w 585454"/>
                <a:gd name="csY0" fmla="*/ 249606 h 255940"/>
                <a:gd name="csX1" fmla="*/ 282633 w 585454"/>
                <a:gd name="csY1" fmla="*/ 224 h 255940"/>
                <a:gd name="csX2" fmla="*/ 585454 w 585454"/>
                <a:gd name="csY2" fmla="*/ 255940 h 255940"/>
                <a:gd name="csX0" fmla="*/ 0 w 585454"/>
                <a:gd name="csY0" fmla="*/ 158454 h 164788"/>
                <a:gd name="csX1" fmla="*/ 278278 w 585454"/>
                <a:gd name="csY1" fmla="*/ 512 h 164788"/>
                <a:gd name="csX2" fmla="*/ 585454 w 585454"/>
                <a:gd name="csY2" fmla="*/ 164788 h 164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85454" h="164788">
                  <a:moveTo>
                    <a:pt x="0" y="158454"/>
                  </a:moveTo>
                  <a:cubicBezTo>
                    <a:pt x="91440" y="37226"/>
                    <a:pt x="178525" y="7439"/>
                    <a:pt x="278278" y="512"/>
                  </a:cubicBezTo>
                  <a:cubicBezTo>
                    <a:pt x="378031" y="-6415"/>
                    <a:pt x="477388" y="57415"/>
                    <a:pt x="585454" y="1647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E0D73E2-D529-47EC-D1D4-E31627B4A571}"/>
                </a:ext>
              </a:extLst>
            </p:cNvPr>
            <p:cNvSpPr/>
            <p:nvPr/>
          </p:nvSpPr>
          <p:spPr>
            <a:xfrm>
              <a:off x="2160820" y="5357829"/>
              <a:ext cx="2469491" cy="600165"/>
            </a:xfrm>
            <a:custGeom>
              <a:avLst/>
              <a:gdLst>
                <a:gd name="csX0" fmla="*/ 0 w 598517"/>
                <a:gd name="csY0" fmla="*/ 249700 h 249700"/>
                <a:gd name="csX1" fmla="*/ 282633 w 598517"/>
                <a:gd name="csY1" fmla="*/ 318 h 249700"/>
                <a:gd name="csX2" fmla="*/ 598517 w 598517"/>
                <a:gd name="csY2" fmla="*/ 208136 h 249700"/>
                <a:gd name="csX0" fmla="*/ 0 w 585454"/>
                <a:gd name="csY0" fmla="*/ 249606 h 255940"/>
                <a:gd name="csX1" fmla="*/ 282633 w 585454"/>
                <a:gd name="csY1" fmla="*/ 224 h 255940"/>
                <a:gd name="csX2" fmla="*/ 585454 w 585454"/>
                <a:gd name="csY2" fmla="*/ 255940 h 255940"/>
                <a:gd name="csX0" fmla="*/ 0 w 585454"/>
                <a:gd name="csY0" fmla="*/ 158454 h 164788"/>
                <a:gd name="csX1" fmla="*/ 278278 w 585454"/>
                <a:gd name="csY1" fmla="*/ 512 h 164788"/>
                <a:gd name="csX2" fmla="*/ 585454 w 585454"/>
                <a:gd name="csY2" fmla="*/ 164788 h 164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85454" h="164788">
                  <a:moveTo>
                    <a:pt x="0" y="158454"/>
                  </a:moveTo>
                  <a:cubicBezTo>
                    <a:pt x="91440" y="37226"/>
                    <a:pt x="178525" y="7439"/>
                    <a:pt x="278278" y="512"/>
                  </a:cubicBezTo>
                  <a:cubicBezTo>
                    <a:pt x="378031" y="-6415"/>
                    <a:pt x="477388" y="57415"/>
                    <a:pt x="585454" y="1647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A2B18F5-D954-8987-8D56-D7875647E240}"/>
              </a:ext>
            </a:extLst>
          </p:cNvPr>
          <p:cNvGrpSpPr/>
          <p:nvPr/>
        </p:nvGrpSpPr>
        <p:grpSpPr>
          <a:xfrm>
            <a:off x="446616" y="3832996"/>
            <a:ext cx="5758280" cy="972763"/>
            <a:chOff x="446616" y="3832996"/>
            <a:chExt cx="5758280" cy="972763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B4BFC71-CE3E-A978-7E63-70FE25C9ED78}"/>
                </a:ext>
              </a:extLst>
            </p:cNvPr>
            <p:cNvCxnSpPr>
              <a:cxnSpLocks/>
            </p:cNvCxnSpPr>
            <p:nvPr/>
          </p:nvCxnSpPr>
          <p:spPr>
            <a:xfrm>
              <a:off x="446616" y="4273206"/>
              <a:ext cx="57582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659EF42-C9E9-FAA3-7F1A-4477621CAAD5}"/>
                </a:ext>
              </a:extLst>
            </p:cNvPr>
            <p:cNvCxnSpPr>
              <a:cxnSpLocks/>
            </p:cNvCxnSpPr>
            <p:nvPr/>
          </p:nvCxnSpPr>
          <p:spPr>
            <a:xfrm>
              <a:off x="908715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8493EC7-E8C5-5613-59C5-F5BFE9F7A586}"/>
                </a:ext>
              </a:extLst>
            </p:cNvPr>
            <p:cNvCxnSpPr>
              <a:cxnSpLocks/>
            </p:cNvCxnSpPr>
            <p:nvPr/>
          </p:nvCxnSpPr>
          <p:spPr>
            <a:xfrm>
              <a:off x="1528981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08F80AB-F5C5-521C-F4FA-BC025837A65E}"/>
                </a:ext>
              </a:extLst>
            </p:cNvPr>
            <p:cNvCxnSpPr>
              <a:cxnSpLocks/>
            </p:cNvCxnSpPr>
            <p:nvPr/>
          </p:nvCxnSpPr>
          <p:spPr>
            <a:xfrm>
              <a:off x="2769513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47A7570-0DBF-BC0C-4DF9-DF023AB09DD9}"/>
                </a:ext>
              </a:extLst>
            </p:cNvPr>
            <p:cNvCxnSpPr>
              <a:cxnSpLocks/>
            </p:cNvCxnSpPr>
            <p:nvPr/>
          </p:nvCxnSpPr>
          <p:spPr>
            <a:xfrm>
              <a:off x="4010045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F43B61A-EA3C-530E-3584-5EE589166B0E}"/>
                </a:ext>
              </a:extLst>
            </p:cNvPr>
            <p:cNvCxnSpPr>
              <a:cxnSpLocks/>
            </p:cNvCxnSpPr>
            <p:nvPr/>
          </p:nvCxnSpPr>
          <p:spPr>
            <a:xfrm>
              <a:off x="5250577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E403F4FA-A767-08C7-4AA5-68C9AE86E51C}"/>
                </a:ext>
              </a:extLst>
            </p:cNvPr>
            <p:cNvCxnSpPr>
              <a:cxnSpLocks/>
            </p:cNvCxnSpPr>
            <p:nvPr/>
          </p:nvCxnSpPr>
          <p:spPr>
            <a:xfrm>
              <a:off x="5870844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3CBB52A-FD35-8487-D9A0-5CEB1AD39D38}"/>
                </a:ext>
              </a:extLst>
            </p:cNvPr>
            <p:cNvSpPr txBox="1"/>
            <p:nvPr/>
          </p:nvSpPr>
          <p:spPr>
            <a:xfrm>
              <a:off x="1263969" y="4405649"/>
              <a:ext cx="5091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-</a:t>
              </a:r>
              <a:r>
                <a:rPr lang="fa-IR" sz="2000" dirty="0">
                  <a:solidFill>
                    <a:schemeClr val="tx1"/>
                  </a:solidFill>
                </a:rPr>
                <a:t>7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B4ED573-3A9F-049D-9A0B-001BD16770F4}"/>
                </a:ext>
              </a:extLst>
            </p:cNvPr>
            <p:cNvSpPr txBox="1"/>
            <p:nvPr/>
          </p:nvSpPr>
          <p:spPr>
            <a:xfrm>
              <a:off x="1953760" y="4405649"/>
              <a:ext cx="3958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-</a:t>
              </a:r>
              <a:r>
                <a:rPr lang="fa-IR" sz="2000" dirty="0">
                  <a:solidFill>
                    <a:schemeClr val="tx1"/>
                  </a:solidFill>
                </a:rPr>
                <a:t>6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9684841-F063-3E7A-8A7A-01556A265E5B}"/>
                </a:ext>
              </a:extLst>
            </p:cNvPr>
            <p:cNvSpPr txBox="1"/>
            <p:nvPr/>
          </p:nvSpPr>
          <p:spPr>
            <a:xfrm>
              <a:off x="2562597" y="4405649"/>
              <a:ext cx="4072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r>
                <a:rPr lang="fa-IR" sz="2000" dirty="0">
                  <a:solidFill>
                    <a:schemeClr val="tx1"/>
                  </a:solidFill>
                </a:rPr>
                <a:t>5-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D19C037-C9E3-8FC3-0D57-D07A66F4A76E}"/>
                </a:ext>
              </a:extLst>
            </p:cNvPr>
            <p:cNvSpPr txBox="1"/>
            <p:nvPr/>
          </p:nvSpPr>
          <p:spPr>
            <a:xfrm>
              <a:off x="3170808" y="4405649"/>
              <a:ext cx="43794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fa-IR" sz="2000" dirty="0">
                  <a:solidFill>
                    <a:schemeClr val="tx1"/>
                  </a:solidFill>
                </a:rPr>
                <a:t>4-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6F46740-C24C-31A5-AEF7-B2E42487C873}"/>
                </a:ext>
              </a:extLst>
            </p:cNvPr>
            <p:cNvSpPr txBox="1"/>
            <p:nvPr/>
          </p:nvSpPr>
          <p:spPr>
            <a:xfrm>
              <a:off x="3781347" y="4405649"/>
              <a:ext cx="45739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fa-IR" sz="2000" dirty="0">
                  <a:solidFill>
                    <a:schemeClr val="tx1"/>
                  </a:solidFill>
                </a:rPr>
                <a:t>3-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48A6F24-8EC9-BC02-7382-3F79E59CE635}"/>
                </a:ext>
              </a:extLst>
            </p:cNvPr>
            <p:cNvSpPr txBox="1"/>
            <p:nvPr/>
          </p:nvSpPr>
          <p:spPr>
            <a:xfrm>
              <a:off x="4376324" y="4405649"/>
              <a:ext cx="50797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fa-IR" sz="2000" dirty="0">
                  <a:solidFill>
                    <a:schemeClr val="tx1"/>
                  </a:solidFill>
                </a:rPr>
                <a:t>2-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8FB7AC4-EBE7-4E60-7D8B-EE9C38F9E7B1}"/>
                </a:ext>
              </a:extLst>
            </p:cNvPr>
            <p:cNvSpPr txBox="1"/>
            <p:nvPr/>
          </p:nvSpPr>
          <p:spPr>
            <a:xfrm>
              <a:off x="4999801" y="4405649"/>
              <a:ext cx="5015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fa-IR" sz="2000" dirty="0">
                  <a:solidFill>
                    <a:schemeClr val="tx1"/>
                  </a:solidFill>
                </a:rPr>
                <a:t>1-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251B506-BB1D-A597-F5C8-C1BF9A60F335}"/>
                </a:ext>
              </a:extLst>
            </p:cNvPr>
            <p:cNvSpPr txBox="1"/>
            <p:nvPr/>
          </p:nvSpPr>
          <p:spPr>
            <a:xfrm>
              <a:off x="5627882" y="4405649"/>
              <a:ext cx="49771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fa-IR" sz="2000" dirty="0">
                  <a:solidFill>
                    <a:schemeClr val="tx1"/>
                  </a:solidFill>
                </a:rPr>
                <a:t>0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97DE929-552A-4438-CFC1-3EF5F5620A2D}"/>
                </a:ext>
              </a:extLst>
            </p:cNvPr>
            <p:cNvCxnSpPr>
              <a:cxnSpLocks/>
            </p:cNvCxnSpPr>
            <p:nvPr/>
          </p:nvCxnSpPr>
          <p:spPr>
            <a:xfrm>
              <a:off x="2149247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5B5A308-7918-6C57-B4CE-4031DBFAC8AF}"/>
                </a:ext>
              </a:extLst>
            </p:cNvPr>
            <p:cNvCxnSpPr>
              <a:cxnSpLocks/>
            </p:cNvCxnSpPr>
            <p:nvPr/>
          </p:nvCxnSpPr>
          <p:spPr>
            <a:xfrm>
              <a:off x="3389779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F1CE49BA-5C75-7E57-B31E-F6927ABCA1D6}"/>
                </a:ext>
              </a:extLst>
            </p:cNvPr>
            <p:cNvCxnSpPr>
              <a:cxnSpLocks/>
            </p:cNvCxnSpPr>
            <p:nvPr/>
          </p:nvCxnSpPr>
          <p:spPr>
            <a:xfrm>
              <a:off x="4630311" y="4255313"/>
              <a:ext cx="0" cy="14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BFAC60B-148B-40C7-A3AD-E8F57C1BF4EB}"/>
                </a:ext>
              </a:extLst>
            </p:cNvPr>
            <p:cNvSpPr txBox="1"/>
            <p:nvPr/>
          </p:nvSpPr>
          <p:spPr>
            <a:xfrm>
              <a:off x="684596" y="4405649"/>
              <a:ext cx="44791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>
                  <a:solidFill>
                    <a:srgbClr val="002060"/>
                  </a:solidFill>
                  <a:latin typeface="IRANYekanXFaNum" pitchFamily="2" charset="-78"/>
                  <a:cs typeface="IRANYekanXFaNum" pitchFamily="2" charset="-78"/>
                </a:defRPr>
              </a:lvl1pPr>
            </a:lstStyle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-</a:t>
              </a:r>
              <a:r>
                <a:rPr lang="fa-IR" sz="2000" dirty="0">
                  <a:solidFill>
                    <a:schemeClr val="tx1"/>
                  </a:solidFill>
                </a:rPr>
                <a:t>8</a:t>
              </a:r>
              <a:endParaRPr lang="ar-DZ" sz="2000" dirty="0">
                <a:solidFill>
                  <a:schemeClr val="tx1"/>
                </a:solidFill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DC0EE9B-6FF7-B24B-ECA3-679FEFA71410}"/>
                </a:ext>
              </a:extLst>
            </p:cNvPr>
            <p:cNvSpPr/>
            <p:nvPr/>
          </p:nvSpPr>
          <p:spPr>
            <a:xfrm flipH="1">
              <a:off x="3389779" y="3832996"/>
              <a:ext cx="2475384" cy="379657"/>
            </a:xfrm>
            <a:custGeom>
              <a:avLst/>
              <a:gdLst>
                <a:gd name="csX0" fmla="*/ 0 w 598517"/>
                <a:gd name="csY0" fmla="*/ 249700 h 249700"/>
                <a:gd name="csX1" fmla="*/ 282633 w 598517"/>
                <a:gd name="csY1" fmla="*/ 318 h 249700"/>
                <a:gd name="csX2" fmla="*/ 598517 w 598517"/>
                <a:gd name="csY2" fmla="*/ 208136 h 249700"/>
                <a:gd name="csX0" fmla="*/ 0 w 585454"/>
                <a:gd name="csY0" fmla="*/ 249606 h 255940"/>
                <a:gd name="csX1" fmla="*/ 282633 w 585454"/>
                <a:gd name="csY1" fmla="*/ 224 h 255940"/>
                <a:gd name="csX2" fmla="*/ 585454 w 585454"/>
                <a:gd name="csY2" fmla="*/ 255940 h 255940"/>
                <a:gd name="csX0" fmla="*/ 0 w 585454"/>
                <a:gd name="csY0" fmla="*/ 158454 h 164788"/>
                <a:gd name="csX1" fmla="*/ 278278 w 585454"/>
                <a:gd name="csY1" fmla="*/ 512 h 164788"/>
                <a:gd name="csX2" fmla="*/ 585454 w 585454"/>
                <a:gd name="csY2" fmla="*/ 164788 h 164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85454" h="164788">
                  <a:moveTo>
                    <a:pt x="0" y="158454"/>
                  </a:moveTo>
                  <a:cubicBezTo>
                    <a:pt x="91440" y="37226"/>
                    <a:pt x="178525" y="7439"/>
                    <a:pt x="278278" y="512"/>
                  </a:cubicBezTo>
                  <a:cubicBezTo>
                    <a:pt x="378031" y="-6415"/>
                    <a:pt x="477388" y="57415"/>
                    <a:pt x="585454" y="1647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59B82C1-1B30-F761-B130-98E4494A57C1}"/>
                </a:ext>
              </a:extLst>
            </p:cNvPr>
            <p:cNvSpPr/>
            <p:nvPr/>
          </p:nvSpPr>
          <p:spPr>
            <a:xfrm flipH="1">
              <a:off x="923128" y="3836953"/>
              <a:ext cx="2475384" cy="379657"/>
            </a:xfrm>
            <a:custGeom>
              <a:avLst/>
              <a:gdLst>
                <a:gd name="csX0" fmla="*/ 0 w 598517"/>
                <a:gd name="csY0" fmla="*/ 249700 h 249700"/>
                <a:gd name="csX1" fmla="*/ 282633 w 598517"/>
                <a:gd name="csY1" fmla="*/ 318 h 249700"/>
                <a:gd name="csX2" fmla="*/ 598517 w 598517"/>
                <a:gd name="csY2" fmla="*/ 208136 h 249700"/>
                <a:gd name="csX0" fmla="*/ 0 w 585454"/>
                <a:gd name="csY0" fmla="*/ 249606 h 255940"/>
                <a:gd name="csX1" fmla="*/ 282633 w 585454"/>
                <a:gd name="csY1" fmla="*/ 224 h 255940"/>
                <a:gd name="csX2" fmla="*/ 585454 w 585454"/>
                <a:gd name="csY2" fmla="*/ 255940 h 255940"/>
                <a:gd name="csX0" fmla="*/ 0 w 585454"/>
                <a:gd name="csY0" fmla="*/ 158454 h 164788"/>
                <a:gd name="csX1" fmla="*/ 278278 w 585454"/>
                <a:gd name="csY1" fmla="*/ 512 h 164788"/>
                <a:gd name="csX2" fmla="*/ 585454 w 585454"/>
                <a:gd name="csY2" fmla="*/ 164788 h 164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85454" h="164788">
                  <a:moveTo>
                    <a:pt x="0" y="158454"/>
                  </a:moveTo>
                  <a:cubicBezTo>
                    <a:pt x="91440" y="37226"/>
                    <a:pt x="178525" y="7439"/>
                    <a:pt x="278278" y="512"/>
                  </a:cubicBezTo>
                  <a:cubicBezTo>
                    <a:pt x="378031" y="-6415"/>
                    <a:pt x="477388" y="57415"/>
                    <a:pt x="585454" y="1647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A9C329B-808E-710A-C783-65B7A175D9E9}"/>
              </a:ext>
            </a:extLst>
          </p:cNvPr>
          <p:cNvGrpSpPr/>
          <p:nvPr/>
        </p:nvGrpSpPr>
        <p:grpSpPr>
          <a:xfrm>
            <a:off x="902749" y="2235817"/>
            <a:ext cx="1841445" cy="632781"/>
            <a:chOff x="3945605" y="1658865"/>
            <a:chExt cx="1841445" cy="632781"/>
          </a:xfrm>
        </p:grpSpPr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7875EFD9-A1EB-813D-7939-EADB77A1999F}"/>
                </a:ext>
              </a:extLst>
            </p:cNvPr>
            <p:cNvSpPr/>
            <p:nvPr/>
          </p:nvSpPr>
          <p:spPr>
            <a:xfrm flipV="1">
              <a:off x="3945605" y="165886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0B1F08AF-D178-E7D7-8046-D80A67D5A14B}"/>
                </a:ext>
              </a:extLst>
            </p:cNvPr>
            <p:cNvSpPr/>
            <p:nvPr/>
          </p:nvSpPr>
          <p:spPr>
            <a:xfrm flipV="1">
              <a:off x="4570920" y="167566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Arc 109">
              <a:extLst>
                <a:ext uri="{FF2B5EF4-FFF2-40B4-BE49-F238E27FC236}">
                  <a16:creationId xmlns:a16="http://schemas.microsoft.com/office/drawing/2014/main" id="{51E7AAFC-910C-EEE8-BC5F-C7273EC46742}"/>
                </a:ext>
              </a:extLst>
            </p:cNvPr>
            <p:cNvSpPr/>
            <p:nvPr/>
          </p:nvSpPr>
          <p:spPr>
            <a:xfrm flipV="1">
              <a:off x="5180999" y="168559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B8E942B-44EE-402F-C589-7D8FF51DEC6A}"/>
              </a:ext>
            </a:extLst>
          </p:cNvPr>
          <p:cNvGrpSpPr/>
          <p:nvPr/>
        </p:nvGrpSpPr>
        <p:grpSpPr>
          <a:xfrm>
            <a:off x="902749" y="2241046"/>
            <a:ext cx="3073162" cy="656322"/>
            <a:chOff x="2713888" y="1635324"/>
            <a:chExt cx="3073162" cy="656322"/>
          </a:xfrm>
          <a:noFill/>
        </p:grpSpPr>
        <p:sp>
          <p:nvSpPr>
            <p:cNvPr id="112" name="Arc 111">
              <a:extLst>
                <a:ext uri="{FF2B5EF4-FFF2-40B4-BE49-F238E27FC236}">
                  <a16:creationId xmlns:a16="http://schemas.microsoft.com/office/drawing/2014/main" id="{1F4E08F8-CA2C-55E1-9F2F-A781A8623D4B}"/>
                </a:ext>
              </a:extLst>
            </p:cNvPr>
            <p:cNvSpPr/>
            <p:nvPr/>
          </p:nvSpPr>
          <p:spPr>
            <a:xfrm flipV="1">
              <a:off x="2713888" y="1635324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grpFill/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id="{4541E246-30AD-2708-3B7C-BE8D91702C81}"/>
                </a:ext>
              </a:extLst>
            </p:cNvPr>
            <p:cNvSpPr/>
            <p:nvPr/>
          </p:nvSpPr>
          <p:spPr>
            <a:xfrm flipV="1">
              <a:off x="3335526" y="164893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grpFill/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Arc 113">
              <a:extLst>
                <a:ext uri="{FF2B5EF4-FFF2-40B4-BE49-F238E27FC236}">
                  <a16:creationId xmlns:a16="http://schemas.microsoft.com/office/drawing/2014/main" id="{C0BB35B8-E7CC-9387-4BEC-7DCC9CA78BBD}"/>
                </a:ext>
              </a:extLst>
            </p:cNvPr>
            <p:cNvSpPr/>
            <p:nvPr/>
          </p:nvSpPr>
          <p:spPr>
            <a:xfrm flipV="1">
              <a:off x="3945605" y="165886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grpFill/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Arc 114">
              <a:extLst>
                <a:ext uri="{FF2B5EF4-FFF2-40B4-BE49-F238E27FC236}">
                  <a16:creationId xmlns:a16="http://schemas.microsoft.com/office/drawing/2014/main" id="{9C723288-B990-4F03-8893-2DB91FBACEDD}"/>
                </a:ext>
              </a:extLst>
            </p:cNvPr>
            <p:cNvSpPr/>
            <p:nvPr/>
          </p:nvSpPr>
          <p:spPr>
            <a:xfrm flipV="1">
              <a:off x="4570920" y="167566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grpFill/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95EA3ADA-D303-E1A0-30C3-69122C2392CA}"/>
                </a:ext>
              </a:extLst>
            </p:cNvPr>
            <p:cNvSpPr/>
            <p:nvPr/>
          </p:nvSpPr>
          <p:spPr>
            <a:xfrm flipV="1">
              <a:off x="5180999" y="168559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grpFill/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D8C72A7-A27F-42B0-D0AA-04A8D3F7F155}"/>
              </a:ext>
            </a:extLst>
          </p:cNvPr>
          <p:cNvGrpSpPr/>
          <p:nvPr/>
        </p:nvGrpSpPr>
        <p:grpSpPr>
          <a:xfrm>
            <a:off x="3398512" y="3951849"/>
            <a:ext cx="2451524" cy="642714"/>
            <a:chOff x="3335526" y="1648932"/>
            <a:chExt cx="2451524" cy="642714"/>
          </a:xfrm>
        </p:grpSpPr>
        <p:sp>
          <p:nvSpPr>
            <p:cNvPr id="118" name="Arc 117">
              <a:extLst>
                <a:ext uri="{FF2B5EF4-FFF2-40B4-BE49-F238E27FC236}">
                  <a16:creationId xmlns:a16="http://schemas.microsoft.com/office/drawing/2014/main" id="{A1628177-9AC7-8FFD-E7D6-73AF11B1C581}"/>
                </a:ext>
              </a:extLst>
            </p:cNvPr>
            <p:cNvSpPr/>
            <p:nvPr/>
          </p:nvSpPr>
          <p:spPr>
            <a:xfrm flipV="1">
              <a:off x="3335526" y="164893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id="{9B417DDE-2AE4-F3D0-47B9-CEE7EC561827}"/>
                </a:ext>
              </a:extLst>
            </p:cNvPr>
            <p:cNvSpPr/>
            <p:nvPr/>
          </p:nvSpPr>
          <p:spPr>
            <a:xfrm flipV="1">
              <a:off x="3945605" y="165886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FBB833A9-A7B2-D689-AC88-6CCD3BE05928}"/>
                </a:ext>
              </a:extLst>
            </p:cNvPr>
            <p:cNvSpPr/>
            <p:nvPr/>
          </p:nvSpPr>
          <p:spPr>
            <a:xfrm flipV="1">
              <a:off x="4570920" y="167566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5910CD65-DC8C-F064-7AE3-13D07056695F}"/>
                </a:ext>
              </a:extLst>
            </p:cNvPr>
            <p:cNvSpPr/>
            <p:nvPr/>
          </p:nvSpPr>
          <p:spPr>
            <a:xfrm flipV="1">
              <a:off x="5180999" y="168559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75056A3-CA52-59F7-5FED-730F1EBF7B93}"/>
              </a:ext>
            </a:extLst>
          </p:cNvPr>
          <p:cNvGrpSpPr/>
          <p:nvPr/>
        </p:nvGrpSpPr>
        <p:grpSpPr>
          <a:xfrm>
            <a:off x="919625" y="3934470"/>
            <a:ext cx="2451524" cy="642714"/>
            <a:chOff x="3335526" y="1648932"/>
            <a:chExt cx="2451524" cy="642714"/>
          </a:xfrm>
        </p:grpSpPr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A9BDBAD3-499F-7970-9F64-FDC3093F6AF6}"/>
                </a:ext>
              </a:extLst>
            </p:cNvPr>
            <p:cNvSpPr/>
            <p:nvPr/>
          </p:nvSpPr>
          <p:spPr>
            <a:xfrm flipV="1">
              <a:off x="3335526" y="164893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Arc 123">
              <a:extLst>
                <a:ext uri="{FF2B5EF4-FFF2-40B4-BE49-F238E27FC236}">
                  <a16:creationId xmlns:a16="http://schemas.microsoft.com/office/drawing/2014/main" id="{0C6723EA-3FA1-2AF9-9709-46157CD4DD0F}"/>
                </a:ext>
              </a:extLst>
            </p:cNvPr>
            <p:cNvSpPr/>
            <p:nvPr/>
          </p:nvSpPr>
          <p:spPr>
            <a:xfrm flipV="1">
              <a:off x="3945605" y="165886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536BBB61-ACEA-B917-213F-D8854E4544A7}"/>
                </a:ext>
              </a:extLst>
            </p:cNvPr>
            <p:cNvSpPr/>
            <p:nvPr/>
          </p:nvSpPr>
          <p:spPr>
            <a:xfrm flipV="1">
              <a:off x="4570920" y="167566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Arc 125">
              <a:extLst>
                <a:ext uri="{FF2B5EF4-FFF2-40B4-BE49-F238E27FC236}">
                  <a16:creationId xmlns:a16="http://schemas.microsoft.com/office/drawing/2014/main" id="{AC0D4FF1-348E-7C62-9CA5-1E97B2D411B2}"/>
                </a:ext>
              </a:extLst>
            </p:cNvPr>
            <p:cNvSpPr/>
            <p:nvPr/>
          </p:nvSpPr>
          <p:spPr>
            <a:xfrm flipV="1">
              <a:off x="5180999" y="168559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76DE524-F475-A9B8-E12A-4DF0B8959440}"/>
              </a:ext>
            </a:extLst>
          </p:cNvPr>
          <p:cNvGrpSpPr/>
          <p:nvPr/>
        </p:nvGrpSpPr>
        <p:grpSpPr>
          <a:xfrm>
            <a:off x="2145723" y="5709390"/>
            <a:ext cx="2463083" cy="646389"/>
            <a:chOff x="2713888" y="1635324"/>
            <a:chExt cx="2463083" cy="646389"/>
          </a:xfrm>
        </p:grpSpPr>
        <p:sp>
          <p:nvSpPr>
            <p:cNvPr id="128" name="Arc 127">
              <a:extLst>
                <a:ext uri="{FF2B5EF4-FFF2-40B4-BE49-F238E27FC236}">
                  <a16:creationId xmlns:a16="http://schemas.microsoft.com/office/drawing/2014/main" id="{B80758B7-3599-D0C1-889B-FDDEF6FC1C2C}"/>
                </a:ext>
              </a:extLst>
            </p:cNvPr>
            <p:cNvSpPr/>
            <p:nvPr/>
          </p:nvSpPr>
          <p:spPr>
            <a:xfrm flipV="1">
              <a:off x="2713888" y="1635324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Arc 128">
              <a:extLst>
                <a:ext uri="{FF2B5EF4-FFF2-40B4-BE49-F238E27FC236}">
                  <a16:creationId xmlns:a16="http://schemas.microsoft.com/office/drawing/2014/main" id="{31A01C5B-77FC-D3CA-C2D0-21953BFCB6CF}"/>
                </a:ext>
              </a:extLst>
            </p:cNvPr>
            <p:cNvSpPr/>
            <p:nvPr/>
          </p:nvSpPr>
          <p:spPr>
            <a:xfrm flipV="1">
              <a:off x="3335526" y="164893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F77733F7-D85C-8C19-266E-8C92B0013ED6}"/>
                </a:ext>
              </a:extLst>
            </p:cNvPr>
            <p:cNvSpPr/>
            <p:nvPr/>
          </p:nvSpPr>
          <p:spPr>
            <a:xfrm flipV="1">
              <a:off x="3945605" y="1658865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501DEFD8-F69A-DB75-4A46-74D531D1CB15}"/>
                </a:ext>
              </a:extLst>
            </p:cNvPr>
            <p:cNvSpPr/>
            <p:nvPr/>
          </p:nvSpPr>
          <p:spPr>
            <a:xfrm flipV="1">
              <a:off x="4570920" y="1675662"/>
              <a:ext cx="606051" cy="606051"/>
            </a:xfrm>
            <a:prstGeom prst="arc">
              <a:avLst>
                <a:gd name="adj1" fmla="val 11227505"/>
                <a:gd name="adj2" fmla="val 21039137"/>
              </a:avLst>
            </a:prstGeom>
            <a:ln w="38100">
              <a:solidFill>
                <a:srgbClr val="6699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62CB36B-68E1-424E-67E3-E9A6F6778D5B}"/>
                  </a:ext>
                </a:extLst>
              </p:cNvPr>
              <p:cNvSpPr/>
              <p:nvPr/>
            </p:nvSpPr>
            <p:spPr>
              <a:xfrm>
                <a:off x="6582455" y="2213641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−3</m:t>
                      </m:r>
                    </m:oMath>
                  </m:oMathPara>
                </a14:m>
                <a:endParaRPr lang="fa-IR" sz="2400" u="sng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62CB36B-68E1-424E-67E3-E9A6F6778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455" y="2213641"/>
                <a:ext cx="624533" cy="646331"/>
              </a:xfrm>
              <a:prstGeom prst="rect">
                <a:avLst/>
              </a:prstGeom>
              <a:blipFill>
                <a:blip r:embed="rId3"/>
                <a:stretch>
                  <a:fillRect r="-24510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711FB922-9EA3-BDD4-C19C-A28162FD18AB}"/>
                  </a:ext>
                </a:extLst>
              </p:cNvPr>
              <p:cNvSpPr/>
              <p:nvPr/>
            </p:nvSpPr>
            <p:spPr>
              <a:xfrm>
                <a:off x="6993261" y="2213641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fa-IR" sz="2400" u="sng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711FB922-9EA3-BDD4-C19C-A28162FD1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1" y="2213641"/>
                <a:ext cx="624533" cy="646331"/>
              </a:xfrm>
              <a:prstGeom prst="rect">
                <a:avLst/>
              </a:prstGeom>
              <a:blipFill>
                <a:blip r:embed="rId4"/>
                <a:stretch>
                  <a:fillRect r="-10680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B919648-A93B-4080-7D57-D03B859DC587}"/>
                  </a:ext>
                </a:extLst>
              </p:cNvPr>
              <p:cNvSpPr/>
              <p:nvPr/>
            </p:nvSpPr>
            <p:spPr>
              <a:xfrm>
                <a:off x="7382355" y="2213641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(+5)</m:t>
                      </m:r>
                    </m:oMath>
                  </m:oMathPara>
                </a14:m>
                <a:endParaRPr lang="fa-I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B919648-A93B-4080-7D57-D03B859DC5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355" y="2213641"/>
                <a:ext cx="624533" cy="646331"/>
              </a:xfrm>
              <a:prstGeom prst="rect">
                <a:avLst/>
              </a:prstGeom>
              <a:blipFill>
                <a:blip r:embed="rId5"/>
                <a:stretch>
                  <a:fillRect r="-62745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E2E5637E-AFFC-F9A3-81E1-F26FBA565FE3}"/>
                  </a:ext>
                </a:extLst>
              </p:cNvPr>
              <p:cNvSpPr/>
              <p:nvPr/>
            </p:nvSpPr>
            <p:spPr>
              <a:xfrm>
                <a:off x="8124066" y="2213641"/>
                <a:ext cx="8009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=+2</m:t>
                      </m:r>
                    </m:oMath>
                  </m:oMathPara>
                </a14:m>
                <a:endParaRPr lang="fa-I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E2E5637E-AFFC-F9A3-81E1-F26FBA565F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066" y="2213641"/>
                <a:ext cx="800983" cy="646331"/>
              </a:xfrm>
              <a:prstGeom prst="rect">
                <a:avLst/>
              </a:prstGeom>
              <a:blipFill>
                <a:blip r:embed="rId6"/>
                <a:stretch>
                  <a:fillRect r="-3282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Oval 135">
            <a:extLst>
              <a:ext uri="{FF2B5EF4-FFF2-40B4-BE49-F238E27FC236}">
                <a16:creationId xmlns:a16="http://schemas.microsoft.com/office/drawing/2014/main" id="{8A627BB0-5AD6-FD58-BED7-A3CBA7BA7C30}"/>
              </a:ext>
            </a:extLst>
          </p:cNvPr>
          <p:cNvSpPr/>
          <p:nvPr/>
        </p:nvSpPr>
        <p:spPr>
          <a:xfrm>
            <a:off x="673735" y="4325827"/>
            <a:ext cx="476849" cy="475052"/>
          </a:xfrm>
          <a:prstGeom prst="ellipse">
            <a:avLst/>
          </a:prstGeom>
          <a:noFill/>
          <a:ln w="38100">
            <a:solidFill>
              <a:srgbClr val="EE1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4CB69A36-B30D-CC42-8244-BFF8D21C6F9D}"/>
              </a:ext>
            </a:extLst>
          </p:cNvPr>
          <p:cNvSpPr/>
          <p:nvPr/>
        </p:nvSpPr>
        <p:spPr>
          <a:xfrm>
            <a:off x="3765716" y="2601240"/>
            <a:ext cx="476849" cy="475052"/>
          </a:xfrm>
          <a:prstGeom prst="ellipse">
            <a:avLst/>
          </a:prstGeom>
          <a:noFill/>
          <a:ln w="38100">
            <a:solidFill>
              <a:srgbClr val="EE1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61AAF674-BC03-412E-534C-456E8DF23699}"/>
              </a:ext>
            </a:extLst>
          </p:cNvPr>
          <p:cNvSpPr/>
          <p:nvPr/>
        </p:nvSpPr>
        <p:spPr>
          <a:xfrm>
            <a:off x="4377055" y="6077915"/>
            <a:ext cx="476849" cy="475052"/>
          </a:xfrm>
          <a:prstGeom prst="ellipse">
            <a:avLst/>
          </a:prstGeom>
          <a:noFill/>
          <a:ln w="38100">
            <a:solidFill>
              <a:srgbClr val="EE1E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D1FB797-1CC5-E49B-BFB0-F855918B6EE4}"/>
                  </a:ext>
                </a:extLst>
              </p:cNvPr>
              <p:cNvSpPr/>
              <p:nvPr/>
            </p:nvSpPr>
            <p:spPr>
              <a:xfrm>
                <a:off x="6582455" y="3928141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−4</m:t>
                      </m:r>
                    </m:oMath>
                  </m:oMathPara>
                </a14:m>
                <a:endParaRPr lang="fa-IR" sz="2400" u="sng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D1FB797-1CC5-E49B-BFB0-F855918B6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455" y="3928141"/>
                <a:ext cx="624533" cy="646331"/>
              </a:xfrm>
              <a:prstGeom prst="rect">
                <a:avLst/>
              </a:prstGeom>
              <a:blipFill>
                <a:blip r:embed="rId7"/>
                <a:stretch>
                  <a:fillRect r="-24510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148D15E-4484-7FE9-BAD8-1A8F1DA4A1E6}"/>
                  </a:ext>
                </a:extLst>
              </p:cNvPr>
              <p:cNvSpPr/>
              <p:nvPr/>
            </p:nvSpPr>
            <p:spPr>
              <a:xfrm>
                <a:off x="6993261" y="3928141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fa-IR" sz="2400" u="sng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148D15E-4484-7FE9-BAD8-1A8F1DA4A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1" y="3928141"/>
                <a:ext cx="624533" cy="646331"/>
              </a:xfrm>
              <a:prstGeom prst="rect">
                <a:avLst/>
              </a:prstGeom>
              <a:blipFill>
                <a:blip r:embed="rId8"/>
                <a:stretch>
                  <a:fillRect r="-10680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7F0351F-5687-8616-56FA-731E0A29247A}"/>
                  </a:ext>
                </a:extLst>
              </p:cNvPr>
              <p:cNvSpPr/>
              <p:nvPr/>
            </p:nvSpPr>
            <p:spPr>
              <a:xfrm>
                <a:off x="7382355" y="3928141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(−4)</m:t>
                      </m:r>
                    </m:oMath>
                  </m:oMathPara>
                </a14:m>
                <a:endParaRPr lang="fa-I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7F0351F-5687-8616-56FA-731E0A2924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355" y="3928141"/>
                <a:ext cx="624533" cy="646331"/>
              </a:xfrm>
              <a:prstGeom prst="rect">
                <a:avLst/>
              </a:prstGeom>
              <a:blipFill>
                <a:blip r:embed="rId9"/>
                <a:stretch>
                  <a:fillRect r="-62745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2CB145D-5E4A-CADD-7970-E11D96300281}"/>
                  </a:ext>
                </a:extLst>
              </p:cNvPr>
              <p:cNvSpPr/>
              <p:nvPr/>
            </p:nvSpPr>
            <p:spPr>
              <a:xfrm>
                <a:off x="8124066" y="3928141"/>
                <a:ext cx="8009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=−8</m:t>
                      </m:r>
                    </m:oMath>
                  </m:oMathPara>
                </a14:m>
                <a:endParaRPr lang="fa-I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2CB145D-5E4A-CADD-7970-E11D963002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066" y="3928141"/>
                <a:ext cx="800983" cy="646331"/>
              </a:xfrm>
              <a:prstGeom prst="rect">
                <a:avLst/>
              </a:prstGeom>
              <a:blipFill>
                <a:blip r:embed="rId10"/>
                <a:stretch>
                  <a:fillRect r="-3282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5FAA498-13BE-CFB7-03DE-8B844A443D84}"/>
                  </a:ext>
                </a:extLst>
              </p:cNvPr>
              <p:cNvSpPr/>
              <p:nvPr/>
            </p:nvSpPr>
            <p:spPr>
              <a:xfrm>
                <a:off x="6521495" y="5689249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−10</m:t>
                      </m:r>
                    </m:oMath>
                  </m:oMathPara>
                </a14:m>
                <a:endParaRPr lang="fa-IR" sz="2400" u="sng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95FAA498-13BE-CFB7-03DE-8B844A443D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495" y="5689249"/>
                <a:ext cx="624533" cy="646331"/>
              </a:xfrm>
              <a:prstGeom prst="rect">
                <a:avLst/>
              </a:prstGeom>
              <a:blipFill>
                <a:blip r:embed="rId11"/>
                <a:stretch>
                  <a:fillRect r="-47059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9B14C4B8-B92A-72D2-01D5-A20C5530FBBF}"/>
                  </a:ext>
                </a:extLst>
              </p:cNvPr>
              <p:cNvSpPr/>
              <p:nvPr/>
            </p:nvSpPr>
            <p:spPr>
              <a:xfrm>
                <a:off x="6993261" y="5689249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+</m:t>
                      </m:r>
                    </m:oMath>
                  </m:oMathPara>
                </a14:m>
                <a:endParaRPr lang="fa-IR" sz="2400" u="sng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9B14C4B8-B92A-72D2-01D5-A20C5530FB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1" y="5689249"/>
                <a:ext cx="624533" cy="646331"/>
              </a:xfrm>
              <a:prstGeom prst="rect">
                <a:avLst/>
              </a:prstGeom>
              <a:blipFill>
                <a:blip r:embed="rId12"/>
                <a:stretch>
                  <a:fillRect r="-10680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E5053AED-62E8-C669-5B63-B25A5C4A43E9}"/>
                  </a:ext>
                </a:extLst>
              </p:cNvPr>
              <p:cNvSpPr/>
              <p:nvPr/>
            </p:nvSpPr>
            <p:spPr>
              <a:xfrm>
                <a:off x="7382355" y="5689249"/>
                <a:ext cx="6245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(+40)</m:t>
                      </m:r>
                    </m:oMath>
                  </m:oMathPara>
                </a14:m>
                <a:endParaRPr lang="fa-I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E5053AED-62E8-C669-5B63-B25A5C4A4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355" y="5689249"/>
                <a:ext cx="624533" cy="646331"/>
              </a:xfrm>
              <a:prstGeom prst="rect">
                <a:avLst/>
              </a:prstGeom>
              <a:blipFill>
                <a:blip r:embed="rId13"/>
                <a:stretch>
                  <a:fillRect r="-89216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D8A0EAA-E1BD-148B-51FE-886282F84099}"/>
                  </a:ext>
                </a:extLst>
              </p:cNvPr>
              <p:cNvSpPr/>
              <p:nvPr/>
            </p:nvSpPr>
            <p:spPr>
              <a:xfrm>
                <a:off x="8273991" y="5689248"/>
                <a:ext cx="8009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fa-IR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=+30</m:t>
                      </m:r>
                    </m:oMath>
                  </m:oMathPara>
                </a14:m>
                <a:endParaRPr lang="fa-IR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D8A0EAA-E1BD-148B-51FE-886282F840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991" y="5689248"/>
                <a:ext cx="800983" cy="646331"/>
              </a:xfrm>
              <a:prstGeom prst="rect">
                <a:avLst/>
              </a:prstGeom>
              <a:blipFill>
                <a:blip r:embed="rId14"/>
                <a:stretch>
                  <a:fillRect r="-53788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32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0.09466 -7.40741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animBg="1"/>
      <p:bldP spid="35" grpId="0"/>
      <p:bldP spid="36" grpId="0" build="allAtOnce"/>
      <p:bldP spid="38" grpId="0" animBg="1"/>
      <p:bldP spid="132" grpId="0" build="allAtOnce"/>
      <p:bldP spid="133" grpId="0" build="allAtOnce"/>
      <p:bldP spid="134" grpId="0" build="allAtOnce"/>
      <p:bldP spid="135" grpId="0" build="allAtOnce"/>
      <p:bldP spid="136" grpId="0" animBg="1"/>
      <p:bldP spid="137" grpId="0" animBg="1"/>
      <p:bldP spid="138" grpId="0" animBg="1"/>
      <p:bldP spid="139" grpId="0" build="allAtOnce"/>
      <p:bldP spid="140" grpId="0" build="allAtOnce"/>
      <p:bldP spid="141" grpId="0" build="allAtOnce"/>
      <p:bldP spid="142" grpId="0" build="allAtOnce"/>
      <p:bldP spid="143" grpId="0" build="allAtOnce"/>
      <p:bldP spid="144" grpId="0" build="allAtOnce"/>
      <p:bldP spid="145" grpId="0" build="allAtOnce"/>
      <p:bldP spid="146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2807</TotalTime>
  <Words>188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IRANSansXFaNum DemiBold</vt:lpstr>
      <vt:lpstr>IRANYekanXFaNum</vt:lpstr>
      <vt:lpstr>IRANYekanXFaNum Black</vt:lpstr>
      <vt:lpstr>IRANYekanXFaNum ExtraBlack</vt:lpstr>
      <vt:lpstr>IRANYekanXFaNum Heavy</vt:lpstr>
      <vt:lpstr>Lato</vt:lpstr>
      <vt:lpstr>Montserrat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67</cp:revision>
  <dcterms:created xsi:type="dcterms:W3CDTF">2025-10-07T12:35:10Z</dcterms:created>
  <dcterms:modified xsi:type="dcterms:W3CDTF">2026-09-16T08:41:55Z</dcterms:modified>
</cp:coreProperties>
</file>