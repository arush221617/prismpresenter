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42850"/>
                </a:solidFill>
              </a:defRPr>
            </a:pPr>
            <a:r>
              <a:t>Corporate Presentation Master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033272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Section Overview Header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Sample bullet point description item.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