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9" r:id="rId3"/>
    <p:sldId id="280" r:id="rId4"/>
    <p:sldId id="281" r:id="rId5"/>
    <p:sldId id="286" r:id="rId6"/>
    <p:sldId id="287" r:id="rId7"/>
    <p:sldId id="282" r:id="rId8"/>
    <p:sldId id="289" r:id="rId9"/>
    <p:sldId id="293" r:id="rId10"/>
    <p:sldId id="295" r:id="rId11"/>
    <p:sldId id="291" r:id="rId12"/>
    <p:sldId id="292" r:id="rId13"/>
    <p:sldId id="283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06205A"/>
    <a:srgbClr val="FEF8F1"/>
    <a:srgbClr val="99FFCC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0D0C55-22AD-C92B-15CD-DD2764B5B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FA2F-4B60-13F3-2D01-8821FB88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651C466B-44F7-D2DE-D854-8BF702A61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Connector E">
            <a:extLst>
              <a:ext uri="{FF2B5EF4-FFF2-40B4-BE49-F238E27FC236}">
                <a16:creationId xmlns:a16="http://schemas.microsoft.com/office/drawing/2014/main" id="{37F303E3-700D-1537-2D71-9DB892BEAE37}"/>
              </a:ext>
            </a:extLst>
          </p:cNvPr>
          <p:cNvGrpSpPr/>
          <p:nvPr/>
        </p:nvGrpSpPr>
        <p:grpSpPr>
          <a:xfrm flipH="1">
            <a:off x="6592687" y="5186228"/>
            <a:ext cx="2030811" cy="1200152"/>
            <a:chOff x="3383877" y="4596576"/>
            <a:chExt cx="2030811" cy="1200152"/>
          </a:xfrm>
        </p:grpSpPr>
        <p:sp>
          <p:nvSpPr>
            <p:cNvPr id="3" name="Freeform 66">
              <a:extLst>
                <a:ext uri="{FF2B5EF4-FFF2-40B4-BE49-F238E27FC236}">
                  <a16:creationId xmlns:a16="http://schemas.microsoft.com/office/drawing/2014/main" id="{E2C47BCE-24BE-9AC1-978A-B65588366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39" y="4663658"/>
              <a:ext cx="1896649" cy="1133070"/>
            </a:xfrm>
            <a:custGeom>
              <a:avLst/>
              <a:gdLst>
                <a:gd name="T0" fmla="*/ 0 w 2773"/>
                <a:gd name="T1" fmla="*/ 0 h 1196"/>
                <a:gd name="T2" fmla="*/ 646 w 2773"/>
                <a:gd name="T3" fmla="*/ 0 h 1196"/>
                <a:gd name="T4" fmla="*/ 1842 w 2773"/>
                <a:gd name="T5" fmla="*/ 1196 h 1196"/>
                <a:gd name="T6" fmla="*/ 2773 w 2773"/>
                <a:gd name="T7" fmla="*/ 1196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3" h="1196">
                  <a:moveTo>
                    <a:pt x="0" y="0"/>
                  </a:moveTo>
                  <a:lnTo>
                    <a:pt x="646" y="0"/>
                  </a:lnTo>
                  <a:lnTo>
                    <a:pt x="1842" y="1196"/>
                  </a:lnTo>
                  <a:lnTo>
                    <a:pt x="2773" y="1196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" name="Oval 67">
              <a:extLst>
                <a:ext uri="{FF2B5EF4-FFF2-40B4-BE49-F238E27FC236}">
                  <a16:creationId xmlns:a16="http://schemas.microsoft.com/office/drawing/2014/main" id="{065C5753-59BE-FC4C-EB09-7FB56EDA0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877" y="4596576"/>
              <a:ext cx="134162" cy="135976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" name="Oval 68">
              <a:extLst>
                <a:ext uri="{FF2B5EF4-FFF2-40B4-BE49-F238E27FC236}">
                  <a16:creationId xmlns:a16="http://schemas.microsoft.com/office/drawing/2014/main" id="{AD195230-52EB-733D-C979-DDE448BE0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727" y="4634045"/>
              <a:ext cx="59829" cy="610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123391-03A6-CD44-6C37-A9CEC719E98D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49" name="Part D">
              <a:extLst>
                <a:ext uri="{FF2B5EF4-FFF2-40B4-BE49-F238E27FC236}">
                  <a16:creationId xmlns:a16="http://schemas.microsoft.com/office/drawing/2014/main" id="{EF5B7FE7-DC3A-CE1C-BF71-63779FCBB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2" name="Part C">
              <a:extLst>
                <a:ext uri="{FF2B5EF4-FFF2-40B4-BE49-F238E27FC236}">
                  <a16:creationId xmlns:a16="http://schemas.microsoft.com/office/drawing/2014/main" id="{64EA0379-3088-2DD3-CFD4-8FF5EFE5E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4" name="Part F">
              <a:extLst>
                <a:ext uri="{FF2B5EF4-FFF2-40B4-BE49-F238E27FC236}">
                  <a16:creationId xmlns:a16="http://schemas.microsoft.com/office/drawing/2014/main" id="{F04CA889-C9C6-A746-762C-000B34CD8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5" name="Part A">
              <a:extLst>
                <a:ext uri="{FF2B5EF4-FFF2-40B4-BE49-F238E27FC236}">
                  <a16:creationId xmlns:a16="http://schemas.microsoft.com/office/drawing/2014/main" id="{0EFA5240-A84B-DB14-A92C-77C13C6B3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8" name="Part E">
              <a:extLst>
                <a:ext uri="{FF2B5EF4-FFF2-40B4-BE49-F238E27FC236}">
                  <a16:creationId xmlns:a16="http://schemas.microsoft.com/office/drawing/2014/main" id="{853D72F9-74E3-73B6-CC15-C0214C9BC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9" name="Part B">
              <a:extLst>
                <a:ext uri="{FF2B5EF4-FFF2-40B4-BE49-F238E27FC236}">
                  <a16:creationId xmlns:a16="http://schemas.microsoft.com/office/drawing/2014/main" id="{15B20029-B436-39BB-7FE1-6F9C5432A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0" name="Big shape">
              <a:extLst>
                <a:ext uri="{FF2B5EF4-FFF2-40B4-BE49-F238E27FC236}">
                  <a16:creationId xmlns:a16="http://schemas.microsoft.com/office/drawing/2014/main" id="{CAD417CE-0C87-6DB3-315B-4B7D5CBF6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61" name="Main circle">
            <a:extLst>
              <a:ext uri="{FF2B5EF4-FFF2-40B4-BE49-F238E27FC236}">
                <a16:creationId xmlns:a16="http://schemas.microsoft.com/office/drawing/2014/main" id="{E7BC2991-6CF4-8FCE-7CC1-0BFCB43237C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8A4807-F3DE-B43D-4FDC-1BD3D3C6CE55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851412F-8BA7-53CA-89C3-361C7DA6F4B5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راهبردهای</a:t>
            </a:r>
          </a:p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حل مسئله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8CB18AF-0CD5-591A-0645-5231AD601D91}"/>
              </a:ext>
            </a:extLst>
          </p:cNvPr>
          <p:cNvGrpSpPr/>
          <p:nvPr/>
        </p:nvGrpSpPr>
        <p:grpSpPr>
          <a:xfrm>
            <a:off x="1371601" y="-194802"/>
            <a:ext cx="7034040" cy="6504686"/>
            <a:chOff x="1371601" y="-194802"/>
            <a:chExt cx="7034040" cy="6504686"/>
          </a:xfrm>
        </p:grpSpPr>
        <p:grpSp>
          <p:nvGrpSpPr>
            <p:cNvPr id="7" name="Connector D">
              <a:extLst>
                <a:ext uri="{FF2B5EF4-FFF2-40B4-BE49-F238E27FC236}">
                  <a16:creationId xmlns:a16="http://schemas.microsoft.com/office/drawing/2014/main" id="{9318E7EF-F418-5986-EE0A-C549D09C4473}"/>
                </a:ext>
              </a:extLst>
            </p:cNvPr>
            <p:cNvGrpSpPr/>
            <p:nvPr/>
          </p:nvGrpSpPr>
          <p:grpSpPr>
            <a:xfrm flipH="1">
              <a:off x="4665184" y="2841951"/>
              <a:ext cx="2316762" cy="449798"/>
              <a:chOff x="3898359" y="4075035"/>
              <a:chExt cx="2340119" cy="400536"/>
            </a:xfrm>
          </p:grpSpPr>
          <p:sp>
            <p:nvSpPr>
              <p:cNvPr id="8" name="Freeform 69">
                <a:extLst>
                  <a:ext uri="{FF2B5EF4-FFF2-40B4-BE49-F238E27FC236}">
                    <a16:creationId xmlns:a16="http://schemas.microsoft.com/office/drawing/2014/main" id="{E7916B3E-4D91-3F72-5186-028D94FD4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0" name="Oval 70">
                <a:extLst>
                  <a:ext uri="{FF2B5EF4-FFF2-40B4-BE49-F238E27FC236}">
                    <a16:creationId xmlns:a16="http://schemas.microsoft.com/office/drawing/2014/main" id="{D1801B2D-A3B9-CCEB-23BD-65ACF862E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8359" y="4075035"/>
                <a:ext cx="145452" cy="128229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Oval 71">
                <a:extLst>
                  <a:ext uri="{FF2B5EF4-FFF2-40B4-BE49-F238E27FC236}">
                    <a16:creationId xmlns:a16="http://schemas.microsoft.com/office/drawing/2014/main" id="{47E495A8-DC5D-977C-3719-000893093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020" y="4108867"/>
                <a:ext cx="72726" cy="6411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18" name="Connector D">
              <a:extLst>
                <a:ext uri="{FF2B5EF4-FFF2-40B4-BE49-F238E27FC236}">
                  <a16:creationId xmlns:a16="http://schemas.microsoft.com/office/drawing/2014/main" id="{6269B175-FC58-1014-8790-3F02654DFBE4}"/>
                </a:ext>
              </a:extLst>
            </p:cNvPr>
            <p:cNvGrpSpPr/>
            <p:nvPr/>
          </p:nvGrpSpPr>
          <p:grpSpPr>
            <a:xfrm flipH="1">
              <a:off x="5017030" y="3473328"/>
              <a:ext cx="1936682" cy="458325"/>
              <a:chOff x="3867521" y="4075035"/>
              <a:chExt cx="2370957" cy="400536"/>
            </a:xfrm>
          </p:grpSpPr>
          <p:sp>
            <p:nvSpPr>
              <p:cNvPr id="20" name="Freeform 69">
                <a:extLst>
                  <a:ext uri="{FF2B5EF4-FFF2-40B4-BE49-F238E27FC236}">
                    <a16:creationId xmlns:a16="http://schemas.microsoft.com/office/drawing/2014/main" id="{226E5BC8-4D3B-B623-D002-D9434E317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1" name="Oval 70">
                <a:extLst>
                  <a:ext uri="{FF2B5EF4-FFF2-40B4-BE49-F238E27FC236}">
                    <a16:creationId xmlns:a16="http://schemas.microsoft.com/office/drawing/2014/main" id="{A097DF1E-A928-B241-4B24-B9EA3D03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7521" y="4075035"/>
                <a:ext cx="176290" cy="125843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2" name="Oval 71">
                <a:extLst>
                  <a:ext uri="{FF2B5EF4-FFF2-40B4-BE49-F238E27FC236}">
                    <a16:creationId xmlns:a16="http://schemas.microsoft.com/office/drawing/2014/main" id="{154A9D4B-EC58-0D88-FABB-6AF8CF4AB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9979" y="4108936"/>
                <a:ext cx="88145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23" name="Connector D">
              <a:extLst>
                <a:ext uri="{FF2B5EF4-FFF2-40B4-BE49-F238E27FC236}">
                  <a16:creationId xmlns:a16="http://schemas.microsoft.com/office/drawing/2014/main" id="{9B66B33A-E78E-14CF-57D1-99807BC4334C}"/>
                </a:ext>
              </a:extLst>
            </p:cNvPr>
            <p:cNvGrpSpPr/>
            <p:nvPr/>
          </p:nvGrpSpPr>
          <p:grpSpPr>
            <a:xfrm flipH="1">
              <a:off x="5439210" y="4122523"/>
              <a:ext cx="1652526" cy="663196"/>
              <a:chOff x="3908440" y="4075035"/>
              <a:chExt cx="1652526" cy="663196"/>
            </a:xfrm>
          </p:grpSpPr>
          <p:sp>
            <p:nvSpPr>
              <p:cNvPr id="24" name="Freeform 69">
                <a:extLst>
                  <a:ext uri="{FF2B5EF4-FFF2-40B4-BE49-F238E27FC236}">
                    <a16:creationId xmlns:a16="http://schemas.microsoft.com/office/drawing/2014/main" id="{CC079A5F-876C-6CA3-E264-DA8E46AAF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2" y="4142718"/>
                <a:ext cx="1517154" cy="595513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5" name="Oval 70">
                <a:extLst>
                  <a:ext uri="{FF2B5EF4-FFF2-40B4-BE49-F238E27FC236}">
                    <a16:creationId xmlns:a16="http://schemas.microsoft.com/office/drawing/2014/main" id="{451077B6-D17A-5E85-005A-D77AF0DDE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6" name="Oval 71">
                <a:extLst>
                  <a:ext uri="{FF2B5EF4-FFF2-40B4-BE49-F238E27FC236}">
                    <a16:creationId xmlns:a16="http://schemas.microsoft.com/office/drawing/2014/main" id="{FBD50A86-6308-9395-6AEC-3D933638B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27" name="Connector B">
              <a:extLst>
                <a:ext uri="{FF2B5EF4-FFF2-40B4-BE49-F238E27FC236}">
                  <a16:creationId xmlns:a16="http://schemas.microsoft.com/office/drawing/2014/main" id="{F808D4E0-8660-8E05-F16A-60A2E6590B51}"/>
                </a:ext>
              </a:extLst>
            </p:cNvPr>
            <p:cNvGrpSpPr/>
            <p:nvPr/>
          </p:nvGrpSpPr>
          <p:grpSpPr>
            <a:xfrm flipH="1">
              <a:off x="6163434" y="1436128"/>
              <a:ext cx="1487644" cy="481092"/>
              <a:chOff x="3908440" y="2300061"/>
              <a:chExt cx="1487644" cy="481092"/>
            </a:xfrm>
          </p:grpSpPr>
          <p:sp>
            <p:nvSpPr>
              <p:cNvPr id="28" name="Freeform 63">
                <a:extLst>
                  <a:ext uri="{FF2B5EF4-FFF2-40B4-BE49-F238E27FC236}">
                    <a16:creationId xmlns:a16="http://schemas.microsoft.com/office/drawing/2014/main" id="{9FFA4AB6-5270-BFE2-1EE4-E830CE1EE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4" y="2300061"/>
                <a:ext cx="1352270" cy="414009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430"/>
                    </a:moveTo>
                    <a:lnTo>
                      <a:pt x="799" y="430"/>
                    </a:lnTo>
                    <a:lnTo>
                      <a:pt x="1227" y="0"/>
                    </a:lnTo>
                    <a:lnTo>
                      <a:pt x="1955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9" name="Oval 64">
                <a:extLst>
                  <a:ext uri="{FF2B5EF4-FFF2-40B4-BE49-F238E27FC236}">
                    <a16:creationId xmlns:a16="http://schemas.microsoft.com/office/drawing/2014/main" id="{4A9DDA78-6915-7462-F775-4BBDEACEB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2645177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0" name="Oval 65">
                <a:extLst>
                  <a:ext uri="{FF2B5EF4-FFF2-40B4-BE49-F238E27FC236}">
                    <a16:creationId xmlns:a16="http://schemas.microsoft.com/office/drawing/2014/main" id="{7E550EED-9B65-C08F-2418-75E9028F3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2685028"/>
                <a:ext cx="60434" cy="610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31" name="Connector A">
              <a:extLst>
                <a:ext uri="{FF2B5EF4-FFF2-40B4-BE49-F238E27FC236}">
                  <a16:creationId xmlns:a16="http://schemas.microsoft.com/office/drawing/2014/main" id="{CA7EAF7E-06A9-9602-1C0C-92B0489A21CB}"/>
                </a:ext>
              </a:extLst>
            </p:cNvPr>
            <p:cNvGrpSpPr/>
            <p:nvPr/>
          </p:nvGrpSpPr>
          <p:grpSpPr>
            <a:xfrm flipH="1">
              <a:off x="6701866" y="539495"/>
              <a:ext cx="1703775" cy="1214949"/>
              <a:chOff x="3383877" y="1044662"/>
              <a:chExt cx="1703775" cy="1214949"/>
            </a:xfrm>
          </p:grpSpPr>
          <p:sp>
            <p:nvSpPr>
              <p:cNvPr id="32" name="Freeform 60">
                <a:extLst>
                  <a:ext uri="{FF2B5EF4-FFF2-40B4-BE49-F238E27FC236}">
                    <a16:creationId xmlns:a16="http://schemas.microsoft.com/office/drawing/2014/main" id="{F4F198DB-B272-92B6-32CB-2E7883180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041" y="1044662"/>
                <a:ext cx="1569611" cy="1147867"/>
              </a:xfrm>
              <a:custGeom>
                <a:avLst/>
                <a:gdLst>
                  <a:gd name="T0" fmla="*/ 0 w 2773"/>
                  <a:gd name="T1" fmla="*/ 1196 h 1196"/>
                  <a:gd name="T2" fmla="*/ 646 w 2773"/>
                  <a:gd name="T3" fmla="*/ 1196 h 1196"/>
                  <a:gd name="T4" fmla="*/ 1842 w 2773"/>
                  <a:gd name="T5" fmla="*/ 0 h 1196"/>
                  <a:gd name="T6" fmla="*/ 2773 w 2773"/>
                  <a:gd name="T7" fmla="*/ 0 h 1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73" h="1196">
                    <a:moveTo>
                      <a:pt x="0" y="1196"/>
                    </a:moveTo>
                    <a:lnTo>
                      <a:pt x="646" y="1196"/>
                    </a:lnTo>
                    <a:lnTo>
                      <a:pt x="1842" y="0"/>
                    </a:lnTo>
                    <a:lnTo>
                      <a:pt x="2773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3" name="Oval 61">
                <a:extLst>
                  <a:ext uri="{FF2B5EF4-FFF2-40B4-BE49-F238E27FC236}">
                    <a16:creationId xmlns:a16="http://schemas.microsoft.com/office/drawing/2014/main" id="{8F288467-E9BA-4757-0296-8B73C7250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877" y="2124240"/>
                <a:ext cx="134162" cy="135371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4" name="Oval 62">
                <a:extLst>
                  <a:ext uri="{FF2B5EF4-FFF2-40B4-BE49-F238E27FC236}">
                    <a16:creationId xmlns:a16="http://schemas.microsoft.com/office/drawing/2014/main" id="{6C716214-5B40-D3E2-4F84-5E838618B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3727" y="2163485"/>
                <a:ext cx="59829" cy="616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35" name="Connector E">
              <a:extLst>
                <a:ext uri="{FF2B5EF4-FFF2-40B4-BE49-F238E27FC236}">
                  <a16:creationId xmlns:a16="http://schemas.microsoft.com/office/drawing/2014/main" id="{5B87D274-42F3-1993-65C7-22423DE5D331}"/>
                </a:ext>
              </a:extLst>
            </p:cNvPr>
            <p:cNvGrpSpPr/>
            <p:nvPr/>
          </p:nvGrpSpPr>
          <p:grpSpPr>
            <a:xfrm flipH="1">
              <a:off x="6016103" y="4983198"/>
              <a:ext cx="1720996" cy="646753"/>
              <a:chOff x="3383877" y="4596576"/>
              <a:chExt cx="1720996" cy="646753"/>
            </a:xfrm>
          </p:grpSpPr>
          <p:sp>
            <p:nvSpPr>
              <p:cNvPr id="36" name="Freeform 66">
                <a:extLst>
                  <a:ext uri="{FF2B5EF4-FFF2-40B4-BE49-F238E27FC236}">
                    <a16:creationId xmlns:a16="http://schemas.microsoft.com/office/drawing/2014/main" id="{E9AAA823-8A91-629C-AFA1-7B134BD6E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039" y="4663658"/>
                <a:ext cx="1586834" cy="579671"/>
              </a:xfrm>
              <a:custGeom>
                <a:avLst/>
                <a:gdLst>
                  <a:gd name="T0" fmla="*/ 0 w 2773"/>
                  <a:gd name="T1" fmla="*/ 0 h 1196"/>
                  <a:gd name="T2" fmla="*/ 646 w 2773"/>
                  <a:gd name="T3" fmla="*/ 0 h 1196"/>
                  <a:gd name="T4" fmla="*/ 1842 w 2773"/>
                  <a:gd name="T5" fmla="*/ 1196 h 1196"/>
                  <a:gd name="T6" fmla="*/ 2773 w 2773"/>
                  <a:gd name="T7" fmla="*/ 1196 h 1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73" h="1196">
                    <a:moveTo>
                      <a:pt x="0" y="0"/>
                    </a:moveTo>
                    <a:lnTo>
                      <a:pt x="646" y="0"/>
                    </a:lnTo>
                    <a:lnTo>
                      <a:pt x="1842" y="1196"/>
                    </a:lnTo>
                    <a:lnTo>
                      <a:pt x="2773" y="1196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7" name="Oval 67">
                <a:extLst>
                  <a:ext uri="{FF2B5EF4-FFF2-40B4-BE49-F238E27FC236}">
                    <a16:creationId xmlns:a16="http://schemas.microsoft.com/office/drawing/2014/main" id="{B9A59966-3CA6-444F-4B50-C4806BAD2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877" y="4596576"/>
                <a:ext cx="134162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2" name="Oval 68">
                <a:extLst>
                  <a:ext uri="{FF2B5EF4-FFF2-40B4-BE49-F238E27FC236}">
                    <a16:creationId xmlns:a16="http://schemas.microsoft.com/office/drawing/2014/main" id="{8FCD02B6-C37E-C16D-9B5A-63DDC5F26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3727" y="4634045"/>
                <a:ext cx="59829" cy="6103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43" name="Connector D">
              <a:extLst>
                <a:ext uri="{FF2B5EF4-FFF2-40B4-BE49-F238E27FC236}">
                  <a16:creationId xmlns:a16="http://schemas.microsoft.com/office/drawing/2014/main" id="{A5F2D2B4-6197-EACD-9DE1-A8A2FFECEACC}"/>
                </a:ext>
              </a:extLst>
            </p:cNvPr>
            <p:cNvGrpSpPr/>
            <p:nvPr/>
          </p:nvGrpSpPr>
          <p:grpSpPr>
            <a:xfrm flipH="1">
              <a:off x="5433544" y="2270178"/>
              <a:ext cx="1839839" cy="168811"/>
              <a:chOff x="3908440" y="4075035"/>
              <a:chExt cx="1839839" cy="168811"/>
            </a:xfrm>
          </p:grpSpPr>
          <p:sp>
            <p:nvSpPr>
              <p:cNvPr id="44" name="Freeform 69">
                <a:extLst>
                  <a:ext uri="{FF2B5EF4-FFF2-40B4-BE49-F238E27FC236}">
                    <a16:creationId xmlns:a16="http://schemas.microsoft.com/office/drawing/2014/main" id="{3F3B2F6C-B868-B801-A426-C38B3BBF0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2" y="4142719"/>
                <a:ext cx="1704467" cy="101127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5" name="Oval 70">
                <a:extLst>
                  <a:ext uri="{FF2B5EF4-FFF2-40B4-BE49-F238E27FC236}">
                    <a16:creationId xmlns:a16="http://schemas.microsoft.com/office/drawing/2014/main" id="{69160CC9-D282-18D5-4D37-A051CD76B9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6" name="Oval 71">
                <a:extLst>
                  <a:ext uri="{FF2B5EF4-FFF2-40B4-BE49-F238E27FC236}">
                    <a16:creationId xmlns:a16="http://schemas.microsoft.com/office/drawing/2014/main" id="{405E6B8D-2CEA-B893-A4BB-0B4F5E9FB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AD754C49-36B7-33E8-0ADB-0BB77C90B46F}"/>
                </a:ext>
              </a:extLst>
            </p:cNvPr>
            <p:cNvGrpSpPr/>
            <p:nvPr/>
          </p:nvGrpSpPr>
          <p:grpSpPr>
            <a:xfrm>
              <a:off x="4841042" y="-194802"/>
              <a:ext cx="2000331" cy="1446550"/>
              <a:chOff x="7803739" y="878197"/>
              <a:chExt cx="1469629" cy="1216215"/>
            </a:xfrm>
          </p:grpSpPr>
          <p:sp>
            <p:nvSpPr>
              <p:cNvPr id="129" name="Freeform 83">
                <a:extLst>
                  <a:ext uri="{FF2B5EF4-FFF2-40B4-BE49-F238E27FC236}">
                    <a16:creationId xmlns:a16="http://schemas.microsoft.com/office/drawing/2014/main" id="{90A18F5C-46C4-4B35-0F10-A8D2CA9D0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رسم شکل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30" name="A">
                <a:extLst>
                  <a:ext uri="{FF2B5EF4-FFF2-40B4-BE49-F238E27FC236}">
                    <a16:creationId xmlns:a16="http://schemas.microsoft.com/office/drawing/2014/main" id="{F70C1DED-FB84-8473-541D-9C2362ACFECD}"/>
                  </a:ext>
                </a:extLst>
              </p:cNvPr>
              <p:cNvSpPr txBox="1"/>
              <p:nvPr/>
            </p:nvSpPr>
            <p:spPr>
              <a:xfrm>
                <a:off x="9077306" y="878197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1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713FE47-31C3-852E-86B6-7E59ABBD6420}"/>
                </a:ext>
              </a:extLst>
            </p:cNvPr>
            <p:cNvGrpSpPr/>
            <p:nvPr/>
          </p:nvGrpSpPr>
          <p:grpSpPr>
            <a:xfrm>
              <a:off x="4219704" y="648221"/>
              <a:ext cx="2127686" cy="1446550"/>
              <a:chOff x="7803739" y="882620"/>
              <a:chExt cx="1563196" cy="1216215"/>
            </a:xfrm>
          </p:grpSpPr>
          <p:sp>
            <p:nvSpPr>
              <p:cNvPr id="132" name="Freeform 83">
                <a:extLst>
                  <a:ext uri="{FF2B5EF4-FFF2-40B4-BE49-F238E27FC236}">
                    <a16:creationId xmlns:a16="http://schemas.microsoft.com/office/drawing/2014/main" id="{93428C69-25D7-CC08-F28A-1E8DB4611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solidFill>
                <a:srgbClr val="E8782D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سازی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33" name="A">
                <a:extLst>
                  <a:ext uri="{FF2B5EF4-FFF2-40B4-BE49-F238E27FC236}">
                    <a16:creationId xmlns:a16="http://schemas.microsoft.com/office/drawing/2014/main" id="{36AA87F8-A603-16C7-0C81-2D14C432E47A}"/>
                  </a:ext>
                </a:extLst>
              </p:cNvPr>
              <p:cNvSpPr txBox="1"/>
              <p:nvPr/>
            </p:nvSpPr>
            <p:spPr>
              <a:xfrm>
                <a:off x="9170873" y="88262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2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4BDD147-638A-1246-DFF5-894913B2A928}"/>
                </a:ext>
              </a:extLst>
            </p:cNvPr>
            <p:cNvGrpSpPr/>
            <p:nvPr/>
          </p:nvGrpSpPr>
          <p:grpSpPr>
            <a:xfrm>
              <a:off x="1371601" y="1491244"/>
              <a:ext cx="4344071" cy="1446550"/>
              <a:chOff x="6220080" y="901710"/>
              <a:chExt cx="3191558" cy="1216215"/>
            </a:xfrm>
          </p:grpSpPr>
          <p:sp>
            <p:nvSpPr>
              <p:cNvPr id="135" name="Freeform 83">
                <a:extLst>
                  <a:ext uri="{FF2B5EF4-FFF2-40B4-BE49-F238E27FC236}">
                    <a16:creationId xmlns:a16="http://schemas.microsoft.com/office/drawing/2014/main" id="{538F1DD6-B7A4-6670-A72A-232B2C0FFD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0080" y="1148135"/>
                <a:ext cx="2903461" cy="623844"/>
              </a:xfrm>
              <a:prstGeom prst="roundRect">
                <a:avLst/>
              </a:prstGeom>
              <a:solidFill>
                <a:srgbClr val="F2B6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حذف حالت‌های نامطلوب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36" name="A">
                <a:extLst>
                  <a:ext uri="{FF2B5EF4-FFF2-40B4-BE49-F238E27FC236}">
                    <a16:creationId xmlns:a16="http://schemas.microsoft.com/office/drawing/2014/main" id="{3B370F4D-9DAB-E94E-1376-3F7C1BC8DFF8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3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FEFC7CF3-D960-AC7D-9043-FC096C42750D}"/>
                </a:ext>
              </a:extLst>
            </p:cNvPr>
            <p:cNvGrpSpPr/>
            <p:nvPr/>
          </p:nvGrpSpPr>
          <p:grpSpPr>
            <a:xfrm>
              <a:off x="2970351" y="2334267"/>
              <a:ext cx="1992559" cy="1446550"/>
              <a:chOff x="7947719" y="901710"/>
              <a:chExt cx="1463919" cy="1216215"/>
            </a:xfrm>
          </p:grpSpPr>
          <p:sp>
            <p:nvSpPr>
              <p:cNvPr id="138" name="Freeform 83">
                <a:extLst>
                  <a:ext uri="{FF2B5EF4-FFF2-40B4-BE49-F238E27FC236}">
                    <a16:creationId xmlns:a16="http://schemas.microsoft.com/office/drawing/2014/main" id="{4E12F4F3-30EF-2223-3799-AFF8FFC7B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7719" y="1148135"/>
                <a:ext cx="1175822" cy="623844"/>
              </a:xfrm>
              <a:prstGeom prst="roundRect">
                <a:avLst/>
              </a:prstGeom>
              <a:solidFill>
                <a:srgbClr val="4D8FCB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یابی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39" name="A">
                <a:extLst>
                  <a:ext uri="{FF2B5EF4-FFF2-40B4-BE49-F238E27FC236}">
                    <a16:creationId xmlns:a16="http://schemas.microsoft.com/office/drawing/2014/main" id="{399A5F5F-36B1-99EC-4086-D146D2AC1485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4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31AAB45-3D06-1F4A-3697-25592115F69C}"/>
                </a:ext>
              </a:extLst>
            </p:cNvPr>
            <p:cNvGrpSpPr/>
            <p:nvPr/>
          </p:nvGrpSpPr>
          <p:grpSpPr>
            <a:xfrm>
              <a:off x="1880457" y="3177290"/>
              <a:ext cx="3082453" cy="1446550"/>
              <a:chOff x="7071705" y="926028"/>
              <a:chExt cx="2264656" cy="1216215"/>
            </a:xfrm>
          </p:grpSpPr>
          <p:sp>
            <p:nvSpPr>
              <p:cNvPr id="143" name="Freeform 83">
                <a:extLst>
                  <a:ext uri="{FF2B5EF4-FFF2-40B4-BE49-F238E27FC236}">
                    <a16:creationId xmlns:a16="http://schemas.microsoft.com/office/drawing/2014/main" id="{C10FF50F-263B-D852-282F-F4F253137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1705" y="1148135"/>
                <a:ext cx="2051836" cy="623844"/>
              </a:xfrm>
              <a:prstGeom prst="roundRect">
                <a:avLst/>
              </a:prstGeom>
              <a:solidFill>
                <a:srgbClr val="7F60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حدس و آزمایش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44" name="A">
                <a:extLst>
                  <a:ext uri="{FF2B5EF4-FFF2-40B4-BE49-F238E27FC236}">
                    <a16:creationId xmlns:a16="http://schemas.microsoft.com/office/drawing/2014/main" id="{CE801648-6106-44B5-7994-3CECEED4749D}"/>
                  </a:ext>
                </a:extLst>
              </p:cNvPr>
              <p:cNvSpPr txBox="1"/>
              <p:nvPr/>
            </p:nvSpPr>
            <p:spPr>
              <a:xfrm>
                <a:off x="9140299" y="926028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5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13808C8F-6D4F-A607-4587-99EB914EFC73}"/>
                </a:ext>
              </a:extLst>
            </p:cNvPr>
            <p:cNvGrpSpPr/>
            <p:nvPr/>
          </p:nvGrpSpPr>
          <p:grpSpPr>
            <a:xfrm>
              <a:off x="3425451" y="4020313"/>
              <a:ext cx="2290221" cy="1446550"/>
              <a:chOff x="7644046" y="933269"/>
              <a:chExt cx="1682609" cy="1216215"/>
            </a:xfrm>
          </p:grpSpPr>
          <p:sp>
            <p:nvSpPr>
              <p:cNvPr id="146" name="Freeform 83">
                <a:extLst>
                  <a:ext uri="{FF2B5EF4-FFF2-40B4-BE49-F238E27FC236}">
                    <a16:creationId xmlns:a16="http://schemas.microsoft.com/office/drawing/2014/main" id="{C038F001-F2E5-3DD4-ECAA-C8883D27E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4046" y="1148135"/>
                <a:ext cx="1479495" cy="623844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زیر مسئله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47" name="A">
                <a:extLst>
                  <a:ext uri="{FF2B5EF4-FFF2-40B4-BE49-F238E27FC236}">
                    <a16:creationId xmlns:a16="http://schemas.microsoft.com/office/drawing/2014/main" id="{B746C400-E378-B6FC-132B-EB4EB97D466C}"/>
                  </a:ext>
                </a:extLst>
              </p:cNvPr>
              <p:cNvSpPr txBox="1"/>
              <p:nvPr/>
            </p:nvSpPr>
            <p:spPr>
              <a:xfrm>
                <a:off x="9130593" y="933269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6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C81CC38-6327-2AE4-E03E-145AA7551845}"/>
                </a:ext>
              </a:extLst>
            </p:cNvPr>
            <p:cNvGrpSpPr/>
            <p:nvPr/>
          </p:nvGrpSpPr>
          <p:grpSpPr>
            <a:xfrm>
              <a:off x="2949880" y="4863334"/>
              <a:ext cx="3397510" cy="1446550"/>
              <a:chOff x="6783901" y="884151"/>
              <a:chExt cx="2496126" cy="1216215"/>
            </a:xfrm>
          </p:grpSpPr>
          <p:sp>
            <p:nvSpPr>
              <p:cNvPr id="149" name="Freeform 83">
                <a:extLst>
                  <a:ext uri="{FF2B5EF4-FFF2-40B4-BE49-F238E27FC236}">
                    <a16:creationId xmlns:a16="http://schemas.microsoft.com/office/drawing/2014/main" id="{5666F547-080B-2A12-279A-E94F04DD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3901" y="1148135"/>
                <a:ext cx="2339640" cy="623844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حل مسئله ساده تر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50" name="A">
                <a:extLst>
                  <a:ext uri="{FF2B5EF4-FFF2-40B4-BE49-F238E27FC236}">
                    <a16:creationId xmlns:a16="http://schemas.microsoft.com/office/drawing/2014/main" id="{6E837EC5-7BE0-49FD-6F1E-DC4B8A90C667}"/>
                  </a:ext>
                </a:extLst>
              </p:cNvPr>
              <p:cNvSpPr txBox="1"/>
              <p:nvPr/>
            </p:nvSpPr>
            <p:spPr>
              <a:xfrm>
                <a:off x="9083965" y="884151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7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2E2D686-A0E0-8868-00BD-D6E087651B06}"/>
              </a:ext>
            </a:extLst>
          </p:cNvPr>
          <p:cNvGrpSpPr/>
          <p:nvPr/>
        </p:nvGrpSpPr>
        <p:grpSpPr>
          <a:xfrm>
            <a:off x="3553461" y="5726639"/>
            <a:ext cx="3287912" cy="1446550"/>
            <a:chOff x="6890644" y="941811"/>
            <a:chExt cx="2415605" cy="1216215"/>
          </a:xfrm>
        </p:grpSpPr>
        <p:sp>
          <p:nvSpPr>
            <p:cNvPr id="152" name="Freeform 83">
              <a:extLst>
                <a:ext uri="{FF2B5EF4-FFF2-40B4-BE49-F238E27FC236}">
                  <a16:creationId xmlns:a16="http://schemas.microsoft.com/office/drawing/2014/main" id="{A759C11D-BF16-00B5-805C-38262A016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0644" y="1148135"/>
              <a:ext cx="2232897" cy="62384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روش‌های نمادین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153" name="A">
              <a:extLst>
                <a:ext uri="{FF2B5EF4-FFF2-40B4-BE49-F238E27FC236}">
                  <a16:creationId xmlns:a16="http://schemas.microsoft.com/office/drawing/2014/main" id="{4364BFA3-B8F9-CA4D-1124-D26628DE4674}"/>
                </a:ext>
              </a:extLst>
            </p:cNvPr>
            <p:cNvSpPr txBox="1"/>
            <p:nvPr/>
          </p:nvSpPr>
          <p:spPr>
            <a:xfrm>
              <a:off x="9110187" y="941811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8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710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"/>
                            </p:stCondLst>
                            <p:childTnLst>
                              <p:par>
                                <p:cTn id="37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/>
      <p:bldP spid="6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58F0-F759-DA6E-3813-9C3D9F01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1A6A3AF7-4CEA-6178-18AE-77023ED4A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CBA873-7270-2D08-0535-E70B1155727C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A50748-47B1-5342-A0B9-144DAFD940BB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B2C0F51-2A0B-0B4A-6342-28CAC42F334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6230E7D-5B4F-9636-298F-1538BCE02856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CBD54A-D35A-7CA6-3DE1-440E8E636E72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2ACCD80-EFE6-F5CC-E31D-4D2450039C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8" name="Target">
              <a:extLst>
                <a:ext uri="{FF2B5EF4-FFF2-40B4-BE49-F238E27FC236}">
                  <a16:creationId xmlns:a16="http://schemas.microsoft.com/office/drawing/2014/main" id="{94E8016C-9CD3-45CD-3F13-B15F8B3AE46C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9" name="Freeform 56">
                <a:extLst>
                  <a:ext uri="{FF2B5EF4-FFF2-40B4-BE49-F238E27FC236}">
                    <a16:creationId xmlns:a16="http://schemas.microsoft.com/office/drawing/2014/main" id="{5D0DA241-6679-D980-BB6B-BDD86216FC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0" name="Freeform 57">
                <a:extLst>
                  <a:ext uri="{FF2B5EF4-FFF2-40B4-BE49-F238E27FC236}">
                    <a16:creationId xmlns:a16="http://schemas.microsoft.com/office/drawing/2014/main" id="{47728304-7E18-934B-BA3E-67A561CB24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63CA509-5AFB-0B55-E603-0544CCC434FB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احمد 200 هزارتومان پول داشت. او 4 دفتر خرید و 20 هزار تومان برایش باقی ماند. قیمت هر دفتر چقدر است؟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9C9F03-C4EB-455F-7281-A2651565E4EC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F4C3F0C-DD61-EDE2-FF14-A392C1D45EDD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5" name="Circle B">
                <a:extLst>
                  <a:ext uri="{FF2B5EF4-FFF2-40B4-BE49-F238E27FC236}">
                    <a16:creationId xmlns:a16="http://schemas.microsoft.com/office/drawing/2014/main" id="{ADAF9F6C-4379-66BE-ECCA-8D0F411585C1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7" name="Oval 73">
                  <a:extLst>
                    <a:ext uri="{FF2B5EF4-FFF2-40B4-BE49-F238E27FC236}">
                      <a16:creationId xmlns:a16="http://schemas.microsoft.com/office/drawing/2014/main" id="{3B18E8AF-6B44-4742-F145-A1C497963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8" name="Texture">
                  <a:extLst>
                    <a:ext uri="{FF2B5EF4-FFF2-40B4-BE49-F238E27FC236}">
                      <a16:creationId xmlns:a16="http://schemas.microsoft.com/office/drawing/2014/main" id="{8E508862-C1C3-B314-9345-6B0E59409A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6" name="B">
                <a:extLst>
                  <a:ext uri="{FF2B5EF4-FFF2-40B4-BE49-F238E27FC236}">
                    <a16:creationId xmlns:a16="http://schemas.microsoft.com/office/drawing/2014/main" id="{F1955211-0D4E-CCB8-02CC-22EDC358CB2C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4" name="A">
              <a:extLst>
                <a:ext uri="{FF2B5EF4-FFF2-40B4-BE49-F238E27FC236}">
                  <a16:creationId xmlns:a16="http://schemas.microsoft.com/office/drawing/2014/main" id="{865A2646-5416-6065-4AA0-A66606E19BAE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DFBB582-D713-8E10-6E46-0C55D2FC13F9}"/>
              </a:ext>
            </a:extLst>
          </p:cNvPr>
          <p:cNvSpPr txBox="1"/>
          <p:nvPr/>
        </p:nvSpPr>
        <p:spPr>
          <a:xfrm>
            <a:off x="2654254" y="3943355"/>
            <a:ext cx="134684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45,000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456344-F869-2E84-F889-710D924AD19D}"/>
              </a:ext>
            </a:extLst>
          </p:cNvPr>
          <p:cNvSpPr txBox="1"/>
          <p:nvPr/>
        </p:nvSpPr>
        <p:spPr>
          <a:xfrm>
            <a:off x="4406466" y="2884894"/>
            <a:ext cx="160653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200,000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0C3C7F-B758-0878-B594-3E714DC389CE}"/>
              </a:ext>
            </a:extLst>
          </p:cNvPr>
          <p:cNvGrpSpPr/>
          <p:nvPr/>
        </p:nvGrpSpPr>
        <p:grpSpPr>
          <a:xfrm>
            <a:off x="351016" y="2884894"/>
            <a:ext cx="3679212" cy="646331"/>
            <a:chOff x="1333822" y="3537518"/>
            <a:chExt cx="3679212" cy="646331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50A9025-9F29-3689-B89B-C2CD2BAF6CFE}"/>
                </a:ext>
              </a:extLst>
            </p:cNvPr>
            <p:cNvSpPr/>
            <p:nvPr/>
          </p:nvSpPr>
          <p:spPr>
            <a:xfrm>
              <a:off x="2050608" y="3551200"/>
              <a:ext cx="1370561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510BE6C-1DBB-F589-AF3A-FEF077B33BF5}"/>
                </a:ext>
              </a:extLst>
            </p:cNvPr>
            <p:cNvSpPr txBox="1"/>
            <p:nvPr/>
          </p:nvSpPr>
          <p:spPr>
            <a:xfrm>
              <a:off x="1333822" y="3537518"/>
              <a:ext cx="3679212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20,000+             ×4</a:t>
              </a:r>
              <a:endParaRPr lang="ar-DZ" sz="360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0FB9339-FED2-B871-3B07-372C67058D28}"/>
              </a:ext>
            </a:extLst>
          </p:cNvPr>
          <p:cNvSpPr txBox="1"/>
          <p:nvPr/>
        </p:nvSpPr>
        <p:spPr>
          <a:xfrm>
            <a:off x="3994652" y="2884894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F8DAE70-EE91-F1BF-194F-72F8B5884E51}"/>
              </a:ext>
            </a:extLst>
          </p:cNvPr>
          <p:cNvGrpSpPr/>
          <p:nvPr/>
        </p:nvGrpSpPr>
        <p:grpSpPr>
          <a:xfrm>
            <a:off x="1802339" y="3902701"/>
            <a:ext cx="2118608" cy="646331"/>
            <a:chOff x="1302561" y="3551200"/>
            <a:chExt cx="2118608" cy="64633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B0369F4-5F14-D562-2EC5-FC1C91417B3B}"/>
                </a:ext>
              </a:extLst>
            </p:cNvPr>
            <p:cNvSpPr/>
            <p:nvPr/>
          </p:nvSpPr>
          <p:spPr>
            <a:xfrm>
              <a:off x="2050608" y="3621276"/>
              <a:ext cx="1370561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B4F3EAB-4867-ACC1-C093-E8870845AA7E}"/>
                </a:ext>
              </a:extLst>
            </p:cNvPr>
            <p:cNvSpPr txBox="1"/>
            <p:nvPr/>
          </p:nvSpPr>
          <p:spPr>
            <a:xfrm>
              <a:off x="1302561" y="3551200"/>
              <a:ext cx="704039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×4</a:t>
              </a:r>
              <a:endParaRPr lang="ar-DZ" sz="36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D85BEC5-7231-BD29-4DEE-A6EB6E661C97}"/>
              </a:ext>
            </a:extLst>
          </p:cNvPr>
          <p:cNvSpPr txBox="1"/>
          <p:nvPr/>
        </p:nvSpPr>
        <p:spPr>
          <a:xfrm>
            <a:off x="3978624" y="3902701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707B71-0E55-995E-0448-260A01B2EA26}"/>
              </a:ext>
            </a:extLst>
          </p:cNvPr>
          <p:cNvSpPr txBox="1"/>
          <p:nvPr/>
        </p:nvSpPr>
        <p:spPr>
          <a:xfrm>
            <a:off x="4390438" y="3902701"/>
            <a:ext cx="1548822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180,000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899248-08D9-F4A7-75F4-B16C1F511D81}"/>
              </a:ext>
            </a:extLst>
          </p:cNvPr>
          <p:cNvSpPr txBox="1"/>
          <p:nvPr/>
        </p:nvSpPr>
        <p:spPr>
          <a:xfrm>
            <a:off x="6301840" y="3300392"/>
            <a:ext cx="12627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180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436C2E-32EB-07AF-906B-D22F97E49B79}"/>
              </a:ext>
            </a:extLst>
          </p:cNvPr>
          <p:cNvSpPr txBox="1"/>
          <p:nvPr/>
        </p:nvSpPr>
        <p:spPr>
          <a:xfrm>
            <a:off x="7575681" y="3173788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EFC1B3A-F544-C26A-6C24-7A3374AA6B81}"/>
              </a:ext>
            </a:extLst>
          </p:cNvPr>
          <p:cNvCxnSpPr>
            <a:cxnSpLocks/>
          </p:cNvCxnSpPr>
          <p:nvPr/>
        </p:nvCxnSpPr>
        <p:spPr>
          <a:xfrm>
            <a:off x="7551457" y="3275013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02E56E-7B88-EB5A-CA0C-7FB38F9F39A9}"/>
              </a:ext>
            </a:extLst>
          </p:cNvPr>
          <p:cNvCxnSpPr>
            <a:cxnSpLocks/>
          </p:cNvCxnSpPr>
          <p:nvPr/>
        </p:nvCxnSpPr>
        <p:spPr>
          <a:xfrm flipH="1">
            <a:off x="7564583" y="3617724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5DB0916-3A28-0F23-27AF-AF77252DFA00}"/>
              </a:ext>
            </a:extLst>
          </p:cNvPr>
          <p:cNvSpPr txBox="1"/>
          <p:nvPr/>
        </p:nvSpPr>
        <p:spPr>
          <a:xfrm>
            <a:off x="7686766" y="3625867"/>
            <a:ext cx="31059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FCF5FC-9AC7-F95F-F95F-8CC7CAF3FD9F}"/>
              </a:ext>
            </a:extLst>
          </p:cNvPr>
          <p:cNvSpPr txBox="1"/>
          <p:nvPr/>
        </p:nvSpPr>
        <p:spPr>
          <a:xfrm>
            <a:off x="6422933" y="3625867"/>
            <a:ext cx="41309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4D5652-117A-A0B7-169D-6106448B6BE0}"/>
              </a:ext>
            </a:extLst>
          </p:cNvPr>
          <p:cNvCxnSpPr>
            <a:cxnSpLocks/>
          </p:cNvCxnSpPr>
          <p:nvPr/>
        </p:nvCxnSpPr>
        <p:spPr>
          <a:xfrm flipH="1">
            <a:off x="6507267" y="4067776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D92BE8C-906E-81FC-6937-A8CBDE7203B7}"/>
                  </a:ext>
                </a:extLst>
              </p:cNvPr>
              <p:cNvSpPr txBox="1"/>
              <p:nvPr/>
            </p:nvSpPr>
            <p:spPr>
              <a:xfrm>
                <a:off x="6301840" y="3625867"/>
                <a:ext cx="25954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D92BE8C-906E-81FC-6937-A8CBDE720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40" y="3625867"/>
                <a:ext cx="259540" cy="461665"/>
              </a:xfrm>
              <a:prstGeom prst="rect">
                <a:avLst/>
              </a:prstGeom>
              <a:blipFill>
                <a:blip r:embed="rId4"/>
                <a:stretch>
                  <a:fillRect l="-28571" t="-9211" r="-83333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F2179061-0E7A-3193-B297-F19AF730E58A}"/>
              </a:ext>
            </a:extLst>
          </p:cNvPr>
          <p:cNvSpPr txBox="1"/>
          <p:nvPr/>
        </p:nvSpPr>
        <p:spPr>
          <a:xfrm>
            <a:off x="6532008" y="4039422"/>
            <a:ext cx="27612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2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9EA7D3-91FF-AEC2-C9F2-7723BBD8B222}"/>
              </a:ext>
            </a:extLst>
          </p:cNvPr>
          <p:cNvSpPr txBox="1"/>
          <p:nvPr/>
        </p:nvSpPr>
        <p:spPr>
          <a:xfrm>
            <a:off x="6736278" y="4039422"/>
            <a:ext cx="21624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89153C-EE27-59FA-B56F-110921BFAFE1}"/>
              </a:ext>
            </a:extLst>
          </p:cNvPr>
          <p:cNvSpPr txBox="1"/>
          <p:nvPr/>
        </p:nvSpPr>
        <p:spPr>
          <a:xfrm>
            <a:off x="7871225" y="3641134"/>
            <a:ext cx="2746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D9AD84-642F-95FD-50F0-9386779F4861}"/>
              </a:ext>
            </a:extLst>
          </p:cNvPr>
          <p:cNvSpPr txBox="1"/>
          <p:nvPr/>
        </p:nvSpPr>
        <p:spPr>
          <a:xfrm>
            <a:off x="6422933" y="4397332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E1A3287-7088-BDE7-80D8-7A5D265A29F9}"/>
              </a:ext>
            </a:extLst>
          </p:cNvPr>
          <p:cNvCxnSpPr>
            <a:cxnSpLocks/>
          </p:cNvCxnSpPr>
          <p:nvPr/>
        </p:nvCxnSpPr>
        <p:spPr>
          <a:xfrm flipH="1">
            <a:off x="6507267" y="4858997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6EA0686-E6D1-E0ED-F2E4-3D7B5A256062}"/>
                  </a:ext>
                </a:extLst>
              </p:cNvPr>
              <p:cNvSpPr txBox="1"/>
              <p:nvPr/>
            </p:nvSpPr>
            <p:spPr>
              <a:xfrm>
                <a:off x="6305716" y="4411407"/>
                <a:ext cx="254462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6EA0686-E6D1-E0ED-F2E4-3D7B5A256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16" y="4411407"/>
                <a:ext cx="254462" cy="461665"/>
              </a:xfrm>
              <a:prstGeom prst="rect">
                <a:avLst/>
              </a:prstGeom>
              <a:blipFill>
                <a:blip r:embed="rId5"/>
                <a:stretch>
                  <a:fillRect l="-28571" t="-9333" r="-83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CD866FFF-B680-8C61-267E-9F1D3B521A16}"/>
              </a:ext>
            </a:extLst>
          </p:cNvPr>
          <p:cNvSpPr txBox="1"/>
          <p:nvPr/>
        </p:nvSpPr>
        <p:spPr>
          <a:xfrm>
            <a:off x="6422932" y="4806806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B1B043-BB08-CB65-FA04-ADC778045858}"/>
              </a:ext>
            </a:extLst>
          </p:cNvPr>
          <p:cNvSpPr txBox="1"/>
          <p:nvPr/>
        </p:nvSpPr>
        <p:spPr>
          <a:xfrm>
            <a:off x="8005492" y="3625866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415DF8-1055-075F-57A5-2E30DFE4B825}"/>
              </a:ext>
            </a:extLst>
          </p:cNvPr>
          <p:cNvSpPr txBox="1"/>
          <p:nvPr/>
        </p:nvSpPr>
        <p:spPr>
          <a:xfrm>
            <a:off x="1782722" y="5607800"/>
            <a:ext cx="447590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2400" dirty="0"/>
              <a:t>قیمت هر دفتر 45,000 تومان است.</a:t>
            </a:r>
            <a:endParaRPr lang="en-US" sz="24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E872C24-B384-3244-5083-16E706C89025}"/>
              </a:ext>
            </a:extLst>
          </p:cNvPr>
          <p:cNvSpPr/>
          <p:nvPr/>
        </p:nvSpPr>
        <p:spPr>
          <a:xfrm>
            <a:off x="6904294" y="3428999"/>
            <a:ext cx="490522" cy="229303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4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19" dur="11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0" dur="11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2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2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0" fill="hold">
                          <p:stCondLst>
                            <p:cond delay="indefinite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2" fill="hold">
                          <p:stCondLst>
                            <p:cond delay="indefinite"/>
                          </p:stCondLst>
                          <p:childTnLst>
                            <p:par>
                              <p:cTn id="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7" fill="hold">
                          <p:stCondLst>
                            <p:cond delay="indefinite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1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1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2" fill="hold">
                          <p:stCondLst>
                            <p:cond delay="indefinite"/>
                          </p:stCondLst>
                          <p:childTnLst>
                            <p:par>
                              <p:cTn id="1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41" dur="2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2" fill="hold">
                          <p:stCondLst>
                            <p:cond delay="indefinite"/>
                          </p:stCondLst>
                          <p:childTnLst>
                            <p:par>
                              <p:cTn id="1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4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1" fill="hold">
                          <p:stCondLst>
                            <p:cond delay="indefinite"/>
                          </p:stCondLst>
                          <p:childTnLst>
                            <p:par>
                              <p:cTn id="1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57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9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0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4" grpId="0" animBg="1"/>
          <p:bldP spid="5" grpId="0" animBg="1"/>
          <p:bldP spid="11" grpId="0"/>
          <p:bldP spid="27" grpId="0"/>
          <p:bldP spid="22" grpId="0"/>
          <p:bldP spid="29" grpId="0"/>
          <p:bldP spid="30" grpId="0"/>
          <p:bldP spid="31" grpId="0"/>
          <p:bldP spid="32" grpId="0"/>
          <p:bldP spid="35" grpId="0"/>
          <p:bldP spid="36" grpId="0"/>
          <p:bldP spid="38" grpId="0"/>
          <p:bldP spid="39" grpId="0"/>
          <p:bldP spid="41" grpId="0"/>
          <p:bldP spid="42" grpId="0"/>
          <p:bldP spid="44" grpId="0"/>
          <p:bldP spid="46" grpId="0"/>
          <p:bldP spid="47" grpId="0"/>
          <p:bldP spid="48" grpId="0"/>
          <p:bldP spid="50" grpId="0"/>
          <p:bldP spid="51" grpId="0" animBg="1"/>
          <p:bldP spid="51" grpId="1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1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1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2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2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0" fill="hold">
                          <p:stCondLst>
                            <p:cond delay="indefinite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2" fill="hold">
                          <p:stCondLst>
                            <p:cond delay="indefinite"/>
                          </p:stCondLst>
                          <p:childTnLst>
                            <p:par>
                              <p:cTn id="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7" fill="hold">
                          <p:stCondLst>
                            <p:cond delay="indefinite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1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1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2" fill="hold">
                          <p:stCondLst>
                            <p:cond delay="indefinite"/>
                          </p:stCondLst>
                          <p:childTnLst>
                            <p:par>
                              <p:cTn id="1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41" dur="2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2" fill="hold">
                          <p:stCondLst>
                            <p:cond delay="indefinite"/>
                          </p:stCondLst>
                          <p:childTnLst>
                            <p:par>
                              <p:cTn id="1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4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1" fill="hold">
                          <p:stCondLst>
                            <p:cond delay="indefinite"/>
                          </p:stCondLst>
                          <p:childTnLst>
                            <p:par>
                              <p:cTn id="1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57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9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0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4" grpId="0" animBg="1"/>
          <p:bldP spid="5" grpId="0" animBg="1"/>
          <p:bldP spid="11" grpId="0"/>
          <p:bldP spid="27" grpId="0"/>
          <p:bldP spid="22" grpId="0"/>
          <p:bldP spid="29" grpId="0"/>
          <p:bldP spid="30" grpId="0"/>
          <p:bldP spid="31" grpId="0"/>
          <p:bldP spid="32" grpId="0"/>
          <p:bldP spid="35" grpId="0"/>
          <p:bldP spid="36" grpId="0"/>
          <p:bldP spid="38" grpId="0"/>
          <p:bldP spid="39" grpId="0"/>
          <p:bldP spid="41" grpId="0"/>
          <p:bldP spid="42" grpId="0"/>
          <p:bldP spid="44" grpId="0"/>
          <p:bldP spid="46" grpId="0"/>
          <p:bldP spid="47" grpId="0"/>
          <p:bldP spid="48" grpId="0"/>
          <p:bldP spid="50" grpId="0"/>
          <p:bldP spid="51" grpId="0" animBg="1"/>
          <p:bldP spid="51" grpId="1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C938-B32A-B40A-22DB-E227F13F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B61C7B7B-8A3F-DD99-B138-C598AA218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A41694-400F-7909-EB33-9FA23AFA4B07}"/>
              </a:ext>
            </a:extLst>
          </p:cNvPr>
          <p:cNvSpPr/>
          <p:nvPr/>
        </p:nvSpPr>
        <p:spPr>
          <a:xfrm>
            <a:off x="182712" y="379836"/>
            <a:ext cx="8632177" cy="1849272"/>
          </a:xfrm>
          <a:prstGeom prst="roundRect">
            <a:avLst>
              <a:gd name="adj" fmla="val 2050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FB7742-90D7-99D7-E663-378BA793571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32311AA1-6ADC-99EB-5154-ECEB5572B64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EEED5AF-261F-8310-0F75-883954E2652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A4C324-67CB-6ABF-8D16-7768B64B6BA9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8A3C77-DFB9-5396-7D32-B635CE3E5827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A0C632-40B2-121A-A751-4F7A70451DC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5BC81-671E-4428-3626-4F817C91540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CC2228-F6FE-F1D9-2ACA-1FB6529B84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04C49091-39DE-EC27-0999-C85418A6470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DBDEEE5D-B92C-2525-9A9C-DB1620E723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CBEFD3FA-16B5-037B-EBB4-FEFE30CFE8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78ABB65-F18B-F59D-DFD3-F4EDDC25CD3A}"/>
              </a:ext>
            </a:extLst>
          </p:cNvPr>
          <p:cNvSpPr/>
          <p:nvPr/>
        </p:nvSpPr>
        <p:spPr>
          <a:xfrm>
            <a:off x="304957" y="286806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فاطمه کتاب داستانی را در 6 ساعت مطالعه کرد و 10 صفحه از آن باقی ماند. اگر این کتاب 100 صفحه داشته باشد، فاطمه بطور متوسط در هر ساعت چند صفحه از آن را مطالعه کرد؟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DB490A-F2C0-3A25-1DB8-5411BE3C6C20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A483EC-63F8-F94F-2B2A-3895267187CA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499F1B39-FCAB-0C96-1835-6C90D3AAD35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DE71B0F5-10DA-C35D-465C-64F7FA245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102E6173-1161-CDAD-1376-E7FACF502C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3378F39B-C287-1476-FEFC-F6B161BA535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32872F40-D139-F516-70A5-948A7726D371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2783CBF-5D2C-53AA-1EA7-6491D8E583ED}"/>
              </a:ext>
            </a:extLst>
          </p:cNvPr>
          <p:cNvSpPr txBox="1"/>
          <p:nvPr/>
        </p:nvSpPr>
        <p:spPr>
          <a:xfrm>
            <a:off x="7558055" y="3957842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90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0F40A4-7299-4CD9-45FB-F4A32CB9F1D2}"/>
              </a:ext>
            </a:extLst>
          </p:cNvPr>
          <p:cNvSpPr txBox="1"/>
          <p:nvPr/>
        </p:nvSpPr>
        <p:spPr>
          <a:xfrm>
            <a:off x="8250320" y="3831238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E0F5009-AB3E-AF13-9E10-C86E060A102D}"/>
              </a:ext>
            </a:extLst>
          </p:cNvPr>
          <p:cNvCxnSpPr>
            <a:cxnSpLocks/>
          </p:cNvCxnSpPr>
          <p:nvPr/>
        </p:nvCxnSpPr>
        <p:spPr>
          <a:xfrm>
            <a:off x="8226096" y="3932463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8369898-EBBF-E3B8-94AA-C94646358804}"/>
              </a:ext>
            </a:extLst>
          </p:cNvPr>
          <p:cNvCxnSpPr>
            <a:cxnSpLocks/>
          </p:cNvCxnSpPr>
          <p:nvPr/>
        </p:nvCxnSpPr>
        <p:spPr>
          <a:xfrm flipH="1">
            <a:off x="8239222" y="4275174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4E03046-45D1-0CED-B621-F5DEDF20A164}"/>
              </a:ext>
            </a:extLst>
          </p:cNvPr>
          <p:cNvSpPr txBox="1"/>
          <p:nvPr/>
        </p:nvSpPr>
        <p:spPr>
          <a:xfrm>
            <a:off x="8250320" y="4334343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4A2364-84D0-738D-1AA2-806F54D696CC}"/>
              </a:ext>
            </a:extLst>
          </p:cNvPr>
          <p:cNvSpPr txBox="1"/>
          <p:nvPr/>
        </p:nvSpPr>
        <p:spPr>
          <a:xfrm>
            <a:off x="7493608" y="4330033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7074E6A-BE1B-78A4-7B22-E835C312D10B}"/>
              </a:ext>
            </a:extLst>
          </p:cNvPr>
          <p:cNvCxnSpPr>
            <a:cxnSpLocks/>
          </p:cNvCxnSpPr>
          <p:nvPr/>
        </p:nvCxnSpPr>
        <p:spPr>
          <a:xfrm flipH="1">
            <a:off x="7409493" y="4727630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AF8320C-C6EE-E535-5206-B0E80BBC18E2}"/>
                  </a:ext>
                </a:extLst>
              </p:cNvPr>
              <p:cNvSpPr txBox="1"/>
              <p:nvPr/>
            </p:nvSpPr>
            <p:spPr>
              <a:xfrm>
                <a:off x="7333948" y="4330033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AF8320C-C6EE-E535-5206-B0E80BBC1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948" y="4330033"/>
                <a:ext cx="681167" cy="461665"/>
              </a:xfrm>
              <a:prstGeom prst="rect">
                <a:avLst/>
              </a:prstGeom>
              <a:blipFill>
                <a:blip r:embed="rId4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9A3F54F-3AC8-32BA-45AB-EC8C42903C7A}"/>
              </a:ext>
            </a:extLst>
          </p:cNvPr>
          <p:cNvSpPr txBox="1"/>
          <p:nvPr/>
        </p:nvSpPr>
        <p:spPr>
          <a:xfrm>
            <a:off x="7479505" y="4743089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3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EDD614-3413-AB1B-2FA2-3D3E65DB3919}"/>
              </a:ext>
            </a:extLst>
          </p:cNvPr>
          <p:cNvSpPr txBox="1"/>
          <p:nvPr/>
        </p:nvSpPr>
        <p:spPr>
          <a:xfrm>
            <a:off x="7851696" y="4727630"/>
            <a:ext cx="2761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8F2889E-A329-5033-6FC7-92362C283233}"/>
              </a:ext>
            </a:extLst>
          </p:cNvPr>
          <p:cNvSpPr txBox="1"/>
          <p:nvPr/>
        </p:nvSpPr>
        <p:spPr>
          <a:xfrm>
            <a:off x="8412974" y="4345684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638D17-B922-5A29-24F5-6CEDABCBB918}"/>
              </a:ext>
            </a:extLst>
          </p:cNvPr>
          <p:cNvSpPr txBox="1"/>
          <p:nvPr/>
        </p:nvSpPr>
        <p:spPr>
          <a:xfrm>
            <a:off x="7623162" y="5066671"/>
            <a:ext cx="53410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3570359-A1B4-D391-6FA4-02297B85BE5C}"/>
              </a:ext>
            </a:extLst>
          </p:cNvPr>
          <p:cNvCxnSpPr>
            <a:cxnSpLocks/>
          </p:cNvCxnSpPr>
          <p:nvPr/>
        </p:nvCxnSpPr>
        <p:spPr>
          <a:xfrm flipH="1">
            <a:off x="7518854" y="5483213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68326B-42C0-1325-9587-2D62D68BD8CA}"/>
                  </a:ext>
                </a:extLst>
              </p:cNvPr>
              <p:cNvSpPr txBox="1"/>
              <p:nvPr/>
            </p:nvSpPr>
            <p:spPr>
              <a:xfrm>
                <a:off x="7241864" y="5092026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68326B-42C0-1325-9587-2D62D68BD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864" y="5092026"/>
                <a:ext cx="681167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5AAA83BD-C053-D46C-6FDA-7F4D3293E576}"/>
              </a:ext>
            </a:extLst>
          </p:cNvPr>
          <p:cNvSpPr txBox="1"/>
          <p:nvPr/>
        </p:nvSpPr>
        <p:spPr>
          <a:xfrm>
            <a:off x="7549630" y="5417794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665D3-C7E1-6B9D-0BF5-7BF1B1079B39}"/>
              </a:ext>
            </a:extLst>
          </p:cNvPr>
          <p:cNvSpPr txBox="1"/>
          <p:nvPr/>
        </p:nvSpPr>
        <p:spPr>
          <a:xfrm>
            <a:off x="3426674" y="3888804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08256F-88ED-5781-CD05-0D616D6E516D}"/>
              </a:ext>
            </a:extLst>
          </p:cNvPr>
          <p:cNvSpPr txBox="1"/>
          <p:nvPr/>
        </p:nvSpPr>
        <p:spPr>
          <a:xfrm>
            <a:off x="4406466" y="2884894"/>
            <a:ext cx="74090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100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080927D-45FD-660F-1D94-5BE1E56521A4}"/>
              </a:ext>
            </a:extLst>
          </p:cNvPr>
          <p:cNvGrpSpPr/>
          <p:nvPr/>
        </p:nvGrpSpPr>
        <p:grpSpPr>
          <a:xfrm>
            <a:off x="2075847" y="2884894"/>
            <a:ext cx="1954381" cy="646331"/>
            <a:chOff x="3058653" y="3537518"/>
            <a:chExt cx="1954381" cy="64633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6E3D4BB-FBCA-3C2D-815E-BDFE7BC458FA}"/>
                </a:ext>
              </a:extLst>
            </p:cNvPr>
            <p:cNvSpPr/>
            <p:nvPr/>
          </p:nvSpPr>
          <p:spPr>
            <a:xfrm>
              <a:off x="3708504" y="3551200"/>
              <a:ext cx="509968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A6FD19-5A48-AF3A-384B-D706D7B9D63B}"/>
                </a:ext>
              </a:extLst>
            </p:cNvPr>
            <p:cNvSpPr txBox="1"/>
            <p:nvPr/>
          </p:nvSpPr>
          <p:spPr>
            <a:xfrm>
              <a:off x="3058653" y="3537518"/>
              <a:ext cx="1954381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10+      ×6</a:t>
              </a:r>
              <a:endParaRPr lang="ar-DZ" sz="36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3B5BB44-AE40-1A55-C2FA-77667219735B}"/>
              </a:ext>
            </a:extLst>
          </p:cNvPr>
          <p:cNvSpPr txBox="1"/>
          <p:nvPr/>
        </p:nvSpPr>
        <p:spPr>
          <a:xfrm>
            <a:off x="3994652" y="2884894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7C6EDA-E812-23F9-FD12-72C57D6F50D7}"/>
              </a:ext>
            </a:extLst>
          </p:cNvPr>
          <p:cNvGrpSpPr/>
          <p:nvPr/>
        </p:nvGrpSpPr>
        <p:grpSpPr>
          <a:xfrm>
            <a:off x="2719304" y="3831238"/>
            <a:ext cx="1222378" cy="646331"/>
            <a:chOff x="1339430" y="3551200"/>
            <a:chExt cx="1222378" cy="64633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079332E-C3AD-B057-B9F3-30C884853447}"/>
                </a:ext>
              </a:extLst>
            </p:cNvPr>
            <p:cNvSpPr/>
            <p:nvPr/>
          </p:nvSpPr>
          <p:spPr>
            <a:xfrm>
              <a:off x="2050608" y="3621276"/>
              <a:ext cx="511200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BD110D3-3DF4-B579-DFA0-973632DE0D03}"/>
                </a:ext>
              </a:extLst>
            </p:cNvPr>
            <p:cNvSpPr txBox="1"/>
            <p:nvPr/>
          </p:nvSpPr>
          <p:spPr>
            <a:xfrm>
              <a:off x="1339430" y="3551200"/>
              <a:ext cx="667170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×6</a:t>
              </a:r>
              <a:endParaRPr lang="ar-DZ" sz="36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9C1D1B7-120F-B2BB-0C22-EAA34ED8C24C}"/>
              </a:ext>
            </a:extLst>
          </p:cNvPr>
          <p:cNvSpPr txBox="1"/>
          <p:nvPr/>
        </p:nvSpPr>
        <p:spPr>
          <a:xfrm>
            <a:off x="3978624" y="3902701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5002BA-B1D8-20DE-04A8-1841E1A1C2B6}"/>
              </a:ext>
            </a:extLst>
          </p:cNvPr>
          <p:cNvSpPr txBox="1"/>
          <p:nvPr/>
        </p:nvSpPr>
        <p:spPr>
          <a:xfrm>
            <a:off x="4390438" y="3902701"/>
            <a:ext cx="60305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90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5C3AA-ED7D-7FBA-71F3-7D35EC89840A}"/>
              </a:ext>
            </a:extLst>
          </p:cNvPr>
          <p:cNvSpPr txBox="1"/>
          <p:nvPr/>
        </p:nvSpPr>
        <p:spPr>
          <a:xfrm>
            <a:off x="1708118" y="4920508"/>
            <a:ext cx="4644220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2400" dirty="0"/>
              <a:t>فاطمه به طور متوسطه در هر ساعت</a:t>
            </a:r>
          </a:p>
          <a:p>
            <a:pPr algn="ctr"/>
            <a:r>
              <a:rPr lang="fa-IR" sz="2400" dirty="0"/>
              <a:t> 15 صفحه مطالعه کرد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7788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6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0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5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6" fill="hold">
                          <p:stCondLst>
                            <p:cond delay="indefinite"/>
                          </p:stCondLst>
                          <p:childTnLst>
                            <p:par>
                              <p:cTn id="1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1" fill="hold">
                          <p:stCondLst>
                            <p:cond delay="indefinite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50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7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62" grpId="0"/>
          <p:bldP spid="63" grpId="0"/>
          <p:bldP spid="71" grpId="0"/>
          <p:bldP spid="72" grpId="0"/>
          <p:bldP spid="74" grpId="0"/>
          <p:bldP spid="75" grpId="0"/>
          <p:bldP spid="78" grpId="0"/>
          <p:bldP spid="79" grpId="0"/>
          <p:bldP spid="80" grpId="0"/>
          <p:bldP spid="82" grpId="0"/>
          <p:bldP spid="83" grpId="0"/>
          <p:bldP spid="24" grpId="0"/>
          <p:bldP spid="36" grpId="0"/>
          <p:bldP spid="41" grpId="0"/>
          <p:bldP spid="42" grpId="0"/>
          <p:bldP spid="43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6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0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5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6" fill="hold">
                          <p:stCondLst>
                            <p:cond delay="indefinite"/>
                          </p:stCondLst>
                          <p:childTnLst>
                            <p:par>
                              <p:cTn id="1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1" fill="hold">
                          <p:stCondLst>
                            <p:cond delay="indefinite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50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7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62" grpId="0"/>
          <p:bldP spid="63" grpId="0"/>
          <p:bldP spid="71" grpId="0"/>
          <p:bldP spid="72" grpId="0"/>
          <p:bldP spid="74" grpId="0"/>
          <p:bldP spid="75" grpId="0"/>
          <p:bldP spid="78" grpId="0"/>
          <p:bldP spid="79" grpId="0"/>
          <p:bldP spid="80" grpId="0"/>
          <p:bldP spid="82" grpId="0"/>
          <p:bldP spid="83" grpId="0"/>
          <p:bldP spid="24" grpId="0"/>
          <p:bldP spid="36" grpId="0"/>
          <p:bldP spid="41" grpId="0"/>
          <p:bldP spid="42" grpId="0"/>
          <p:bldP spid="43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51803-5E1F-42A9-1CA2-01A362BE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15DC0025-91C5-F127-0E9A-5AEFBE598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CDCD51-935F-ACA0-C0B3-F8705CDA38A6}"/>
              </a:ext>
            </a:extLst>
          </p:cNvPr>
          <p:cNvSpPr/>
          <p:nvPr/>
        </p:nvSpPr>
        <p:spPr>
          <a:xfrm>
            <a:off x="182712" y="379836"/>
            <a:ext cx="8632177" cy="1849272"/>
          </a:xfrm>
          <a:prstGeom prst="roundRect">
            <a:avLst>
              <a:gd name="adj" fmla="val 2050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F4A5E8-8E1E-B43E-9070-097CF804086D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568EF61A-F87D-78EB-B809-BC7507A6CFF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1DC68-1962-6778-1EC5-E7D305E1B1E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6820DFC-4DE9-C7D3-E14E-E0960DE55B0A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E571C93-E952-207E-ACFB-E0E4C641A14E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7A4B6CB-8E23-4640-AE4C-B1A30BA41482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0F189B4-15F1-F8D9-569F-4D5054EAA811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AD3B9D-0395-5327-E034-2D921B4931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5ED9D17A-95A6-9FEB-BC8D-CC71565DBCF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945AFC6C-88F6-1F1E-394D-31E415F1A5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B8593518-E931-CBB9-CA2A-B352C8A601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E9A8BFE-FC25-D2E3-BCEA-3187D3685720}"/>
              </a:ext>
            </a:extLst>
          </p:cNvPr>
          <p:cNvSpPr/>
          <p:nvPr/>
        </p:nvSpPr>
        <p:spPr>
          <a:xfrm>
            <a:off x="304957" y="286806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فاطمه کتاب داستانی را در 6 ساعت مطالعه کرد و 10 صفحه از آن باقی ماند. اگر این کتاب 100 صفحه داشته باشد، فاطمه بطور متوسط در هر ساعت چند صفحه از آن را مطالعه کرد؟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443B90-486C-9A93-856A-C235D1F22F2F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191A754-2D99-7C81-97FB-2BE453317BD8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70F1D82D-19D5-D71A-AC97-79D58705F677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408A0B9B-4F12-B26B-813D-4A104CCF7F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C883A7C0-AB9A-4DF8-567B-123B284A7E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000C5583-1B64-8DA5-D3B0-899C79AB112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AC1E42D0-D982-999A-5259-48774990B503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7924A32-82F5-5AD2-4CD2-B46455511DD2}"/>
              </a:ext>
            </a:extLst>
          </p:cNvPr>
          <p:cNvSpPr txBox="1"/>
          <p:nvPr/>
        </p:nvSpPr>
        <p:spPr>
          <a:xfrm>
            <a:off x="1473732" y="4698053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90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C0F45B-7430-D4BE-A4AB-9839EFBCCEAB}"/>
              </a:ext>
            </a:extLst>
          </p:cNvPr>
          <p:cNvSpPr txBox="1"/>
          <p:nvPr/>
        </p:nvSpPr>
        <p:spPr>
          <a:xfrm>
            <a:off x="2165997" y="4571449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279F0A8-7568-26E4-8419-F6E214C17CB7}"/>
              </a:ext>
            </a:extLst>
          </p:cNvPr>
          <p:cNvCxnSpPr>
            <a:cxnSpLocks/>
          </p:cNvCxnSpPr>
          <p:nvPr/>
        </p:nvCxnSpPr>
        <p:spPr>
          <a:xfrm>
            <a:off x="2141773" y="4672674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CB70AD-97E5-5347-8242-ED44481925DD}"/>
              </a:ext>
            </a:extLst>
          </p:cNvPr>
          <p:cNvCxnSpPr>
            <a:cxnSpLocks/>
          </p:cNvCxnSpPr>
          <p:nvPr/>
        </p:nvCxnSpPr>
        <p:spPr>
          <a:xfrm flipH="1">
            <a:off x="2154899" y="5015385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2EBFCE2-6921-3855-16EF-676E61BDBD44}"/>
              </a:ext>
            </a:extLst>
          </p:cNvPr>
          <p:cNvSpPr txBox="1"/>
          <p:nvPr/>
        </p:nvSpPr>
        <p:spPr>
          <a:xfrm>
            <a:off x="2165997" y="5074554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AC596D-BD92-39FE-4E50-9DAE3D00D381}"/>
              </a:ext>
            </a:extLst>
          </p:cNvPr>
          <p:cNvSpPr txBox="1"/>
          <p:nvPr/>
        </p:nvSpPr>
        <p:spPr>
          <a:xfrm>
            <a:off x="1409285" y="5070244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93CBFC3-E411-8F67-3E73-08680B4DFA40}"/>
              </a:ext>
            </a:extLst>
          </p:cNvPr>
          <p:cNvCxnSpPr>
            <a:cxnSpLocks/>
          </p:cNvCxnSpPr>
          <p:nvPr/>
        </p:nvCxnSpPr>
        <p:spPr>
          <a:xfrm flipH="1">
            <a:off x="1325170" y="5467841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4C3C3A8-09B2-CE60-FA41-72C7DF0F4C98}"/>
                  </a:ext>
                </a:extLst>
              </p:cNvPr>
              <p:cNvSpPr txBox="1"/>
              <p:nvPr/>
            </p:nvSpPr>
            <p:spPr>
              <a:xfrm>
                <a:off x="1249625" y="5070244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4C3C3A8-09B2-CE60-FA41-72C7DF0F4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25" y="5070244"/>
                <a:ext cx="681167" cy="461665"/>
              </a:xfrm>
              <a:prstGeom prst="rect">
                <a:avLst/>
              </a:prstGeom>
              <a:blipFill>
                <a:blip r:embed="rId4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89D1DAB2-CF12-8449-D740-40AD5317931D}"/>
              </a:ext>
            </a:extLst>
          </p:cNvPr>
          <p:cNvSpPr txBox="1"/>
          <p:nvPr/>
        </p:nvSpPr>
        <p:spPr>
          <a:xfrm>
            <a:off x="1395182" y="5483300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3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81028C-95C8-D217-918C-2A95BF1E4C9E}"/>
              </a:ext>
            </a:extLst>
          </p:cNvPr>
          <p:cNvSpPr txBox="1"/>
          <p:nvPr/>
        </p:nvSpPr>
        <p:spPr>
          <a:xfrm>
            <a:off x="1767373" y="5467841"/>
            <a:ext cx="2761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950D7E-DF68-AC79-133B-D67C7D3B8F40}"/>
              </a:ext>
            </a:extLst>
          </p:cNvPr>
          <p:cNvSpPr txBox="1"/>
          <p:nvPr/>
        </p:nvSpPr>
        <p:spPr>
          <a:xfrm>
            <a:off x="2328651" y="5085895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A60B2F-3E77-861D-BDC2-11397675FEEE}"/>
              </a:ext>
            </a:extLst>
          </p:cNvPr>
          <p:cNvSpPr txBox="1"/>
          <p:nvPr/>
        </p:nvSpPr>
        <p:spPr>
          <a:xfrm>
            <a:off x="1538839" y="5806882"/>
            <a:ext cx="53410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87B61E2-72A0-B20D-66A9-978BBEC3F277}"/>
              </a:ext>
            </a:extLst>
          </p:cNvPr>
          <p:cNvCxnSpPr>
            <a:cxnSpLocks/>
          </p:cNvCxnSpPr>
          <p:nvPr/>
        </p:nvCxnSpPr>
        <p:spPr>
          <a:xfrm flipH="1">
            <a:off x="1434531" y="6223424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1D32EDA-7780-C710-D1A2-90535067931F}"/>
                  </a:ext>
                </a:extLst>
              </p:cNvPr>
              <p:cNvSpPr txBox="1"/>
              <p:nvPr/>
            </p:nvSpPr>
            <p:spPr>
              <a:xfrm>
                <a:off x="1157541" y="5832237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1D32EDA-7780-C710-D1A2-905350679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541" y="5832237"/>
                <a:ext cx="681167" cy="461665"/>
              </a:xfrm>
              <a:prstGeom prst="rect">
                <a:avLst/>
              </a:prstGeom>
              <a:blipFill>
                <a:blip r:embed="rId5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80EDDEB5-0376-4275-A860-C7F1732A89FB}"/>
              </a:ext>
            </a:extLst>
          </p:cNvPr>
          <p:cNvSpPr txBox="1"/>
          <p:nvPr/>
        </p:nvSpPr>
        <p:spPr>
          <a:xfrm>
            <a:off x="1465307" y="6158005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5DA40-0B30-4B0A-6157-6A9BFC70713C}"/>
              </a:ext>
            </a:extLst>
          </p:cNvPr>
          <p:cNvSpPr txBox="1"/>
          <p:nvPr/>
        </p:nvSpPr>
        <p:spPr>
          <a:xfrm>
            <a:off x="1083050" y="3632675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64129A-C84A-AE68-E483-3BF70E4CA886}"/>
              </a:ext>
            </a:extLst>
          </p:cNvPr>
          <p:cNvSpPr txBox="1"/>
          <p:nvPr/>
        </p:nvSpPr>
        <p:spPr>
          <a:xfrm>
            <a:off x="2768858" y="2666172"/>
            <a:ext cx="74090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100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1C8E32-1F16-B17A-7B3B-CE375338D0EC}"/>
              </a:ext>
            </a:extLst>
          </p:cNvPr>
          <p:cNvGrpSpPr/>
          <p:nvPr/>
        </p:nvGrpSpPr>
        <p:grpSpPr>
          <a:xfrm>
            <a:off x="438239" y="2666172"/>
            <a:ext cx="1954381" cy="646331"/>
            <a:chOff x="3058653" y="3537518"/>
            <a:chExt cx="1954381" cy="64633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56FE3D2-30A5-DF8E-026E-87D579F3640A}"/>
                </a:ext>
              </a:extLst>
            </p:cNvPr>
            <p:cNvSpPr/>
            <p:nvPr/>
          </p:nvSpPr>
          <p:spPr>
            <a:xfrm>
              <a:off x="3708504" y="3551200"/>
              <a:ext cx="509968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C6E2C0-0A00-05E6-A247-746B7EB5AE27}"/>
                </a:ext>
              </a:extLst>
            </p:cNvPr>
            <p:cNvSpPr txBox="1"/>
            <p:nvPr/>
          </p:nvSpPr>
          <p:spPr>
            <a:xfrm>
              <a:off x="3058653" y="3537518"/>
              <a:ext cx="1954381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10+      ×6</a:t>
              </a:r>
              <a:endParaRPr lang="ar-DZ" sz="36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B8DE596-6B82-935A-2865-94D1503C62E9}"/>
              </a:ext>
            </a:extLst>
          </p:cNvPr>
          <p:cNvSpPr txBox="1"/>
          <p:nvPr/>
        </p:nvSpPr>
        <p:spPr>
          <a:xfrm>
            <a:off x="2357044" y="2666172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193EE1-E7C4-482B-2D42-2E544C3DF138}"/>
              </a:ext>
            </a:extLst>
          </p:cNvPr>
          <p:cNvGrpSpPr/>
          <p:nvPr/>
        </p:nvGrpSpPr>
        <p:grpSpPr>
          <a:xfrm>
            <a:off x="375680" y="3575109"/>
            <a:ext cx="1222378" cy="646331"/>
            <a:chOff x="1339430" y="3551200"/>
            <a:chExt cx="1222378" cy="64633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F38D215-DF78-8E5A-8624-62B6BC076B7E}"/>
                </a:ext>
              </a:extLst>
            </p:cNvPr>
            <p:cNvSpPr/>
            <p:nvPr/>
          </p:nvSpPr>
          <p:spPr>
            <a:xfrm>
              <a:off x="2050608" y="3621276"/>
              <a:ext cx="511200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DE34E7-8922-D03C-E85A-D00332D8C29E}"/>
                </a:ext>
              </a:extLst>
            </p:cNvPr>
            <p:cNvSpPr txBox="1"/>
            <p:nvPr/>
          </p:nvSpPr>
          <p:spPr>
            <a:xfrm>
              <a:off x="1339430" y="3551200"/>
              <a:ext cx="667170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×6</a:t>
              </a:r>
              <a:endParaRPr lang="ar-DZ" sz="36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1F5C000-9FC5-7475-A406-4A9BC11DC2B4}"/>
              </a:ext>
            </a:extLst>
          </p:cNvPr>
          <p:cNvSpPr txBox="1"/>
          <p:nvPr/>
        </p:nvSpPr>
        <p:spPr>
          <a:xfrm>
            <a:off x="1635000" y="3646572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C26E32-0210-2846-1B78-3BFD73C1A086}"/>
              </a:ext>
            </a:extLst>
          </p:cNvPr>
          <p:cNvSpPr txBox="1"/>
          <p:nvPr/>
        </p:nvSpPr>
        <p:spPr>
          <a:xfrm>
            <a:off x="2046814" y="3646572"/>
            <a:ext cx="60305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90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3E29E1-EAC2-ECEA-981C-9611B3A6F2D7}"/>
              </a:ext>
            </a:extLst>
          </p:cNvPr>
          <p:cNvSpPr txBox="1"/>
          <p:nvPr/>
        </p:nvSpPr>
        <p:spPr>
          <a:xfrm>
            <a:off x="3509766" y="6313710"/>
            <a:ext cx="57991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justLow" rtl="1"/>
            <a:r>
              <a:rPr lang="fa-IR" sz="1800" dirty="0"/>
              <a:t>فاطمه به طور متوسطه  در هر ساعت  15 صفحه مطالعه کرد</a:t>
            </a:r>
            <a:endParaRPr lang="en-US" sz="1800" dirty="0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17DC5D4D-6749-4B50-CD78-59A2A3E7718A}"/>
              </a:ext>
            </a:extLst>
          </p:cNvPr>
          <p:cNvSpPr/>
          <p:nvPr/>
        </p:nvSpPr>
        <p:spPr>
          <a:xfrm rot="16200000">
            <a:off x="6387377" y="1399069"/>
            <a:ext cx="255846" cy="4078398"/>
          </a:xfrm>
          <a:prstGeom prst="rightBrace">
            <a:avLst>
              <a:gd name="adj1" fmla="val 243831"/>
              <a:gd name="adj2" fmla="val 50000"/>
            </a:avLst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2F6C8C-F72E-51F7-58B8-9EDB922BD9FC}"/>
              </a:ext>
            </a:extLst>
          </p:cNvPr>
          <p:cNvSpPr txBox="1"/>
          <p:nvPr/>
        </p:nvSpPr>
        <p:spPr>
          <a:xfrm>
            <a:off x="5812971" y="2790569"/>
            <a:ext cx="137407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90 صفحه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0652827-E568-3606-A80F-1E36034B846C}"/>
              </a:ext>
            </a:extLst>
          </p:cNvPr>
          <p:cNvGrpSpPr/>
          <p:nvPr/>
        </p:nvGrpSpPr>
        <p:grpSpPr>
          <a:xfrm>
            <a:off x="4476101" y="4674358"/>
            <a:ext cx="4758130" cy="717511"/>
            <a:chOff x="4068084" y="4739316"/>
            <a:chExt cx="4758130" cy="717511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D5893CB8-A34E-516D-F2D7-FFBEEE65B2D5}"/>
                </a:ext>
              </a:extLst>
            </p:cNvPr>
            <p:cNvSpPr/>
            <p:nvPr/>
          </p:nvSpPr>
          <p:spPr>
            <a:xfrm rot="5400000">
              <a:off x="6319226" y="2488174"/>
              <a:ext cx="255846" cy="4758130"/>
            </a:xfrm>
            <a:prstGeom prst="rightBrace">
              <a:avLst>
                <a:gd name="adj1" fmla="val 80368"/>
                <a:gd name="adj2" fmla="val 49759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ECCA21-743F-4A2C-A2C9-230B41F5804A}"/>
                </a:ext>
              </a:extLst>
            </p:cNvPr>
            <p:cNvSpPr txBox="1"/>
            <p:nvPr/>
          </p:nvSpPr>
          <p:spPr>
            <a:xfrm>
              <a:off x="5860015" y="4995162"/>
              <a:ext cx="1021433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100 ص</a:t>
              </a:r>
              <a:endParaRPr lang="ar-DZ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1709C5F-F170-96D6-7166-662A95C7E156}"/>
              </a:ext>
            </a:extLst>
          </p:cNvPr>
          <p:cNvSpPr txBox="1"/>
          <p:nvPr/>
        </p:nvSpPr>
        <p:spPr>
          <a:xfrm>
            <a:off x="8576059" y="3858745"/>
            <a:ext cx="62869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</a:p>
          <a:p>
            <a:pPr algn="ctr"/>
            <a:r>
              <a:rPr lang="fa-IR" sz="1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صفحه</a:t>
            </a:r>
            <a:endParaRPr lang="ar-DZ" sz="1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7AAB763-46DC-81F1-4405-3B08D1F181CA}"/>
              </a:ext>
            </a:extLst>
          </p:cNvPr>
          <p:cNvSpPr/>
          <p:nvPr/>
        </p:nvSpPr>
        <p:spPr>
          <a:xfrm>
            <a:off x="4457453" y="3813696"/>
            <a:ext cx="4758130" cy="69647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56DB54B-9432-AEB2-45B9-35C15B284DE3}"/>
              </a:ext>
            </a:extLst>
          </p:cNvPr>
          <p:cNvCxnSpPr>
            <a:cxnSpLocks/>
          </p:cNvCxnSpPr>
          <p:nvPr/>
        </p:nvCxnSpPr>
        <p:spPr>
          <a:xfrm>
            <a:off x="8551835" y="3816650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44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/>
      <p:bldP spid="30" grpId="0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4268-A813-6F49-EA2B-215773F2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CAD27122-8B7F-DFE2-E1D2-38B470619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AE192A-0544-0D4B-CC82-8497C78DCC71}"/>
              </a:ext>
            </a:extLst>
          </p:cNvPr>
          <p:cNvSpPr/>
          <p:nvPr/>
        </p:nvSpPr>
        <p:spPr>
          <a:xfrm>
            <a:off x="182712" y="379836"/>
            <a:ext cx="8632177" cy="1849272"/>
          </a:xfrm>
          <a:prstGeom prst="roundRect">
            <a:avLst>
              <a:gd name="adj" fmla="val 2050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486F8F-10DD-1436-9F26-8EB5214B8DA6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576C17A7-A889-118E-400E-4D7A0546862C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60E5648-AB2E-513B-A9A0-32134BAFEA26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A2C41D-EDD4-6065-D334-4D3A196ED2DE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20A35C2-AEB0-1D98-B58B-C5C756E1670B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DC6ADD5-A611-374A-A36F-C8AF7F6C5F94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BF7D93-C804-E75B-56A8-95059985A833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E7DB5EB-82DA-D852-7CBD-B707D1EF60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9EB92FA3-EEDA-6CDD-1F4F-2B89A9C3C0F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161B7E15-1CB1-FCB3-CFE4-F71561BAE8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B7F7D240-C77C-4516-C832-380281AE64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A14F0A8-D14F-C8F7-65E2-F689C4EDB46E}"/>
              </a:ext>
            </a:extLst>
          </p:cNvPr>
          <p:cNvSpPr/>
          <p:nvPr/>
        </p:nvSpPr>
        <p:spPr>
          <a:xfrm>
            <a:off x="304957" y="286806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فاطمه کتاب داستانی را در 6 ساعت مطالعه کرد و 10 صفحه از آن باقی ماند. اگر این کتاب 100 صفحه داشته باشد، فاطمه بطور متوسط در هر ساعت چند صفحه از آن را مطالعه کرد؟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B239EE-7940-038F-3A6F-A326409272CD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5E609B8-D8FB-4C16-7A7B-F68697C72B2D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B8BFF8B9-7DA5-ED64-0565-B3594137C14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9D40CCDB-1145-9869-3B5F-9F38971904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D2106884-2F79-8F57-83B5-F0B48FAC03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30B86E73-B6DC-75CE-72BB-5586150C373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1F409686-12CA-F231-8066-12B57981343C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15E5F49F-D1DB-FCBD-4DBA-4887D10BB78A}"/>
              </a:ext>
            </a:extLst>
          </p:cNvPr>
          <p:cNvSpPr txBox="1"/>
          <p:nvPr/>
        </p:nvSpPr>
        <p:spPr>
          <a:xfrm>
            <a:off x="1473732" y="4698053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90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3E0768-D313-3849-A14B-BCB9263C460D}"/>
              </a:ext>
            </a:extLst>
          </p:cNvPr>
          <p:cNvSpPr txBox="1"/>
          <p:nvPr/>
        </p:nvSpPr>
        <p:spPr>
          <a:xfrm>
            <a:off x="2165997" y="4571449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5159260-9581-EB0F-97B0-129F01EE3B39}"/>
              </a:ext>
            </a:extLst>
          </p:cNvPr>
          <p:cNvCxnSpPr>
            <a:cxnSpLocks/>
          </p:cNvCxnSpPr>
          <p:nvPr/>
        </p:nvCxnSpPr>
        <p:spPr>
          <a:xfrm>
            <a:off x="2141773" y="4672674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46463A0-6B76-7B27-F05F-4171C5EA565A}"/>
              </a:ext>
            </a:extLst>
          </p:cNvPr>
          <p:cNvCxnSpPr>
            <a:cxnSpLocks/>
          </p:cNvCxnSpPr>
          <p:nvPr/>
        </p:nvCxnSpPr>
        <p:spPr>
          <a:xfrm flipH="1">
            <a:off x="2154899" y="5015385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567B314-41E8-1EF3-C360-898486E42CBA}"/>
              </a:ext>
            </a:extLst>
          </p:cNvPr>
          <p:cNvSpPr txBox="1"/>
          <p:nvPr/>
        </p:nvSpPr>
        <p:spPr>
          <a:xfrm>
            <a:off x="2165997" y="5074554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75F74B-B41A-17D3-ECF2-33836C033362}"/>
              </a:ext>
            </a:extLst>
          </p:cNvPr>
          <p:cNvSpPr txBox="1"/>
          <p:nvPr/>
        </p:nvSpPr>
        <p:spPr>
          <a:xfrm>
            <a:off x="1409285" y="5070244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4A62411-25D4-7026-A07C-FBC98E18858C}"/>
              </a:ext>
            </a:extLst>
          </p:cNvPr>
          <p:cNvCxnSpPr>
            <a:cxnSpLocks/>
          </p:cNvCxnSpPr>
          <p:nvPr/>
        </p:nvCxnSpPr>
        <p:spPr>
          <a:xfrm flipH="1">
            <a:off x="1325170" y="5467841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77E437-F130-B327-0C20-FCA5199C8049}"/>
                  </a:ext>
                </a:extLst>
              </p:cNvPr>
              <p:cNvSpPr txBox="1"/>
              <p:nvPr/>
            </p:nvSpPr>
            <p:spPr>
              <a:xfrm>
                <a:off x="1249625" y="5070244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77E437-F130-B327-0C20-FCA5199C8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25" y="5070244"/>
                <a:ext cx="681167" cy="461665"/>
              </a:xfrm>
              <a:prstGeom prst="rect">
                <a:avLst/>
              </a:prstGeom>
              <a:blipFill>
                <a:blip r:embed="rId4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633E2E96-55D7-1D16-90BE-30261C6C1A0C}"/>
              </a:ext>
            </a:extLst>
          </p:cNvPr>
          <p:cNvSpPr txBox="1"/>
          <p:nvPr/>
        </p:nvSpPr>
        <p:spPr>
          <a:xfrm>
            <a:off x="1395182" y="5483300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3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96D9C2-297C-A7E4-2DC0-163876ADFBF1}"/>
              </a:ext>
            </a:extLst>
          </p:cNvPr>
          <p:cNvSpPr txBox="1"/>
          <p:nvPr/>
        </p:nvSpPr>
        <p:spPr>
          <a:xfrm>
            <a:off x="1767373" y="5467841"/>
            <a:ext cx="2761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06DE6FF-8B78-0407-AFF5-6EE72594BFB0}"/>
              </a:ext>
            </a:extLst>
          </p:cNvPr>
          <p:cNvSpPr txBox="1"/>
          <p:nvPr/>
        </p:nvSpPr>
        <p:spPr>
          <a:xfrm>
            <a:off x="2328651" y="5085895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CEDDFA-9425-4356-969A-5621FCD1871A}"/>
              </a:ext>
            </a:extLst>
          </p:cNvPr>
          <p:cNvSpPr txBox="1"/>
          <p:nvPr/>
        </p:nvSpPr>
        <p:spPr>
          <a:xfrm>
            <a:off x="1538839" y="5806882"/>
            <a:ext cx="53410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3C39C56-3FDF-39D2-35FD-FF945B364220}"/>
              </a:ext>
            </a:extLst>
          </p:cNvPr>
          <p:cNvCxnSpPr>
            <a:cxnSpLocks/>
          </p:cNvCxnSpPr>
          <p:nvPr/>
        </p:nvCxnSpPr>
        <p:spPr>
          <a:xfrm flipH="1">
            <a:off x="1434531" y="6223424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DD7FF9A-FDED-9F9C-D7EE-C9E6E8932321}"/>
                  </a:ext>
                </a:extLst>
              </p:cNvPr>
              <p:cNvSpPr txBox="1"/>
              <p:nvPr/>
            </p:nvSpPr>
            <p:spPr>
              <a:xfrm>
                <a:off x="1157541" y="5832237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DD7FF9A-FDED-9F9C-D7EE-C9E6E8932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541" y="5832237"/>
                <a:ext cx="681167" cy="461665"/>
              </a:xfrm>
              <a:prstGeom prst="rect">
                <a:avLst/>
              </a:prstGeom>
              <a:blipFill>
                <a:blip r:embed="rId5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02859459-5F3F-ACCC-42FF-82BF2EFDED98}"/>
              </a:ext>
            </a:extLst>
          </p:cNvPr>
          <p:cNvSpPr txBox="1"/>
          <p:nvPr/>
        </p:nvSpPr>
        <p:spPr>
          <a:xfrm>
            <a:off x="1465307" y="6158005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5B4586-D53C-97F4-4F4F-FA393DED6F6C}"/>
              </a:ext>
            </a:extLst>
          </p:cNvPr>
          <p:cNvSpPr txBox="1"/>
          <p:nvPr/>
        </p:nvSpPr>
        <p:spPr>
          <a:xfrm>
            <a:off x="1083050" y="3632675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D169B1-10B6-9456-B3DA-2319AF34C272}"/>
              </a:ext>
            </a:extLst>
          </p:cNvPr>
          <p:cNvSpPr txBox="1"/>
          <p:nvPr/>
        </p:nvSpPr>
        <p:spPr>
          <a:xfrm>
            <a:off x="2768858" y="2666172"/>
            <a:ext cx="74090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100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8679A94-2578-ED7A-10EB-A96E3C5AE48F}"/>
              </a:ext>
            </a:extLst>
          </p:cNvPr>
          <p:cNvGrpSpPr/>
          <p:nvPr/>
        </p:nvGrpSpPr>
        <p:grpSpPr>
          <a:xfrm>
            <a:off x="438239" y="2666172"/>
            <a:ext cx="1954381" cy="646331"/>
            <a:chOff x="3058653" y="3537518"/>
            <a:chExt cx="1954381" cy="64633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954E196-1A0F-2BE7-DFE3-0D409002F6F4}"/>
                </a:ext>
              </a:extLst>
            </p:cNvPr>
            <p:cNvSpPr/>
            <p:nvPr/>
          </p:nvSpPr>
          <p:spPr>
            <a:xfrm>
              <a:off x="3708504" y="3551200"/>
              <a:ext cx="509968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27B5C72-4555-D5DA-0857-6E22D814E528}"/>
                </a:ext>
              </a:extLst>
            </p:cNvPr>
            <p:cNvSpPr txBox="1"/>
            <p:nvPr/>
          </p:nvSpPr>
          <p:spPr>
            <a:xfrm>
              <a:off x="3058653" y="3537518"/>
              <a:ext cx="1954381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10+      ×6</a:t>
              </a:r>
              <a:endParaRPr lang="ar-DZ" sz="36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4371C83-A415-F560-BC0F-0F05CF67E038}"/>
              </a:ext>
            </a:extLst>
          </p:cNvPr>
          <p:cNvSpPr txBox="1"/>
          <p:nvPr/>
        </p:nvSpPr>
        <p:spPr>
          <a:xfrm>
            <a:off x="2357044" y="2666172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BFC458-F900-595C-1D61-6127B405373C}"/>
              </a:ext>
            </a:extLst>
          </p:cNvPr>
          <p:cNvGrpSpPr/>
          <p:nvPr/>
        </p:nvGrpSpPr>
        <p:grpSpPr>
          <a:xfrm>
            <a:off x="375680" y="3575109"/>
            <a:ext cx="1222378" cy="646331"/>
            <a:chOff x="1339430" y="3551200"/>
            <a:chExt cx="1222378" cy="64633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AB14C22-C1E8-1720-0A6F-A6D567DFB6A1}"/>
                </a:ext>
              </a:extLst>
            </p:cNvPr>
            <p:cNvSpPr/>
            <p:nvPr/>
          </p:nvSpPr>
          <p:spPr>
            <a:xfrm>
              <a:off x="2050608" y="3621276"/>
              <a:ext cx="511200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39FA4FD-BFB3-2E88-EA1B-772E65AC7678}"/>
                </a:ext>
              </a:extLst>
            </p:cNvPr>
            <p:cNvSpPr txBox="1"/>
            <p:nvPr/>
          </p:nvSpPr>
          <p:spPr>
            <a:xfrm>
              <a:off x="1339430" y="3551200"/>
              <a:ext cx="667170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×6</a:t>
              </a:r>
              <a:endParaRPr lang="ar-DZ" sz="36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6EA4496-174D-79C5-0C2C-FB7DBC61F3AE}"/>
              </a:ext>
            </a:extLst>
          </p:cNvPr>
          <p:cNvSpPr txBox="1"/>
          <p:nvPr/>
        </p:nvSpPr>
        <p:spPr>
          <a:xfrm>
            <a:off x="1635000" y="3646572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BA5AAC-0D58-E1D3-8543-E9A985296DA6}"/>
              </a:ext>
            </a:extLst>
          </p:cNvPr>
          <p:cNvSpPr txBox="1"/>
          <p:nvPr/>
        </p:nvSpPr>
        <p:spPr>
          <a:xfrm>
            <a:off x="2046814" y="3646572"/>
            <a:ext cx="60305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90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E9440D-CEC1-A5B7-B12B-ED5753D7D111}"/>
              </a:ext>
            </a:extLst>
          </p:cNvPr>
          <p:cNvSpPr txBox="1"/>
          <p:nvPr/>
        </p:nvSpPr>
        <p:spPr>
          <a:xfrm>
            <a:off x="3509766" y="6313710"/>
            <a:ext cx="57991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justLow" rtl="1"/>
            <a:r>
              <a:rPr lang="fa-IR" sz="1800" dirty="0"/>
              <a:t>فاطمه به طور متوسطه  در هر ساعت  15 صفحه مطالعه کرد</a:t>
            </a:r>
            <a:endParaRPr lang="en-US" sz="1800" dirty="0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5E825DEF-8BDE-6764-BF0B-93287BE49567}"/>
              </a:ext>
            </a:extLst>
          </p:cNvPr>
          <p:cNvSpPr/>
          <p:nvPr/>
        </p:nvSpPr>
        <p:spPr>
          <a:xfrm rot="16200000">
            <a:off x="6387377" y="1399069"/>
            <a:ext cx="255846" cy="4078398"/>
          </a:xfrm>
          <a:prstGeom prst="rightBrace">
            <a:avLst>
              <a:gd name="adj1" fmla="val 243831"/>
              <a:gd name="adj2" fmla="val 50000"/>
            </a:avLst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CE83C6-F144-DE47-A24A-E80DD9E87BFD}"/>
              </a:ext>
            </a:extLst>
          </p:cNvPr>
          <p:cNvSpPr txBox="1"/>
          <p:nvPr/>
        </p:nvSpPr>
        <p:spPr>
          <a:xfrm>
            <a:off x="5217996" y="2790569"/>
            <a:ext cx="141368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90 صفحه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45E126-9F69-5306-EA91-0C9FD9870B29}"/>
              </a:ext>
            </a:extLst>
          </p:cNvPr>
          <p:cNvGrpSpPr/>
          <p:nvPr/>
        </p:nvGrpSpPr>
        <p:grpSpPr>
          <a:xfrm>
            <a:off x="4476101" y="4674358"/>
            <a:ext cx="4758130" cy="717511"/>
            <a:chOff x="4068084" y="4739316"/>
            <a:chExt cx="4758130" cy="717511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0481F783-9E27-C247-317E-B54A46A112B6}"/>
                </a:ext>
              </a:extLst>
            </p:cNvPr>
            <p:cNvSpPr/>
            <p:nvPr/>
          </p:nvSpPr>
          <p:spPr>
            <a:xfrm rot="5400000">
              <a:off x="6319226" y="2488174"/>
              <a:ext cx="255846" cy="4758130"/>
            </a:xfrm>
            <a:prstGeom prst="rightBrace">
              <a:avLst>
                <a:gd name="adj1" fmla="val 80368"/>
                <a:gd name="adj2" fmla="val 49759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97B50AF-7135-64D8-C795-8C50C6B055D9}"/>
                </a:ext>
              </a:extLst>
            </p:cNvPr>
            <p:cNvSpPr txBox="1"/>
            <p:nvPr/>
          </p:nvSpPr>
          <p:spPr>
            <a:xfrm>
              <a:off x="5860015" y="4995162"/>
              <a:ext cx="1021433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100 ص</a:t>
              </a:r>
              <a:endParaRPr lang="ar-DZ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41B7893-E639-7EF9-B1F3-571F43469D06}"/>
              </a:ext>
            </a:extLst>
          </p:cNvPr>
          <p:cNvSpPr txBox="1"/>
          <p:nvPr/>
        </p:nvSpPr>
        <p:spPr>
          <a:xfrm>
            <a:off x="8576059" y="3858745"/>
            <a:ext cx="62869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</a:p>
          <a:p>
            <a:pPr algn="ctr"/>
            <a:r>
              <a:rPr lang="fa-IR" sz="1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صفحه</a:t>
            </a:r>
            <a:endParaRPr lang="ar-DZ" sz="1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0C0173B-9EEA-7B1A-FE16-6341C5ED2D8F}"/>
              </a:ext>
            </a:extLst>
          </p:cNvPr>
          <p:cNvSpPr/>
          <p:nvPr/>
        </p:nvSpPr>
        <p:spPr>
          <a:xfrm>
            <a:off x="4457453" y="3813696"/>
            <a:ext cx="4758130" cy="69647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1B3426-E2EE-4BB6-0C5E-E76BD27FF1F9}"/>
              </a:ext>
            </a:extLst>
          </p:cNvPr>
          <p:cNvCxnSpPr>
            <a:cxnSpLocks/>
          </p:cNvCxnSpPr>
          <p:nvPr/>
        </p:nvCxnSpPr>
        <p:spPr>
          <a:xfrm>
            <a:off x="5139850" y="3816650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CCF49D-13A1-7519-B969-8BDB53640432}"/>
              </a:ext>
            </a:extLst>
          </p:cNvPr>
          <p:cNvCxnSpPr>
            <a:cxnSpLocks/>
          </p:cNvCxnSpPr>
          <p:nvPr/>
        </p:nvCxnSpPr>
        <p:spPr>
          <a:xfrm>
            <a:off x="5822247" y="3816650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58F821B-F880-C029-B0CD-91AAC5D683F6}"/>
              </a:ext>
            </a:extLst>
          </p:cNvPr>
          <p:cNvCxnSpPr>
            <a:cxnSpLocks/>
          </p:cNvCxnSpPr>
          <p:nvPr/>
        </p:nvCxnSpPr>
        <p:spPr>
          <a:xfrm>
            <a:off x="6504644" y="3816650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3F1BF91-4451-5553-9FC2-1CDD0076CA38}"/>
              </a:ext>
            </a:extLst>
          </p:cNvPr>
          <p:cNvCxnSpPr>
            <a:cxnSpLocks/>
          </p:cNvCxnSpPr>
          <p:nvPr/>
        </p:nvCxnSpPr>
        <p:spPr>
          <a:xfrm>
            <a:off x="7187041" y="3816650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E7B3A2-74F6-DB28-FBD4-EB55D3E675A3}"/>
              </a:ext>
            </a:extLst>
          </p:cNvPr>
          <p:cNvCxnSpPr>
            <a:cxnSpLocks/>
          </p:cNvCxnSpPr>
          <p:nvPr/>
        </p:nvCxnSpPr>
        <p:spPr>
          <a:xfrm>
            <a:off x="7869438" y="3816650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E22547-EB00-85A4-1D0A-668775510EB2}"/>
              </a:ext>
            </a:extLst>
          </p:cNvPr>
          <p:cNvCxnSpPr>
            <a:cxnSpLocks/>
          </p:cNvCxnSpPr>
          <p:nvPr/>
        </p:nvCxnSpPr>
        <p:spPr>
          <a:xfrm>
            <a:off x="8551835" y="3816650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095ACCE-D89B-ADD6-AD99-C86ADA69FDD5}"/>
              </a:ext>
            </a:extLst>
          </p:cNvPr>
          <p:cNvSpPr txBox="1"/>
          <p:nvPr/>
        </p:nvSpPr>
        <p:spPr>
          <a:xfrm>
            <a:off x="6409340" y="2827813"/>
            <a:ext cx="155668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 ساعت=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A08AD3-9709-BA7B-8C5E-455FA4063E69}"/>
              </a:ext>
            </a:extLst>
          </p:cNvPr>
          <p:cNvSpPr txBox="1"/>
          <p:nvPr/>
        </p:nvSpPr>
        <p:spPr>
          <a:xfrm>
            <a:off x="4535599" y="3898274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2F79E0-00A7-F23C-30ED-38AD1E0DE1EC}"/>
              </a:ext>
            </a:extLst>
          </p:cNvPr>
          <p:cNvSpPr txBox="1"/>
          <p:nvPr/>
        </p:nvSpPr>
        <p:spPr>
          <a:xfrm>
            <a:off x="5217995" y="3898274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82456F-2983-7F11-155F-A67EA9B6366C}"/>
              </a:ext>
            </a:extLst>
          </p:cNvPr>
          <p:cNvSpPr txBox="1"/>
          <p:nvPr/>
        </p:nvSpPr>
        <p:spPr>
          <a:xfrm>
            <a:off x="5887402" y="3898274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CF3510-8C6C-9A76-7D96-A4C64D0D9D6E}"/>
              </a:ext>
            </a:extLst>
          </p:cNvPr>
          <p:cNvSpPr txBox="1"/>
          <p:nvPr/>
        </p:nvSpPr>
        <p:spPr>
          <a:xfrm>
            <a:off x="6565204" y="3898273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C7DED5-98E9-A3B2-9B45-5856FA46FAD2}"/>
              </a:ext>
            </a:extLst>
          </p:cNvPr>
          <p:cNvSpPr txBox="1"/>
          <p:nvPr/>
        </p:nvSpPr>
        <p:spPr>
          <a:xfrm>
            <a:off x="7262415" y="3898273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66435F-1324-DAED-B498-9669BF0A3D56}"/>
              </a:ext>
            </a:extLst>
          </p:cNvPr>
          <p:cNvSpPr txBox="1"/>
          <p:nvPr/>
        </p:nvSpPr>
        <p:spPr>
          <a:xfrm>
            <a:off x="7925467" y="3883185"/>
            <a:ext cx="526106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85448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4D3A-BC74-F9F7-3748-7F91BD3B2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454B991-2713-7605-64CF-6FADD60C4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6E05CC-5C2B-7B12-8DD3-AF06651D9493}"/>
              </a:ext>
            </a:extLst>
          </p:cNvPr>
          <p:cNvSpPr/>
          <p:nvPr/>
        </p:nvSpPr>
        <p:spPr>
          <a:xfrm>
            <a:off x="215642" y="873744"/>
            <a:ext cx="8632177" cy="779903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D718BE-33CE-A863-90B8-E401F7CF8CCD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3" name="Arc 111">
              <a:extLst>
                <a:ext uri="{FF2B5EF4-FFF2-40B4-BE49-F238E27FC236}">
                  <a16:creationId xmlns:a16="http://schemas.microsoft.com/office/drawing/2014/main" id="{FA607986-B4E3-19AE-C932-22005F278612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EE0B38-6F4A-652F-95C8-AB29261461A4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41AA52-1C47-E8F9-BFAF-1AF9AE62AFF3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66BF737-29ED-314F-EDCD-FE4256BCFE04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A5C4FD1-1445-9C8C-44F0-243F1B4E89B1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7E5199-7675-DDD3-2EF6-0ED9EB288AD6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76E082C-2408-3EE5-FC99-45BFBDCF7C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30" name="Target">
              <a:extLst>
                <a:ext uri="{FF2B5EF4-FFF2-40B4-BE49-F238E27FC236}">
                  <a16:creationId xmlns:a16="http://schemas.microsoft.com/office/drawing/2014/main" id="{106F8655-115E-C937-FC1A-A76F12BA74B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5C3C124C-B172-AB08-7F16-108AE94C10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91C0D3A1-EA89-86BF-D97A-D270A38275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16A53A7-EBE2-95E1-63CB-78F6DF1D07E0}"/>
              </a:ext>
            </a:extLst>
          </p:cNvPr>
          <p:cNvSpPr/>
          <p:nvPr/>
        </p:nvSpPr>
        <p:spPr>
          <a:xfrm>
            <a:off x="127604" y="848615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جمع 3 عدد متوالی 27 است، آن 3عدد را بیابید.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ACE7B6F-B8BF-FCB4-62A3-27722D13B3E1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9992608-EF04-77BE-26FC-832D702A3B33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7" name="Circle B">
                <a:extLst>
                  <a:ext uri="{FF2B5EF4-FFF2-40B4-BE49-F238E27FC236}">
                    <a16:creationId xmlns:a16="http://schemas.microsoft.com/office/drawing/2014/main" id="{EC2101A0-50F5-1FC5-CF06-648256658C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9" name="Oval 73">
                  <a:extLst>
                    <a:ext uri="{FF2B5EF4-FFF2-40B4-BE49-F238E27FC236}">
                      <a16:creationId xmlns:a16="http://schemas.microsoft.com/office/drawing/2014/main" id="{33B29B27-63CF-56C5-6754-F8417DD9E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1" name="Texture">
                  <a:extLst>
                    <a:ext uri="{FF2B5EF4-FFF2-40B4-BE49-F238E27FC236}">
                      <a16:creationId xmlns:a16="http://schemas.microsoft.com/office/drawing/2014/main" id="{D9D35829-0230-BE14-DD18-4BCFB9FFA9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8" name="B">
                <a:extLst>
                  <a:ext uri="{FF2B5EF4-FFF2-40B4-BE49-F238E27FC236}">
                    <a16:creationId xmlns:a16="http://schemas.microsoft.com/office/drawing/2014/main" id="{F06EECA0-AE21-F8C8-6DBB-2E4F397226D2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6" name="A">
              <a:extLst>
                <a:ext uri="{FF2B5EF4-FFF2-40B4-BE49-F238E27FC236}">
                  <a16:creationId xmlns:a16="http://schemas.microsoft.com/office/drawing/2014/main" id="{67750E18-F679-AEFB-86CF-EE369CD64D36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257AC2-1A4C-A1CC-38D6-4BB0E43243E0}"/>
              </a:ext>
            </a:extLst>
          </p:cNvPr>
          <p:cNvSpPr/>
          <p:nvPr/>
        </p:nvSpPr>
        <p:spPr>
          <a:xfrm>
            <a:off x="3570465" y="3335758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81D82-3AA2-493C-9A8E-EAD5A816BB7A}"/>
              </a:ext>
            </a:extLst>
          </p:cNvPr>
          <p:cNvSpPr txBox="1"/>
          <p:nvPr/>
        </p:nvSpPr>
        <p:spPr>
          <a:xfrm>
            <a:off x="2899967" y="2494859"/>
            <a:ext cx="528381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 عدد بزگتر + عدد بعدی + عدد کوچک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157983-2A8E-EC1E-9320-8143590DDAE2}"/>
              </a:ext>
            </a:extLst>
          </p:cNvPr>
          <p:cNvSpPr/>
          <p:nvPr/>
        </p:nvSpPr>
        <p:spPr>
          <a:xfrm>
            <a:off x="4730703" y="3335758"/>
            <a:ext cx="542796" cy="524175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B7F52E-164D-38EE-936A-6F8CDC5D3639}"/>
              </a:ext>
            </a:extLst>
          </p:cNvPr>
          <p:cNvSpPr txBox="1"/>
          <p:nvPr/>
        </p:nvSpPr>
        <p:spPr>
          <a:xfrm>
            <a:off x="5273499" y="3373162"/>
            <a:ext cx="514885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+1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8FC2D-F0A3-43C8-47B4-D714D268DE5C}"/>
              </a:ext>
            </a:extLst>
          </p:cNvPr>
          <p:cNvSpPr txBox="1"/>
          <p:nvPr/>
        </p:nvSpPr>
        <p:spPr>
          <a:xfrm>
            <a:off x="4249352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5BC12-4A32-7362-BC17-6959270AD2E7}"/>
              </a:ext>
            </a:extLst>
          </p:cNvPr>
          <p:cNvSpPr txBox="1"/>
          <p:nvPr/>
        </p:nvSpPr>
        <p:spPr>
          <a:xfrm>
            <a:off x="5858610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0910D77-34C5-B6C7-06DF-53BE87B038E5}"/>
              </a:ext>
            </a:extLst>
          </p:cNvPr>
          <p:cNvSpPr/>
          <p:nvPr/>
        </p:nvSpPr>
        <p:spPr>
          <a:xfrm>
            <a:off x="6269736" y="3331721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F385E7-353E-3C53-0FB1-E89439AC5897}"/>
              </a:ext>
            </a:extLst>
          </p:cNvPr>
          <p:cNvSpPr txBox="1"/>
          <p:nvPr/>
        </p:nvSpPr>
        <p:spPr>
          <a:xfrm>
            <a:off x="6784621" y="3349981"/>
            <a:ext cx="60946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+2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A0B972-2428-A2D9-FF7B-B1C7F058EFC7}"/>
              </a:ext>
            </a:extLst>
          </p:cNvPr>
          <p:cNvSpPr txBox="1"/>
          <p:nvPr/>
        </p:nvSpPr>
        <p:spPr>
          <a:xfrm>
            <a:off x="7327417" y="3382282"/>
            <a:ext cx="889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5266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5" fill="hold">
                          <p:stCondLst>
                            <p:cond delay="indefinite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5" grpId="0" animBg="1"/>
          <p:bldP spid="26" grpId="0" animBg="1"/>
          <p:bldP spid="27" grpId="0" animBg="1"/>
          <p:bldP spid="33" grpId="0"/>
          <p:bldP spid="8" grpId="0" animBg="1"/>
          <p:bldP spid="9" grpId="0"/>
          <p:bldP spid="10" grpId="0" animBg="1"/>
          <p:bldP spid="16" grpId="0"/>
          <p:bldP spid="5" grpId="0"/>
          <p:bldP spid="6" grpId="0"/>
          <p:bldP spid="14" grpId="0" animBg="1"/>
          <p:bldP spid="15" grpId="0"/>
          <p:bldP spid="2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5" fill="hold">
                          <p:stCondLst>
                            <p:cond delay="indefinite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5" grpId="0" animBg="1"/>
          <p:bldP spid="26" grpId="0" animBg="1"/>
          <p:bldP spid="27" grpId="0" animBg="1"/>
          <p:bldP spid="33" grpId="0"/>
          <p:bldP spid="8" grpId="0" animBg="1"/>
          <p:bldP spid="9" grpId="0"/>
          <p:bldP spid="10" grpId="0" animBg="1"/>
          <p:bldP spid="16" grpId="0"/>
          <p:bldP spid="5" grpId="0"/>
          <p:bldP spid="6" grpId="0"/>
          <p:bldP spid="14" grpId="0" animBg="1"/>
          <p:bldP spid="15" grpId="0"/>
          <p:bldP spid="20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38D6-8D28-2BC2-672B-A029F022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127FD02-70B9-E2A3-B706-AF8C4DDC7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63E4D1-944B-7262-48CA-EFE34217A080}"/>
              </a:ext>
            </a:extLst>
          </p:cNvPr>
          <p:cNvSpPr/>
          <p:nvPr/>
        </p:nvSpPr>
        <p:spPr>
          <a:xfrm>
            <a:off x="215642" y="873744"/>
            <a:ext cx="8632177" cy="779903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0F2B9F-9C97-1530-F265-574AFAC51AC7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3" name="Arc 111">
              <a:extLst>
                <a:ext uri="{FF2B5EF4-FFF2-40B4-BE49-F238E27FC236}">
                  <a16:creationId xmlns:a16="http://schemas.microsoft.com/office/drawing/2014/main" id="{3A9BF923-863E-0BD2-F1A9-F43CA2E8F751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5897FCA-1243-C4B7-D6FA-930AA45AF8CE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9FA2F8A-2A56-3B17-5DC0-67BB96F546F1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D94D6E2-C4C6-D707-D38C-0E9527DDB94B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90C012-9D7A-6C82-A2F7-D497FEC4880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08B2E8B-C553-735A-5884-90FDD05C325D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EBD8596-1436-634A-7556-FC20A8CF01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30" name="Target">
              <a:extLst>
                <a:ext uri="{FF2B5EF4-FFF2-40B4-BE49-F238E27FC236}">
                  <a16:creationId xmlns:a16="http://schemas.microsoft.com/office/drawing/2014/main" id="{515B9A8A-F6C2-CB67-90EA-F6D166DCE4B0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A1842391-F4D3-C493-8142-B4E78D09A3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3A81184C-F8C4-1A37-991D-AA603722A9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AAC4F63-DD4E-849F-D848-6DCA8CDF0FF2}"/>
              </a:ext>
            </a:extLst>
          </p:cNvPr>
          <p:cNvSpPr/>
          <p:nvPr/>
        </p:nvSpPr>
        <p:spPr>
          <a:xfrm>
            <a:off x="127604" y="848615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جمع 3 عدد متوالی 27 است، آن 3عدد را بیابید.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F4B3432-923A-96E7-FDF5-2AF4D502F770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D939EA7-7EF5-8766-7D11-24E11132FA19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7" name="Circle B">
                <a:extLst>
                  <a:ext uri="{FF2B5EF4-FFF2-40B4-BE49-F238E27FC236}">
                    <a16:creationId xmlns:a16="http://schemas.microsoft.com/office/drawing/2014/main" id="{8274EC94-287F-A34E-9761-3AE0CF6A114A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9" name="Oval 73">
                  <a:extLst>
                    <a:ext uri="{FF2B5EF4-FFF2-40B4-BE49-F238E27FC236}">
                      <a16:creationId xmlns:a16="http://schemas.microsoft.com/office/drawing/2014/main" id="{FE7B6875-5E78-9DB4-D1FB-A1B79C756B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1" name="Texture">
                  <a:extLst>
                    <a:ext uri="{FF2B5EF4-FFF2-40B4-BE49-F238E27FC236}">
                      <a16:creationId xmlns:a16="http://schemas.microsoft.com/office/drawing/2014/main" id="{5C260C46-42B6-BBC4-0A4C-39BFC1865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8" name="B">
                <a:extLst>
                  <a:ext uri="{FF2B5EF4-FFF2-40B4-BE49-F238E27FC236}">
                    <a16:creationId xmlns:a16="http://schemas.microsoft.com/office/drawing/2014/main" id="{EFD82297-B384-F8F7-FA12-58503DEF99F3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6" name="A">
              <a:extLst>
                <a:ext uri="{FF2B5EF4-FFF2-40B4-BE49-F238E27FC236}">
                  <a16:creationId xmlns:a16="http://schemas.microsoft.com/office/drawing/2014/main" id="{FA09072D-9969-2683-A752-23D608D45CFD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43489F-9F25-29DB-93D5-3544FE674400}"/>
              </a:ext>
            </a:extLst>
          </p:cNvPr>
          <p:cNvSpPr/>
          <p:nvPr/>
        </p:nvSpPr>
        <p:spPr>
          <a:xfrm>
            <a:off x="3685399" y="3335758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184C9-E273-9E02-E846-BF192EE3CE98}"/>
              </a:ext>
            </a:extLst>
          </p:cNvPr>
          <p:cNvSpPr txBox="1"/>
          <p:nvPr/>
        </p:nvSpPr>
        <p:spPr>
          <a:xfrm>
            <a:off x="2899967" y="2494859"/>
            <a:ext cx="528381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 عدد بزگتر + عدد بعدی + عدد کوچک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B50672-AFFE-A9A3-9D2E-82B036AB954C}"/>
              </a:ext>
            </a:extLst>
          </p:cNvPr>
          <p:cNvSpPr/>
          <p:nvPr/>
        </p:nvSpPr>
        <p:spPr>
          <a:xfrm>
            <a:off x="4730703" y="3335758"/>
            <a:ext cx="542796" cy="524175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1155CF-DCC7-C0CA-7B66-9413CBE2E5C3}"/>
              </a:ext>
            </a:extLst>
          </p:cNvPr>
          <p:cNvSpPr txBox="1"/>
          <p:nvPr/>
        </p:nvSpPr>
        <p:spPr>
          <a:xfrm>
            <a:off x="6331180" y="3360534"/>
            <a:ext cx="514885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+1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0365C-5BB6-05C8-8F6C-DB8A0479075C}"/>
              </a:ext>
            </a:extLst>
          </p:cNvPr>
          <p:cNvSpPr txBox="1"/>
          <p:nvPr/>
        </p:nvSpPr>
        <p:spPr>
          <a:xfrm>
            <a:off x="4249352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BBDB5-5330-B450-64DD-7750D56C1A47}"/>
              </a:ext>
            </a:extLst>
          </p:cNvPr>
          <p:cNvSpPr txBox="1"/>
          <p:nvPr/>
        </p:nvSpPr>
        <p:spPr>
          <a:xfrm>
            <a:off x="5315814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CE7CA5-055B-A3DB-E58D-BD7825C05EE8}"/>
              </a:ext>
            </a:extLst>
          </p:cNvPr>
          <p:cNvSpPr/>
          <p:nvPr/>
        </p:nvSpPr>
        <p:spPr>
          <a:xfrm>
            <a:off x="5726940" y="3331721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8DC8A-90FB-B699-2986-8F2584A6A776}"/>
              </a:ext>
            </a:extLst>
          </p:cNvPr>
          <p:cNvSpPr txBox="1"/>
          <p:nvPr/>
        </p:nvSpPr>
        <p:spPr>
          <a:xfrm>
            <a:off x="6751088" y="3370722"/>
            <a:ext cx="60946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+2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D567A5-956B-B385-67C7-6EEF0B4921A5}"/>
              </a:ext>
            </a:extLst>
          </p:cNvPr>
          <p:cNvSpPr txBox="1"/>
          <p:nvPr/>
        </p:nvSpPr>
        <p:spPr>
          <a:xfrm>
            <a:off x="7327417" y="3382282"/>
            <a:ext cx="889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5238BF-ED27-7778-4A58-7B3989DA0B44}"/>
              </a:ext>
            </a:extLst>
          </p:cNvPr>
          <p:cNvGrpSpPr/>
          <p:nvPr/>
        </p:nvGrpSpPr>
        <p:grpSpPr>
          <a:xfrm>
            <a:off x="4249352" y="4349319"/>
            <a:ext cx="3371308" cy="626532"/>
            <a:chOff x="4187192" y="3781377"/>
            <a:chExt cx="3371308" cy="62653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AD57D88-BF82-D59F-0AC2-F9682D4C236F}"/>
                </a:ext>
              </a:extLst>
            </p:cNvPr>
            <p:cNvSpPr/>
            <p:nvPr/>
          </p:nvSpPr>
          <p:spPr>
            <a:xfrm>
              <a:off x="4187192" y="3782179"/>
              <a:ext cx="542796" cy="542796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E096F45-E9F8-45B1-A9B3-37A596E077A9}"/>
                </a:ext>
              </a:extLst>
            </p:cNvPr>
            <p:cNvSpPr/>
            <p:nvPr/>
          </p:nvSpPr>
          <p:spPr>
            <a:xfrm>
              <a:off x="5075530" y="3781377"/>
              <a:ext cx="542796" cy="542796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712B408-B129-732E-6E7E-2656E4CB25F4}"/>
                </a:ext>
              </a:extLst>
            </p:cNvPr>
            <p:cNvSpPr/>
            <p:nvPr/>
          </p:nvSpPr>
          <p:spPr>
            <a:xfrm>
              <a:off x="5963868" y="3781682"/>
              <a:ext cx="542796" cy="542796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5C7686-F879-E2A0-8481-EFD1EE78481B}"/>
                </a:ext>
              </a:extLst>
            </p:cNvPr>
            <p:cNvSpPr txBox="1"/>
            <p:nvPr/>
          </p:nvSpPr>
          <p:spPr>
            <a:xfrm>
              <a:off x="4709507" y="3863310"/>
              <a:ext cx="35939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+</a:t>
              </a:r>
              <a:endParaRPr lang="ar-DZ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744F11-5B87-CD90-04CD-CEA9ECE3472D}"/>
                </a:ext>
              </a:extLst>
            </p:cNvPr>
            <p:cNvSpPr txBox="1"/>
            <p:nvPr/>
          </p:nvSpPr>
          <p:spPr>
            <a:xfrm>
              <a:off x="5655007" y="3884690"/>
              <a:ext cx="35939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+</a:t>
              </a:r>
              <a:endParaRPr lang="ar-DZ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6B8E2C1-2D6D-2248-CB07-5D2ED8C28C3C}"/>
                </a:ext>
              </a:extLst>
            </p:cNvPr>
            <p:cNvSpPr txBox="1"/>
            <p:nvPr/>
          </p:nvSpPr>
          <p:spPr>
            <a:xfrm>
              <a:off x="6587496" y="3823134"/>
              <a:ext cx="399468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0" i="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  <a:cs typeface="IRANYekanXFaNum" pitchFamily="2" charset="-78"/>
                </a:rPr>
                <a:t>=</a:t>
              </a:r>
              <a:endParaRPr lang="ar-DZ" sz="32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97D946-F393-5559-FE70-9F6100B8EFE4}"/>
                </a:ext>
              </a:extLst>
            </p:cNvPr>
            <p:cNvSpPr txBox="1"/>
            <p:nvPr/>
          </p:nvSpPr>
          <p:spPr>
            <a:xfrm>
              <a:off x="6939420" y="3801754"/>
              <a:ext cx="61908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24</a:t>
              </a:r>
              <a:endParaRPr lang="ar-DZ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914A76F-A3E4-FACE-F354-08AC00404A94}"/>
              </a:ext>
            </a:extLst>
          </p:cNvPr>
          <p:cNvSpPr txBox="1"/>
          <p:nvPr/>
        </p:nvSpPr>
        <p:spPr>
          <a:xfrm>
            <a:off x="4279559" y="4360988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013941-70BF-9566-95B1-0187416EF33B}"/>
              </a:ext>
            </a:extLst>
          </p:cNvPr>
          <p:cNvSpPr txBox="1"/>
          <p:nvPr/>
        </p:nvSpPr>
        <p:spPr>
          <a:xfrm>
            <a:off x="5175842" y="4360988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8F20B0-1E46-C600-13AB-C0F87682DD80}"/>
              </a:ext>
            </a:extLst>
          </p:cNvPr>
          <p:cNvSpPr txBox="1"/>
          <p:nvPr/>
        </p:nvSpPr>
        <p:spPr>
          <a:xfrm>
            <a:off x="6072125" y="4360988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0863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2B53-CDC1-A9E3-ECE3-C2AA1CFA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F5F6966-302D-7D42-9B05-B244C3EC9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3B8091-BAA5-9EAC-6DA3-4C3B1C2120FD}"/>
              </a:ext>
            </a:extLst>
          </p:cNvPr>
          <p:cNvSpPr/>
          <p:nvPr/>
        </p:nvSpPr>
        <p:spPr>
          <a:xfrm>
            <a:off x="215642" y="873744"/>
            <a:ext cx="8632177" cy="779903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0D2F33-06B1-61AD-4D48-272A4C8832D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3" name="Arc 111">
              <a:extLst>
                <a:ext uri="{FF2B5EF4-FFF2-40B4-BE49-F238E27FC236}">
                  <a16:creationId xmlns:a16="http://schemas.microsoft.com/office/drawing/2014/main" id="{F5A01157-842E-EAEE-3DB9-04EEF884863A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2B9D43B-A0F9-0E71-2082-D217F20480C3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F4A29B4-0B72-D768-63C9-E14574C8D87D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BAEA05B-8E81-E70E-68B8-D282A1C1FCF9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23877DE-F1BF-B8D3-63C8-885B128C3F75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FD0F92-B57C-856F-D0A3-378E42041875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025EEBA-5925-A03D-E5F3-5B718DAA83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30" name="Target">
              <a:extLst>
                <a:ext uri="{FF2B5EF4-FFF2-40B4-BE49-F238E27FC236}">
                  <a16:creationId xmlns:a16="http://schemas.microsoft.com/office/drawing/2014/main" id="{B9ADA364-DEF1-357E-F018-618776C8EEA8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BD911ABC-4C5D-3971-05E5-BAE2513585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12C2ADE4-A3E7-800B-C6C4-4F766852E4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5E9688B-0CBA-FE49-50AC-F4AC9D9BE7F4}"/>
              </a:ext>
            </a:extLst>
          </p:cNvPr>
          <p:cNvSpPr/>
          <p:nvPr/>
        </p:nvSpPr>
        <p:spPr>
          <a:xfrm>
            <a:off x="127604" y="848615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جمع 3 عدد متوالی 27 است، آن 3عدد را بیابید.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6D812A8-B028-AED5-709C-5E98927F6E9E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BD659FE-4E0D-4E3C-13A8-8552E631CD4F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7" name="Circle B">
                <a:extLst>
                  <a:ext uri="{FF2B5EF4-FFF2-40B4-BE49-F238E27FC236}">
                    <a16:creationId xmlns:a16="http://schemas.microsoft.com/office/drawing/2014/main" id="{413F3440-7548-ED9C-0431-81DB1BFA0660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9" name="Oval 73">
                  <a:extLst>
                    <a:ext uri="{FF2B5EF4-FFF2-40B4-BE49-F238E27FC236}">
                      <a16:creationId xmlns:a16="http://schemas.microsoft.com/office/drawing/2014/main" id="{03A31B38-5D62-F6E7-9DAF-ACB3A7730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1" name="Texture">
                  <a:extLst>
                    <a:ext uri="{FF2B5EF4-FFF2-40B4-BE49-F238E27FC236}">
                      <a16:creationId xmlns:a16="http://schemas.microsoft.com/office/drawing/2014/main" id="{0990E917-7149-CD6D-5273-11B1B11DE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8" name="B">
                <a:extLst>
                  <a:ext uri="{FF2B5EF4-FFF2-40B4-BE49-F238E27FC236}">
                    <a16:creationId xmlns:a16="http://schemas.microsoft.com/office/drawing/2014/main" id="{87BD0121-EAB9-C223-A0B1-223F579B6BDB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6" name="A">
              <a:extLst>
                <a:ext uri="{FF2B5EF4-FFF2-40B4-BE49-F238E27FC236}">
                  <a16:creationId xmlns:a16="http://schemas.microsoft.com/office/drawing/2014/main" id="{9ADFC2FF-4B36-7A49-B99D-6B305342A06C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91D3D40-5D8D-A857-AA22-50CDA499D9DF}"/>
              </a:ext>
            </a:extLst>
          </p:cNvPr>
          <p:cNvSpPr txBox="1"/>
          <p:nvPr/>
        </p:nvSpPr>
        <p:spPr>
          <a:xfrm>
            <a:off x="2899967" y="2494859"/>
            <a:ext cx="528381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 عدد بزگتر + عدد بعدی + عدد کوچک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6497E3-6139-7C25-B0E2-B6B22B11601E}"/>
              </a:ext>
            </a:extLst>
          </p:cNvPr>
          <p:cNvGrpSpPr/>
          <p:nvPr/>
        </p:nvGrpSpPr>
        <p:grpSpPr>
          <a:xfrm>
            <a:off x="4249352" y="4349319"/>
            <a:ext cx="3371308" cy="626532"/>
            <a:chOff x="4187192" y="3781377"/>
            <a:chExt cx="3371308" cy="62653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8840C5A-7237-28E7-3F6F-FA7EE6F647B6}"/>
                </a:ext>
              </a:extLst>
            </p:cNvPr>
            <p:cNvSpPr/>
            <p:nvPr/>
          </p:nvSpPr>
          <p:spPr>
            <a:xfrm>
              <a:off x="4187192" y="3782179"/>
              <a:ext cx="542796" cy="542796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7DB75DA-16ED-130A-3895-3E672B3199A0}"/>
                </a:ext>
              </a:extLst>
            </p:cNvPr>
            <p:cNvSpPr/>
            <p:nvPr/>
          </p:nvSpPr>
          <p:spPr>
            <a:xfrm>
              <a:off x="5075530" y="3781377"/>
              <a:ext cx="542796" cy="542796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BD9B0FD-5C71-B319-F34E-E882E8341B51}"/>
                </a:ext>
              </a:extLst>
            </p:cNvPr>
            <p:cNvSpPr/>
            <p:nvPr/>
          </p:nvSpPr>
          <p:spPr>
            <a:xfrm>
              <a:off x="5963868" y="3781682"/>
              <a:ext cx="542796" cy="542796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894448-27FC-D352-A7A5-204729AD9B6D}"/>
                </a:ext>
              </a:extLst>
            </p:cNvPr>
            <p:cNvSpPr txBox="1"/>
            <p:nvPr/>
          </p:nvSpPr>
          <p:spPr>
            <a:xfrm>
              <a:off x="4709507" y="3863310"/>
              <a:ext cx="35939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+</a:t>
              </a:r>
              <a:endParaRPr lang="ar-DZ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0AA199-1374-679D-732B-D81E692AF01D}"/>
                </a:ext>
              </a:extLst>
            </p:cNvPr>
            <p:cNvSpPr txBox="1"/>
            <p:nvPr/>
          </p:nvSpPr>
          <p:spPr>
            <a:xfrm>
              <a:off x="5655007" y="3884690"/>
              <a:ext cx="35939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+</a:t>
              </a:r>
              <a:endParaRPr lang="ar-DZ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75CCB4-D770-CFAA-549B-44E75B1A037E}"/>
                </a:ext>
              </a:extLst>
            </p:cNvPr>
            <p:cNvSpPr txBox="1"/>
            <p:nvPr/>
          </p:nvSpPr>
          <p:spPr>
            <a:xfrm>
              <a:off x="6587496" y="3823134"/>
              <a:ext cx="399468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0" i="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  <a:cs typeface="IRANYekanXFaNum" pitchFamily="2" charset="-78"/>
                </a:rPr>
                <a:t>=</a:t>
              </a:r>
              <a:endParaRPr lang="ar-DZ" sz="32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701EE9-3FC1-747F-D8DB-602DA4F427E0}"/>
                </a:ext>
              </a:extLst>
            </p:cNvPr>
            <p:cNvSpPr txBox="1"/>
            <p:nvPr/>
          </p:nvSpPr>
          <p:spPr>
            <a:xfrm>
              <a:off x="6939420" y="3801754"/>
              <a:ext cx="61908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24</a:t>
              </a:r>
              <a:endParaRPr lang="ar-DZ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834911C-E6A7-F10F-5411-15CEA08D7F6B}"/>
              </a:ext>
            </a:extLst>
          </p:cNvPr>
          <p:cNvSpPr txBox="1"/>
          <p:nvPr/>
        </p:nvSpPr>
        <p:spPr>
          <a:xfrm>
            <a:off x="4279559" y="4360988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B249E1-DEF7-46CF-179F-08DA0DB8CC1F}"/>
              </a:ext>
            </a:extLst>
          </p:cNvPr>
          <p:cNvSpPr txBox="1"/>
          <p:nvPr/>
        </p:nvSpPr>
        <p:spPr>
          <a:xfrm>
            <a:off x="5175842" y="4360988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95B840-DDE2-DAA4-51F4-F5FB2E0A54A2}"/>
              </a:ext>
            </a:extLst>
          </p:cNvPr>
          <p:cNvSpPr txBox="1"/>
          <p:nvPr/>
        </p:nvSpPr>
        <p:spPr>
          <a:xfrm>
            <a:off x="6072125" y="4360988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F1C72C4-9099-3DE7-77F6-1B7CA7054865}"/>
              </a:ext>
            </a:extLst>
          </p:cNvPr>
          <p:cNvSpPr/>
          <p:nvPr/>
        </p:nvSpPr>
        <p:spPr>
          <a:xfrm>
            <a:off x="3570465" y="3335758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34A8F15-65B9-FE9F-B8AE-5B2476C7E9AB}"/>
              </a:ext>
            </a:extLst>
          </p:cNvPr>
          <p:cNvSpPr/>
          <p:nvPr/>
        </p:nvSpPr>
        <p:spPr>
          <a:xfrm>
            <a:off x="4730703" y="3335758"/>
            <a:ext cx="542796" cy="524175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B9C482-3155-6998-0029-F10A2DB1E56D}"/>
              </a:ext>
            </a:extLst>
          </p:cNvPr>
          <p:cNvSpPr txBox="1"/>
          <p:nvPr/>
        </p:nvSpPr>
        <p:spPr>
          <a:xfrm>
            <a:off x="5273499" y="3373162"/>
            <a:ext cx="514885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+1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07CE2B-7D04-5AB0-C704-9FDE8029C2AD}"/>
              </a:ext>
            </a:extLst>
          </p:cNvPr>
          <p:cNvSpPr txBox="1"/>
          <p:nvPr/>
        </p:nvSpPr>
        <p:spPr>
          <a:xfrm>
            <a:off x="4249352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E87A41-0C25-30C4-43D8-830B2C158929}"/>
              </a:ext>
            </a:extLst>
          </p:cNvPr>
          <p:cNvSpPr txBox="1"/>
          <p:nvPr/>
        </p:nvSpPr>
        <p:spPr>
          <a:xfrm>
            <a:off x="5858610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5DC58A-C749-F508-7ABE-28013C91133F}"/>
              </a:ext>
            </a:extLst>
          </p:cNvPr>
          <p:cNvSpPr/>
          <p:nvPr/>
        </p:nvSpPr>
        <p:spPr>
          <a:xfrm>
            <a:off x="6269736" y="3331721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D8B6E9-4DA3-DB2C-E148-8E857A2BED50}"/>
              </a:ext>
            </a:extLst>
          </p:cNvPr>
          <p:cNvSpPr txBox="1"/>
          <p:nvPr/>
        </p:nvSpPr>
        <p:spPr>
          <a:xfrm>
            <a:off x="6784621" y="3349981"/>
            <a:ext cx="60946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+2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A63D6F-DF45-093A-F1D9-48C8A7B1DAD4}"/>
              </a:ext>
            </a:extLst>
          </p:cNvPr>
          <p:cNvSpPr txBox="1"/>
          <p:nvPr/>
        </p:nvSpPr>
        <p:spPr>
          <a:xfrm>
            <a:off x="7327417" y="3382282"/>
            <a:ext cx="889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5096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97340-CEC5-CC95-5CCF-928D66FE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B3A26DD1-6681-8F8D-E1DE-4AC6ABAD5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980A68-5DB8-FC87-5E2E-E60804D231A6}"/>
              </a:ext>
            </a:extLst>
          </p:cNvPr>
          <p:cNvSpPr/>
          <p:nvPr/>
        </p:nvSpPr>
        <p:spPr>
          <a:xfrm>
            <a:off x="215642" y="873744"/>
            <a:ext cx="8632177" cy="779903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4CF5DC-88EE-BD45-C695-8939CBF1A801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3" name="Arc 111">
              <a:extLst>
                <a:ext uri="{FF2B5EF4-FFF2-40B4-BE49-F238E27FC236}">
                  <a16:creationId xmlns:a16="http://schemas.microsoft.com/office/drawing/2014/main" id="{8D943FBE-2526-9C57-D06C-00040739B767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443501A-CAC0-C45E-2E62-E4594E2B3F5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E606AD8-E19D-9511-5CC7-77C8F8159FA9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C6E188F-8E84-F789-79CD-67F13397113A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7040C0C-543E-B020-21E0-96E2289DDD0A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E197F6F-8A8B-2029-2429-520E3149D462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2B81427-D6CF-3C0D-7FB1-226CABA76A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30" name="Target">
              <a:extLst>
                <a:ext uri="{FF2B5EF4-FFF2-40B4-BE49-F238E27FC236}">
                  <a16:creationId xmlns:a16="http://schemas.microsoft.com/office/drawing/2014/main" id="{C342FC92-71C7-6F79-8852-A3789B7F7DE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99D46BF5-DF59-6AAA-EDDC-C9CCD9D8F6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9B6808E1-1B4C-A466-1533-0DB048B764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E58904A-50A8-03DE-876D-909CDE38F3C9}"/>
              </a:ext>
            </a:extLst>
          </p:cNvPr>
          <p:cNvSpPr/>
          <p:nvPr/>
        </p:nvSpPr>
        <p:spPr>
          <a:xfrm>
            <a:off x="127604" y="848615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جمع 3 عدد متوالی 27 است، آن 3عدد را بیابید.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D76989-7725-9CD3-5657-B577E8FD7B00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68F0F2F-5F4E-CE89-7FDE-07C3B6203711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7" name="Circle B">
                <a:extLst>
                  <a:ext uri="{FF2B5EF4-FFF2-40B4-BE49-F238E27FC236}">
                    <a16:creationId xmlns:a16="http://schemas.microsoft.com/office/drawing/2014/main" id="{913F92DE-6901-29F7-6D54-93FD80C7C232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9" name="Oval 73">
                  <a:extLst>
                    <a:ext uri="{FF2B5EF4-FFF2-40B4-BE49-F238E27FC236}">
                      <a16:creationId xmlns:a16="http://schemas.microsoft.com/office/drawing/2014/main" id="{7D8DDF83-B52F-8949-08B1-EB8DED8B17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1" name="Texture">
                  <a:extLst>
                    <a:ext uri="{FF2B5EF4-FFF2-40B4-BE49-F238E27FC236}">
                      <a16:creationId xmlns:a16="http://schemas.microsoft.com/office/drawing/2014/main" id="{34BB1BD4-C836-510E-0994-0D2766E541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8" name="B">
                <a:extLst>
                  <a:ext uri="{FF2B5EF4-FFF2-40B4-BE49-F238E27FC236}">
                    <a16:creationId xmlns:a16="http://schemas.microsoft.com/office/drawing/2014/main" id="{7BFEDD3E-3FAE-9BE4-CE1C-C78C607E60FF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6" name="A">
              <a:extLst>
                <a:ext uri="{FF2B5EF4-FFF2-40B4-BE49-F238E27FC236}">
                  <a16:creationId xmlns:a16="http://schemas.microsoft.com/office/drawing/2014/main" id="{139E2B3E-7D5F-9D9D-1092-EBA3C102E102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A69B018-58F5-8DE2-BA3C-E6EC6D0CB22B}"/>
              </a:ext>
            </a:extLst>
          </p:cNvPr>
          <p:cNvSpPr txBox="1"/>
          <p:nvPr/>
        </p:nvSpPr>
        <p:spPr>
          <a:xfrm>
            <a:off x="2899967" y="2494859"/>
            <a:ext cx="528381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 عدد بزگتر + عدد بعدی + عدد کوچک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502398-8E5A-1189-9BBA-5F33770474FC}"/>
              </a:ext>
            </a:extLst>
          </p:cNvPr>
          <p:cNvSpPr txBox="1"/>
          <p:nvPr/>
        </p:nvSpPr>
        <p:spPr>
          <a:xfrm>
            <a:off x="3609340" y="3331721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FED68C-B160-C822-F151-FB5AAE10436E}"/>
              </a:ext>
            </a:extLst>
          </p:cNvPr>
          <p:cNvSpPr txBox="1"/>
          <p:nvPr/>
        </p:nvSpPr>
        <p:spPr>
          <a:xfrm>
            <a:off x="4792349" y="3344921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08D540-F0A2-26AB-132A-C12918D15165}"/>
              </a:ext>
            </a:extLst>
          </p:cNvPr>
          <p:cNvSpPr txBox="1"/>
          <p:nvPr/>
        </p:nvSpPr>
        <p:spPr>
          <a:xfrm>
            <a:off x="6320251" y="3360534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893A037-CE0E-2C81-134F-32AED053A889}"/>
              </a:ext>
            </a:extLst>
          </p:cNvPr>
          <p:cNvSpPr/>
          <p:nvPr/>
        </p:nvSpPr>
        <p:spPr>
          <a:xfrm>
            <a:off x="3570465" y="3335758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B6BB57F-3FF7-3F64-D35A-DD9A170A03F4}"/>
              </a:ext>
            </a:extLst>
          </p:cNvPr>
          <p:cNvSpPr/>
          <p:nvPr/>
        </p:nvSpPr>
        <p:spPr>
          <a:xfrm>
            <a:off x="4730703" y="3335758"/>
            <a:ext cx="542796" cy="524175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ED749B-8F36-BF44-51B1-CD78825756D8}"/>
              </a:ext>
            </a:extLst>
          </p:cNvPr>
          <p:cNvSpPr txBox="1"/>
          <p:nvPr/>
        </p:nvSpPr>
        <p:spPr>
          <a:xfrm>
            <a:off x="5273499" y="3373162"/>
            <a:ext cx="514885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+1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C94B05-2BCE-69C4-AE48-20EB5B9242D8}"/>
              </a:ext>
            </a:extLst>
          </p:cNvPr>
          <p:cNvSpPr txBox="1"/>
          <p:nvPr/>
        </p:nvSpPr>
        <p:spPr>
          <a:xfrm>
            <a:off x="4249352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0D974F-2656-AE65-D04E-827A4A68BDD3}"/>
              </a:ext>
            </a:extLst>
          </p:cNvPr>
          <p:cNvSpPr txBox="1"/>
          <p:nvPr/>
        </p:nvSpPr>
        <p:spPr>
          <a:xfrm>
            <a:off x="5858610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69E2E79-1BA7-F4B3-4C85-6B46CEEC702E}"/>
              </a:ext>
            </a:extLst>
          </p:cNvPr>
          <p:cNvSpPr/>
          <p:nvPr/>
        </p:nvSpPr>
        <p:spPr>
          <a:xfrm>
            <a:off x="6269736" y="3331721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B18514-D6DC-C385-ED89-EDE0E9260043}"/>
              </a:ext>
            </a:extLst>
          </p:cNvPr>
          <p:cNvSpPr txBox="1"/>
          <p:nvPr/>
        </p:nvSpPr>
        <p:spPr>
          <a:xfrm>
            <a:off x="6784621" y="3349981"/>
            <a:ext cx="60946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+2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00C3FA-58FD-46D8-A98A-202891E95702}"/>
              </a:ext>
            </a:extLst>
          </p:cNvPr>
          <p:cNvSpPr txBox="1"/>
          <p:nvPr/>
        </p:nvSpPr>
        <p:spPr>
          <a:xfrm>
            <a:off x="7327417" y="3382282"/>
            <a:ext cx="889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85803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2E6F-8E57-B479-214C-35380F20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1A63813B-BCDF-A656-0D42-E65DEF632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6B5EAA-464A-463B-784A-5A60EF9B4E01}"/>
              </a:ext>
            </a:extLst>
          </p:cNvPr>
          <p:cNvSpPr/>
          <p:nvPr/>
        </p:nvSpPr>
        <p:spPr>
          <a:xfrm>
            <a:off x="215642" y="873744"/>
            <a:ext cx="8632177" cy="779903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A8E81B-A8CE-B7F1-9F31-9465D5F803E9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3" name="Arc 111">
              <a:extLst>
                <a:ext uri="{FF2B5EF4-FFF2-40B4-BE49-F238E27FC236}">
                  <a16:creationId xmlns:a16="http://schemas.microsoft.com/office/drawing/2014/main" id="{645A2BF1-343B-992C-A663-965B986F428F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47D29A-43AC-B7E2-40DB-691F9B75660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E65CEAE-A9B3-290D-FBBD-312CB6915910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C56AACB-AAE8-6801-4CA7-7455CD68E4A2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C28345-DBE7-9ECA-8A73-427DB9679082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FBE87D-EA27-803F-98A3-2B7A8F8E5FD6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87B957D-C43D-F515-3829-97B52D0E9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30" name="Target">
              <a:extLst>
                <a:ext uri="{FF2B5EF4-FFF2-40B4-BE49-F238E27FC236}">
                  <a16:creationId xmlns:a16="http://schemas.microsoft.com/office/drawing/2014/main" id="{9F9A8E8B-0A0E-1A54-12B7-A67445E6881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B901CCD5-CA10-0387-468E-6C74180533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B859B299-490E-27C1-7081-75E3B43BD7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DE2AA6A-9C30-660D-76C6-4AD23C1FECF1}"/>
              </a:ext>
            </a:extLst>
          </p:cNvPr>
          <p:cNvSpPr/>
          <p:nvPr/>
        </p:nvSpPr>
        <p:spPr>
          <a:xfrm>
            <a:off x="127604" y="848615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جمع 3 عدد متوالی 27 است، آن 3عدد را بیابید.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EEDF46E-BB00-6AF5-48F2-7B71C523E8A9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BB24B4-13F5-B741-3B6B-1DCD9CAF7154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7" name="Circle B">
                <a:extLst>
                  <a:ext uri="{FF2B5EF4-FFF2-40B4-BE49-F238E27FC236}">
                    <a16:creationId xmlns:a16="http://schemas.microsoft.com/office/drawing/2014/main" id="{F68CB923-E442-CEEE-2ECF-2C9094933ED5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9" name="Oval 73">
                  <a:extLst>
                    <a:ext uri="{FF2B5EF4-FFF2-40B4-BE49-F238E27FC236}">
                      <a16:creationId xmlns:a16="http://schemas.microsoft.com/office/drawing/2014/main" id="{F0035825-0561-AE9D-E54C-29B8FE0A2E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1" name="Texture">
                  <a:extLst>
                    <a:ext uri="{FF2B5EF4-FFF2-40B4-BE49-F238E27FC236}">
                      <a16:creationId xmlns:a16="http://schemas.microsoft.com/office/drawing/2014/main" id="{17710FA7-FA3B-4A48-3BC8-B5563F9FA8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8" name="B">
                <a:extLst>
                  <a:ext uri="{FF2B5EF4-FFF2-40B4-BE49-F238E27FC236}">
                    <a16:creationId xmlns:a16="http://schemas.microsoft.com/office/drawing/2014/main" id="{1520E0D3-FECF-0407-B101-7A738631ED57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6" name="A">
              <a:extLst>
                <a:ext uri="{FF2B5EF4-FFF2-40B4-BE49-F238E27FC236}">
                  <a16:creationId xmlns:a16="http://schemas.microsoft.com/office/drawing/2014/main" id="{B8D921A1-B00F-DDE3-497D-B1A9DE7AA844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FF25672-5AC3-3EF4-6359-BB8C15507631}"/>
              </a:ext>
            </a:extLst>
          </p:cNvPr>
          <p:cNvSpPr txBox="1"/>
          <p:nvPr/>
        </p:nvSpPr>
        <p:spPr>
          <a:xfrm>
            <a:off x="2899967" y="2494859"/>
            <a:ext cx="528381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 عدد بزگتر + عدد بعدی + عدد کوچک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B3060E-C82D-DFA8-9F3A-9BE5B4AC4401}"/>
              </a:ext>
            </a:extLst>
          </p:cNvPr>
          <p:cNvSpPr txBox="1"/>
          <p:nvPr/>
        </p:nvSpPr>
        <p:spPr>
          <a:xfrm>
            <a:off x="3609340" y="3382282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A29633-BD80-0681-F1A1-3850E962B248}"/>
              </a:ext>
            </a:extLst>
          </p:cNvPr>
          <p:cNvSpPr txBox="1"/>
          <p:nvPr/>
        </p:nvSpPr>
        <p:spPr>
          <a:xfrm>
            <a:off x="5087671" y="3360535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9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E4F355-F2D3-B460-98BE-77FF0E34D21F}"/>
              </a:ext>
            </a:extLst>
          </p:cNvPr>
          <p:cNvSpPr txBox="1"/>
          <p:nvPr/>
        </p:nvSpPr>
        <p:spPr>
          <a:xfrm>
            <a:off x="6323956" y="3349980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4F22688-E47D-FF9C-ECAB-16BF0AA62667}"/>
              </a:ext>
            </a:extLst>
          </p:cNvPr>
          <p:cNvSpPr/>
          <p:nvPr/>
        </p:nvSpPr>
        <p:spPr>
          <a:xfrm>
            <a:off x="3570465" y="3335758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41017F8-E755-27E3-E43D-CC24EFDF960B}"/>
              </a:ext>
            </a:extLst>
          </p:cNvPr>
          <p:cNvSpPr/>
          <p:nvPr/>
        </p:nvSpPr>
        <p:spPr>
          <a:xfrm>
            <a:off x="5017306" y="3335758"/>
            <a:ext cx="542796" cy="524175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4814C8-F283-4ABD-513C-D0576986AFCD}"/>
              </a:ext>
            </a:extLst>
          </p:cNvPr>
          <p:cNvSpPr txBox="1"/>
          <p:nvPr/>
        </p:nvSpPr>
        <p:spPr>
          <a:xfrm>
            <a:off x="4249352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6F50AE-9AE0-A4FB-3B2F-0139057D23BD}"/>
              </a:ext>
            </a:extLst>
          </p:cNvPr>
          <p:cNvSpPr txBox="1"/>
          <p:nvPr/>
        </p:nvSpPr>
        <p:spPr>
          <a:xfrm>
            <a:off x="5858610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ACAD4FA-703E-FB77-B484-1B0EFF7ADEA7}"/>
              </a:ext>
            </a:extLst>
          </p:cNvPr>
          <p:cNvSpPr/>
          <p:nvPr/>
        </p:nvSpPr>
        <p:spPr>
          <a:xfrm>
            <a:off x="6269736" y="3331721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43BCA4-DDB6-8BFF-B645-479E782A2F60}"/>
              </a:ext>
            </a:extLst>
          </p:cNvPr>
          <p:cNvSpPr txBox="1"/>
          <p:nvPr/>
        </p:nvSpPr>
        <p:spPr>
          <a:xfrm>
            <a:off x="6784621" y="3349981"/>
            <a:ext cx="60946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+2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452A56-B06C-7F9F-0A3D-0E01C2F092A2}"/>
              </a:ext>
            </a:extLst>
          </p:cNvPr>
          <p:cNvSpPr txBox="1"/>
          <p:nvPr/>
        </p:nvSpPr>
        <p:spPr>
          <a:xfrm>
            <a:off x="7327417" y="3382282"/>
            <a:ext cx="889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20402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A293-6FF5-E505-5291-D7792B26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7445C19D-190E-E645-A56F-62F23B229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C4A8F87-6D36-496A-5BBE-A11A95913B3B}"/>
              </a:ext>
            </a:extLst>
          </p:cNvPr>
          <p:cNvSpPr/>
          <p:nvPr/>
        </p:nvSpPr>
        <p:spPr>
          <a:xfrm>
            <a:off x="215642" y="873744"/>
            <a:ext cx="8632177" cy="779903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898A80D-40CB-1F3F-56F2-5B74D9ACD67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3" name="Arc 111">
              <a:extLst>
                <a:ext uri="{FF2B5EF4-FFF2-40B4-BE49-F238E27FC236}">
                  <a16:creationId xmlns:a16="http://schemas.microsoft.com/office/drawing/2014/main" id="{AEBFF44A-B797-9CA0-CA98-F934E32477CC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26B990-5CED-C84D-FC37-27ABB2B28811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D531E70-81A5-0028-A8D6-0C1E26E38C1A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6A29E3-A277-8BAE-8FBF-5549EB744F81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E435F6F-050B-EA32-B06C-FA53997D60C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945E45-574B-7D39-3979-7A26CE9BD0E1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20A2A73-2C9F-6914-46CB-B556C7B86F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30" name="Target">
              <a:extLst>
                <a:ext uri="{FF2B5EF4-FFF2-40B4-BE49-F238E27FC236}">
                  <a16:creationId xmlns:a16="http://schemas.microsoft.com/office/drawing/2014/main" id="{2228D3A5-DFA3-B625-24E1-8504CD4BAB4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BFFA5ACD-BBD8-658C-224A-0E7A332668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F5513520-4E5E-DD0E-93CC-DD2B458E2D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F6CB5CD-3C0C-4259-0F41-A5F0F13B787C}"/>
              </a:ext>
            </a:extLst>
          </p:cNvPr>
          <p:cNvSpPr/>
          <p:nvPr/>
        </p:nvSpPr>
        <p:spPr>
          <a:xfrm>
            <a:off x="127604" y="848615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جمع 3 عدد متوالی 27 است، آن 3عدد را بیابید.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909DC96-DED2-1894-7193-A29717D72FC5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8F59342-DE69-2C31-C04B-5D5348D121E4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7" name="Circle B">
                <a:extLst>
                  <a:ext uri="{FF2B5EF4-FFF2-40B4-BE49-F238E27FC236}">
                    <a16:creationId xmlns:a16="http://schemas.microsoft.com/office/drawing/2014/main" id="{A5FDB16E-B2B9-CED7-0BB1-64E3AFDAC43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9" name="Oval 73">
                  <a:extLst>
                    <a:ext uri="{FF2B5EF4-FFF2-40B4-BE49-F238E27FC236}">
                      <a16:creationId xmlns:a16="http://schemas.microsoft.com/office/drawing/2014/main" id="{2F89403A-9008-41B7-D694-036BB9C579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1" name="Texture">
                  <a:extLst>
                    <a:ext uri="{FF2B5EF4-FFF2-40B4-BE49-F238E27FC236}">
                      <a16:creationId xmlns:a16="http://schemas.microsoft.com/office/drawing/2014/main" id="{034D5D81-7D88-594C-9537-079BA827A8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8" name="B">
                <a:extLst>
                  <a:ext uri="{FF2B5EF4-FFF2-40B4-BE49-F238E27FC236}">
                    <a16:creationId xmlns:a16="http://schemas.microsoft.com/office/drawing/2014/main" id="{CFCF3029-37A3-6BFD-2247-410CF258A9C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6" name="A">
              <a:extLst>
                <a:ext uri="{FF2B5EF4-FFF2-40B4-BE49-F238E27FC236}">
                  <a16:creationId xmlns:a16="http://schemas.microsoft.com/office/drawing/2014/main" id="{B24E1E85-F7A8-27E2-0CB0-34F3A2265B30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121D7D-35E8-72AE-54AE-096D207C7F8E}"/>
              </a:ext>
            </a:extLst>
          </p:cNvPr>
          <p:cNvSpPr txBox="1"/>
          <p:nvPr/>
        </p:nvSpPr>
        <p:spPr>
          <a:xfrm>
            <a:off x="2899967" y="2494859"/>
            <a:ext cx="528381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 عدد بزگتر + عدد بعدی + عدد کوچک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D5DFB6-B7E4-1620-2BB4-E131CB43421A}"/>
              </a:ext>
            </a:extLst>
          </p:cNvPr>
          <p:cNvSpPr txBox="1"/>
          <p:nvPr/>
        </p:nvSpPr>
        <p:spPr>
          <a:xfrm>
            <a:off x="3609340" y="3382282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600E45-E88E-1140-906C-13E2DF17CDAE}"/>
              </a:ext>
            </a:extLst>
          </p:cNvPr>
          <p:cNvSpPr txBox="1"/>
          <p:nvPr/>
        </p:nvSpPr>
        <p:spPr>
          <a:xfrm>
            <a:off x="5087671" y="3360535"/>
            <a:ext cx="465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9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AAAEEF-5AF1-A7F8-D81B-EE595814A265}"/>
              </a:ext>
            </a:extLst>
          </p:cNvPr>
          <p:cNvSpPr txBox="1"/>
          <p:nvPr/>
        </p:nvSpPr>
        <p:spPr>
          <a:xfrm>
            <a:off x="6622464" y="3349980"/>
            <a:ext cx="4885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31E6A05-2ACB-53F8-7537-0389B4F4641D}"/>
              </a:ext>
            </a:extLst>
          </p:cNvPr>
          <p:cNvSpPr/>
          <p:nvPr/>
        </p:nvSpPr>
        <p:spPr>
          <a:xfrm>
            <a:off x="3570465" y="3335758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B1F582B-06EB-184D-8A4E-8DD541DCDF3B}"/>
              </a:ext>
            </a:extLst>
          </p:cNvPr>
          <p:cNvSpPr/>
          <p:nvPr/>
        </p:nvSpPr>
        <p:spPr>
          <a:xfrm>
            <a:off x="5017306" y="3335758"/>
            <a:ext cx="542796" cy="524175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0E44A5-009A-87C7-44FF-6C5AE1FD066B}"/>
              </a:ext>
            </a:extLst>
          </p:cNvPr>
          <p:cNvSpPr txBox="1"/>
          <p:nvPr/>
        </p:nvSpPr>
        <p:spPr>
          <a:xfrm>
            <a:off x="4249352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F962CE-3256-992C-4FD7-A4A2FF47EF43}"/>
              </a:ext>
            </a:extLst>
          </p:cNvPr>
          <p:cNvSpPr txBox="1"/>
          <p:nvPr/>
        </p:nvSpPr>
        <p:spPr>
          <a:xfrm>
            <a:off x="5858610" y="3360535"/>
            <a:ext cx="411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DA69C45-E1CF-09B7-0C25-292E2C4D97F7}"/>
              </a:ext>
            </a:extLst>
          </p:cNvPr>
          <p:cNvSpPr/>
          <p:nvPr/>
        </p:nvSpPr>
        <p:spPr>
          <a:xfrm>
            <a:off x="6568244" y="3331721"/>
            <a:ext cx="542796" cy="542796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B897EB-14A1-0FA2-6D8C-2D4FC12E9D0A}"/>
              </a:ext>
            </a:extLst>
          </p:cNvPr>
          <p:cNvSpPr txBox="1"/>
          <p:nvPr/>
        </p:nvSpPr>
        <p:spPr>
          <a:xfrm>
            <a:off x="7327417" y="3382282"/>
            <a:ext cx="889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27=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24145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1C41F-C03E-D8C9-1FA5-6A72306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118908B1-4440-5F1B-79A9-C66F2B44B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8A435E-05DF-A1B5-7482-7E17D05572C5}"/>
              </a:ext>
            </a:extLst>
          </p:cNvPr>
          <p:cNvSpPr/>
          <p:nvPr/>
        </p:nvSpPr>
        <p:spPr>
          <a:xfrm>
            <a:off x="186813" y="719285"/>
            <a:ext cx="8624875" cy="1417877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2800DF-04D6-4F3F-C8D7-2838DC3C448E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31340529-382B-F952-2F18-6C86406BF7E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4F8AD1E-7225-B8E2-B5B1-EB4D0F4C1EA3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A48BDE1-3887-2048-D0CD-4E65B6E21E6F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ED73DAC-6E31-0F66-E939-F83444824F73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BB26FD8-7CF9-9BE0-903D-6D297C7242E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037B4E-7A3C-BEB2-3EBF-CEB9D62AAEC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762C87-50A1-54A1-016F-525233CCB9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5EA0F491-13B3-02DF-A797-8F21F770F114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0A97AC9-1DEB-F2E4-A4F1-BFBF3D150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283AFBA8-9456-98D3-77E0-29F6B41E51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0C0AAEC-EA2E-808A-0F5C-1650FA2A28AC}"/>
              </a:ext>
            </a:extLst>
          </p:cNvPr>
          <p:cNvSpPr/>
          <p:nvPr/>
        </p:nvSpPr>
        <p:spPr>
          <a:xfrm>
            <a:off x="281889" y="739808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اگر به 3 برابر عددی 600 واحد اضافه کنیم، حاصل برابر 4200 میشود. این عدد را پیدا کنید.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872165-EB43-D9C6-7F8B-3C9099813596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45FFD15-6A96-E8C6-519C-567C295A4B1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DE87E991-5C12-C377-04FA-DCFC77D37423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B8D93B08-D0C9-E88E-2594-03535F1A1E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6D478AEF-523B-9905-D045-881423C5B3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5563724F-87B9-2A95-50E6-46FE9A92CB36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4009A5C7-AF28-2251-AB23-0F21F9918EA6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2F8C9B7-174D-BE4C-2E24-499AA6B80F27}"/>
              </a:ext>
            </a:extLst>
          </p:cNvPr>
          <p:cNvSpPr txBox="1"/>
          <p:nvPr/>
        </p:nvSpPr>
        <p:spPr>
          <a:xfrm>
            <a:off x="7039593" y="3615849"/>
            <a:ext cx="98420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3600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6F088B-C225-99D6-C683-64796C1A60DA}"/>
              </a:ext>
            </a:extLst>
          </p:cNvPr>
          <p:cNvSpPr txBox="1"/>
          <p:nvPr/>
        </p:nvSpPr>
        <p:spPr>
          <a:xfrm>
            <a:off x="8023799" y="3488080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BDBFFA-7003-82BB-A1B8-880C4EE178D3}"/>
              </a:ext>
            </a:extLst>
          </p:cNvPr>
          <p:cNvCxnSpPr>
            <a:cxnSpLocks/>
          </p:cNvCxnSpPr>
          <p:nvPr/>
        </p:nvCxnSpPr>
        <p:spPr>
          <a:xfrm>
            <a:off x="7999575" y="3589305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97A41D-9B35-C765-D113-D45EDF5B74DF}"/>
              </a:ext>
            </a:extLst>
          </p:cNvPr>
          <p:cNvCxnSpPr>
            <a:cxnSpLocks/>
          </p:cNvCxnSpPr>
          <p:nvPr/>
        </p:nvCxnSpPr>
        <p:spPr>
          <a:xfrm flipH="1">
            <a:off x="8012701" y="3932016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95E5A3E-4650-8893-5520-EFED08ED43E7}"/>
              </a:ext>
            </a:extLst>
          </p:cNvPr>
          <p:cNvSpPr txBox="1"/>
          <p:nvPr/>
        </p:nvSpPr>
        <p:spPr>
          <a:xfrm>
            <a:off x="8023799" y="3991185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88B4C9-6F64-2B15-E7D2-BE2DF05B992C}"/>
              </a:ext>
            </a:extLst>
          </p:cNvPr>
          <p:cNvSpPr txBox="1"/>
          <p:nvPr/>
        </p:nvSpPr>
        <p:spPr>
          <a:xfrm>
            <a:off x="6929503" y="3968572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85B5FC4-AAF5-FEFC-CD1D-802796B49510}"/>
              </a:ext>
            </a:extLst>
          </p:cNvPr>
          <p:cNvCxnSpPr>
            <a:cxnSpLocks/>
          </p:cNvCxnSpPr>
          <p:nvPr/>
        </p:nvCxnSpPr>
        <p:spPr>
          <a:xfrm flipH="1">
            <a:off x="7182972" y="4384472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FE4F1A-1C05-DDBF-445B-4F490FE1E92B}"/>
                  </a:ext>
                </a:extLst>
              </p:cNvPr>
              <p:cNvSpPr txBox="1"/>
              <p:nvPr/>
            </p:nvSpPr>
            <p:spPr>
              <a:xfrm>
                <a:off x="6707734" y="4005063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FE4F1A-1C05-DDBF-445B-4F490FE1E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34" y="4005063"/>
                <a:ext cx="681167" cy="461665"/>
              </a:xfrm>
              <a:prstGeom prst="rect">
                <a:avLst/>
              </a:prstGeom>
              <a:blipFill>
                <a:blip r:embed="rId4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631D8E4-E268-F1C4-FAAD-5D6E1786F01C}"/>
              </a:ext>
            </a:extLst>
          </p:cNvPr>
          <p:cNvSpPr txBox="1"/>
          <p:nvPr/>
        </p:nvSpPr>
        <p:spPr>
          <a:xfrm>
            <a:off x="7081548" y="4384472"/>
            <a:ext cx="29226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A41941-8307-B4D2-7516-FFF6C3230EFD}"/>
              </a:ext>
            </a:extLst>
          </p:cNvPr>
          <p:cNvSpPr txBox="1"/>
          <p:nvPr/>
        </p:nvSpPr>
        <p:spPr>
          <a:xfrm>
            <a:off x="7318408" y="4384471"/>
            <a:ext cx="29226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5E14D9-7EB9-5069-DE27-DE1169EE0414}"/>
              </a:ext>
            </a:extLst>
          </p:cNvPr>
          <p:cNvSpPr txBox="1"/>
          <p:nvPr/>
        </p:nvSpPr>
        <p:spPr>
          <a:xfrm>
            <a:off x="8186453" y="4002526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6CE571-DA37-2442-1468-9DD28F0EFFC3}"/>
              </a:ext>
            </a:extLst>
          </p:cNvPr>
          <p:cNvSpPr txBox="1"/>
          <p:nvPr/>
        </p:nvSpPr>
        <p:spPr>
          <a:xfrm>
            <a:off x="7119598" y="4718480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B0CF2A-E9DB-9D6D-D05C-764A0B57FB09}"/>
              </a:ext>
            </a:extLst>
          </p:cNvPr>
          <p:cNvCxnSpPr>
            <a:cxnSpLocks/>
          </p:cNvCxnSpPr>
          <p:nvPr/>
        </p:nvCxnSpPr>
        <p:spPr>
          <a:xfrm flipH="1">
            <a:off x="7182972" y="5165455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DCB76F0-1317-DC57-6D86-99E567736F80}"/>
                  </a:ext>
                </a:extLst>
              </p:cNvPr>
              <p:cNvSpPr txBox="1"/>
              <p:nvPr/>
            </p:nvSpPr>
            <p:spPr>
              <a:xfrm>
                <a:off x="6891457" y="4724353"/>
                <a:ext cx="681167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DCB76F0-1317-DC57-6D86-99E567736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457" y="4724353"/>
                <a:ext cx="681167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A9A3967F-A7DD-BBC7-4B22-F69F67CE344A}"/>
              </a:ext>
            </a:extLst>
          </p:cNvPr>
          <p:cNvSpPr txBox="1"/>
          <p:nvPr/>
        </p:nvSpPr>
        <p:spPr>
          <a:xfrm>
            <a:off x="7086513" y="5052487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513D97-7E2B-1BA8-D94A-1E103615EDBC}"/>
              </a:ext>
            </a:extLst>
          </p:cNvPr>
          <p:cNvSpPr txBox="1"/>
          <p:nvPr/>
        </p:nvSpPr>
        <p:spPr>
          <a:xfrm>
            <a:off x="8412703" y="4013867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C717E7-537D-088F-7B7D-18549D30ED27}"/>
              </a:ext>
            </a:extLst>
          </p:cNvPr>
          <p:cNvSpPr txBox="1"/>
          <p:nvPr/>
        </p:nvSpPr>
        <p:spPr>
          <a:xfrm>
            <a:off x="3742581" y="4681775"/>
            <a:ext cx="872355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1200</a:t>
            </a:r>
            <a:endParaRPr lang="ar-DZ" sz="32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A9940E-CCE3-77C6-B275-E6226EA49915}"/>
              </a:ext>
            </a:extLst>
          </p:cNvPr>
          <p:cNvSpPr txBox="1"/>
          <p:nvPr/>
        </p:nvSpPr>
        <p:spPr>
          <a:xfrm>
            <a:off x="4943118" y="3646322"/>
            <a:ext cx="1117614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4200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5BA4C54-8ED7-9344-71EC-ACD88BEE8B75}"/>
              </a:ext>
            </a:extLst>
          </p:cNvPr>
          <p:cNvGrpSpPr/>
          <p:nvPr/>
        </p:nvGrpSpPr>
        <p:grpSpPr>
          <a:xfrm>
            <a:off x="2058920" y="3596597"/>
            <a:ext cx="2600392" cy="646331"/>
            <a:chOff x="2483791" y="3779462"/>
            <a:chExt cx="2600392" cy="646331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37BD179-9E45-13B4-759E-DADFA2F91F59}"/>
                </a:ext>
              </a:extLst>
            </p:cNvPr>
            <p:cNvSpPr/>
            <p:nvPr/>
          </p:nvSpPr>
          <p:spPr>
            <a:xfrm>
              <a:off x="3178033" y="3798714"/>
              <a:ext cx="832159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0EC4FBB-EDFA-8ADD-E10D-32A8F54097BF}"/>
                </a:ext>
              </a:extLst>
            </p:cNvPr>
            <p:cNvSpPr txBox="1"/>
            <p:nvPr/>
          </p:nvSpPr>
          <p:spPr>
            <a:xfrm>
              <a:off x="2483791" y="3779462"/>
              <a:ext cx="2600392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600+        ×3</a:t>
              </a:r>
              <a:endParaRPr lang="ar-DZ" sz="3600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EA25636-C65F-CD29-7D67-16186E6BF954}"/>
              </a:ext>
            </a:extLst>
          </p:cNvPr>
          <p:cNvSpPr txBox="1"/>
          <p:nvPr/>
        </p:nvSpPr>
        <p:spPr>
          <a:xfrm>
            <a:off x="4531304" y="3646322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BB69D59-C76E-B58B-59D9-09AB9D12AEFD}"/>
              </a:ext>
            </a:extLst>
          </p:cNvPr>
          <p:cNvGrpSpPr/>
          <p:nvPr/>
        </p:nvGrpSpPr>
        <p:grpSpPr>
          <a:xfrm>
            <a:off x="3052378" y="4632050"/>
            <a:ext cx="1536780" cy="646331"/>
            <a:chOff x="1135852" y="3590584"/>
            <a:chExt cx="1536780" cy="646331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F861DE07-AC34-11FA-D148-44B4AD85AE57}"/>
                </a:ext>
              </a:extLst>
            </p:cNvPr>
            <p:cNvSpPr/>
            <p:nvPr/>
          </p:nvSpPr>
          <p:spPr>
            <a:xfrm>
              <a:off x="1841032" y="3631911"/>
              <a:ext cx="831600" cy="506178"/>
            </a:xfrm>
            <a:prstGeom prst="roundRect">
              <a:avLst/>
            </a:prstGeom>
            <a:noFill/>
            <a:ln w="381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1" anchor="ctr"/>
            <a:lstStyle/>
            <a:p>
              <a:pPr algn="ctr"/>
              <a:endParaRPr lang="ar-DZ" sz="36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221396-ABAD-6092-E934-3A38B8465962}"/>
                </a:ext>
              </a:extLst>
            </p:cNvPr>
            <p:cNvSpPr txBox="1"/>
            <p:nvPr/>
          </p:nvSpPr>
          <p:spPr>
            <a:xfrm>
              <a:off x="1135852" y="3590584"/>
              <a:ext cx="734496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320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r" rtl="1"/>
              <a:r>
                <a:rPr lang="fa-IR" sz="3600" dirty="0"/>
                <a:t>×3</a:t>
              </a:r>
              <a:endParaRPr lang="ar-DZ" sz="3600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CFDA4AC0-208D-25C4-DF82-4C99912C3233}"/>
              </a:ext>
            </a:extLst>
          </p:cNvPr>
          <p:cNvSpPr txBox="1"/>
          <p:nvPr/>
        </p:nvSpPr>
        <p:spPr>
          <a:xfrm>
            <a:off x="4515276" y="4664129"/>
            <a:ext cx="4379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=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E3E084-7D31-93B3-AE42-299B52CD6825}"/>
              </a:ext>
            </a:extLst>
          </p:cNvPr>
          <p:cNvSpPr txBox="1"/>
          <p:nvPr/>
        </p:nvSpPr>
        <p:spPr>
          <a:xfrm>
            <a:off x="4927090" y="4664129"/>
            <a:ext cx="116891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3600" dirty="0">
                <a:solidFill>
                  <a:srgbClr val="6699FF"/>
                </a:solidFill>
              </a:rPr>
              <a:t>3600</a:t>
            </a:r>
            <a:endParaRPr lang="ar-DZ" sz="3600" dirty="0">
              <a:solidFill>
                <a:srgbClr val="6699FF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B7EBE5-2CE7-6220-6943-845118E9CFE0}"/>
              </a:ext>
            </a:extLst>
          </p:cNvPr>
          <p:cNvSpPr/>
          <p:nvPr/>
        </p:nvSpPr>
        <p:spPr>
          <a:xfrm>
            <a:off x="7528561" y="3762221"/>
            <a:ext cx="373108" cy="18752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09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0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5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6" fill="hold">
                          <p:stCondLst>
                            <p:cond delay="indefinite"/>
                          </p:stCondLst>
                          <p:childTnLst>
                            <p:par>
                              <p:cTn id="1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1" fill="hold">
                          <p:stCondLst>
                            <p:cond delay="indefinite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45" dur="2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6" fill="hold">
                          <p:stCondLst>
                            <p:cond delay="indefinite"/>
                          </p:stCondLst>
                          <p:childTnLst>
                            <p:par>
                              <p:cTn id="1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3" grpId="0"/>
          <p:bldP spid="27" grpId="0"/>
          <p:bldP spid="28" grpId="0"/>
          <p:bldP spid="30" grpId="0"/>
          <p:bldP spid="31" grpId="0"/>
          <p:bldP spid="32" grpId="0"/>
          <p:bldP spid="41" grpId="0"/>
          <p:bldP spid="42" grpId="0"/>
          <p:bldP spid="45" grpId="0"/>
          <p:bldP spid="46" grpId="0"/>
          <p:bldP spid="48" grpId="0"/>
          <p:bldP spid="49" grpId="0"/>
          <p:bldP spid="53" grpId="0"/>
          <p:bldP spid="57" grpId="0"/>
          <p:bldP spid="58" grpId="0"/>
          <p:bldP spid="24" grpId="0" animBg="1"/>
          <p:bldP spid="24" grpId="1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0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5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6" fill="hold">
                          <p:stCondLst>
                            <p:cond delay="indefinite"/>
                          </p:stCondLst>
                          <p:childTnLst>
                            <p:par>
                              <p:cTn id="1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1" fill="hold">
                          <p:stCondLst>
                            <p:cond delay="indefinite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45" dur="2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6" fill="hold">
                          <p:stCondLst>
                            <p:cond delay="indefinite"/>
                          </p:stCondLst>
                          <p:childTnLst>
                            <p:par>
                              <p:cTn id="1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3" grpId="0"/>
          <p:bldP spid="27" grpId="0"/>
          <p:bldP spid="28" grpId="0"/>
          <p:bldP spid="30" grpId="0"/>
          <p:bldP spid="31" grpId="0"/>
          <p:bldP spid="32" grpId="0"/>
          <p:bldP spid="41" grpId="0"/>
          <p:bldP spid="42" grpId="0"/>
          <p:bldP spid="45" grpId="0"/>
          <p:bldP spid="46" grpId="0"/>
          <p:bldP spid="48" grpId="0"/>
          <p:bldP spid="49" grpId="0"/>
          <p:bldP spid="53" grpId="0"/>
          <p:bldP spid="57" grpId="0"/>
          <p:bldP spid="58" grpId="0"/>
          <p:bldP spid="24" grpId="0" animBg="1"/>
          <p:bldP spid="24" grpId="1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BEAD-19B3-5A8E-3753-7D738C44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E6F35F82-1073-64B6-F17A-EE1E6FAC5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789015-FA50-6A12-34D0-F6082D56FB13}"/>
              </a:ext>
            </a:extLst>
          </p:cNvPr>
          <p:cNvSpPr/>
          <p:nvPr/>
        </p:nvSpPr>
        <p:spPr>
          <a:xfrm>
            <a:off x="209961" y="429732"/>
            <a:ext cx="8424318" cy="1894209"/>
          </a:xfrm>
          <a:prstGeom prst="roundRect">
            <a:avLst>
              <a:gd name="adj" fmla="val 41621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CBAE2D-FDE6-F947-7974-0E67CCEFB7A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D69D55CF-5C75-313D-C883-8E8EE656641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6885044-76E9-CF68-F176-FB2F82E13CD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AD46B1A-B092-6D2A-1FCA-75EAEEE9644B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36B6DA-EA29-D8B5-AD83-947775F80711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27C0214-3769-C484-C4B3-88B25608901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7D4CB9-20E9-047C-AD5C-49B1DF7C014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3C8856F-DC04-3827-7476-DCB8A4A756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4BA96BC5-AAFC-0147-11AE-866CA22D642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181D6769-5C71-34D2-DA64-F3D16F0367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4650E080-4D4B-1B10-A91E-B18BCE67B7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BB9C1DF-FF9E-EB65-4C00-D18E0A5D6B2C}"/>
              </a:ext>
            </a:extLst>
          </p:cNvPr>
          <p:cNvSpPr/>
          <p:nvPr/>
        </p:nvSpPr>
        <p:spPr>
          <a:xfrm>
            <a:off x="334784" y="392985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علی و عرفان 64 جلد کتاب را صحافی کردند. اگر علی 12 جلد کتاب بیشتر از عرفان صحافی کرده باشد، هرکدام چند کتاب صحافی کردند؟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B2079A-46E2-7F27-D167-AC94ABD5094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3F9DF46-3D8F-9D46-01F8-E7EB691FFBD0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537D8A0B-3994-42D7-D306-8B7DE22B6A38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84633635-E632-D5E9-81DE-CC76FEFEA3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BE392E40-1207-4A11-9BD5-913FC5E696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6DE62A0A-C947-1656-9778-227FFA7F1D5E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3CF2A4F2-20F9-4969-8BCB-D8E65692D157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0C67D49-428F-1C8A-51B0-FFA9AE4BB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E35C324-B16F-DB4A-6F67-E122774F0BA2}"/>
              </a:ext>
            </a:extLst>
          </p:cNvPr>
          <p:cNvSpPr/>
          <p:nvPr/>
        </p:nvSpPr>
        <p:spPr>
          <a:xfrm>
            <a:off x="4520848" y="5097612"/>
            <a:ext cx="541612" cy="498774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6893B6-F54F-DB01-0A44-F7B2A6FE0922}"/>
              </a:ext>
            </a:extLst>
          </p:cNvPr>
          <p:cNvSpPr txBox="1"/>
          <p:nvPr/>
        </p:nvSpPr>
        <p:spPr>
          <a:xfrm>
            <a:off x="4835903" y="2988607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52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C19DFC-E241-9B20-8AEA-8288294B9B63}"/>
              </a:ext>
            </a:extLst>
          </p:cNvPr>
          <p:cNvSpPr txBox="1"/>
          <p:nvPr/>
        </p:nvSpPr>
        <p:spPr>
          <a:xfrm>
            <a:off x="5528168" y="2862003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A018AC5-35A7-6AC4-CE60-1959DB50CE98}"/>
              </a:ext>
            </a:extLst>
          </p:cNvPr>
          <p:cNvCxnSpPr>
            <a:cxnSpLocks/>
          </p:cNvCxnSpPr>
          <p:nvPr/>
        </p:nvCxnSpPr>
        <p:spPr>
          <a:xfrm>
            <a:off x="5503944" y="2963228"/>
            <a:ext cx="0" cy="6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A1AAD70-69B4-2CDC-4A59-CECD605D1E19}"/>
              </a:ext>
            </a:extLst>
          </p:cNvPr>
          <p:cNvCxnSpPr>
            <a:cxnSpLocks/>
          </p:cNvCxnSpPr>
          <p:nvPr/>
        </p:nvCxnSpPr>
        <p:spPr>
          <a:xfrm flipH="1">
            <a:off x="5517070" y="3284167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A6E932D-BBD2-8F66-4A45-9E19B563297C}"/>
              </a:ext>
            </a:extLst>
          </p:cNvPr>
          <p:cNvSpPr txBox="1"/>
          <p:nvPr/>
        </p:nvSpPr>
        <p:spPr>
          <a:xfrm>
            <a:off x="5639253" y="3314082"/>
            <a:ext cx="31059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C5078C-B0BA-A7D3-43D6-BDE628770E53}"/>
              </a:ext>
            </a:extLst>
          </p:cNvPr>
          <p:cNvSpPr txBox="1"/>
          <p:nvPr/>
        </p:nvSpPr>
        <p:spPr>
          <a:xfrm>
            <a:off x="4974721" y="3349316"/>
            <a:ext cx="25174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0AF8F14-D672-F5D0-543F-99616E265243}"/>
              </a:ext>
            </a:extLst>
          </p:cNvPr>
          <p:cNvCxnSpPr>
            <a:cxnSpLocks/>
          </p:cNvCxnSpPr>
          <p:nvPr/>
        </p:nvCxnSpPr>
        <p:spPr>
          <a:xfrm flipH="1">
            <a:off x="4687341" y="3758395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3DC6612-B9B5-4904-FF82-658468A9121E}"/>
                  </a:ext>
                </a:extLst>
              </p:cNvPr>
              <p:cNvSpPr txBox="1"/>
              <p:nvPr/>
            </p:nvSpPr>
            <p:spPr>
              <a:xfrm>
                <a:off x="4806240" y="3360483"/>
                <a:ext cx="25954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3DC6612-B9B5-4904-FF82-658468A91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240" y="3360483"/>
                <a:ext cx="259540" cy="461665"/>
              </a:xfrm>
              <a:prstGeom prst="rect">
                <a:avLst/>
              </a:prstGeom>
              <a:blipFill>
                <a:blip r:embed="rId4"/>
                <a:stretch>
                  <a:fillRect l="-27907" t="-9211" r="-79070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6DB4DB46-9378-2CE2-33FE-5813D843A206}"/>
              </a:ext>
            </a:extLst>
          </p:cNvPr>
          <p:cNvSpPr txBox="1"/>
          <p:nvPr/>
        </p:nvSpPr>
        <p:spPr>
          <a:xfrm>
            <a:off x="4924268" y="3732359"/>
            <a:ext cx="27612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1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BEB5CC-5DD7-CCBA-5028-923B419972CD}"/>
              </a:ext>
            </a:extLst>
          </p:cNvPr>
          <p:cNvSpPr txBox="1"/>
          <p:nvPr/>
        </p:nvSpPr>
        <p:spPr>
          <a:xfrm>
            <a:off x="5120595" y="3727638"/>
            <a:ext cx="21624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2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0A6B5E1-CA96-65CC-679E-4CD80F7AEDB6}"/>
              </a:ext>
            </a:extLst>
          </p:cNvPr>
          <p:cNvSpPr txBox="1"/>
          <p:nvPr/>
        </p:nvSpPr>
        <p:spPr>
          <a:xfrm>
            <a:off x="5823712" y="3329349"/>
            <a:ext cx="2746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CE40A7C-BC6F-D861-E9B1-EADA71A93657}"/>
              </a:ext>
            </a:extLst>
          </p:cNvPr>
          <p:cNvSpPr txBox="1"/>
          <p:nvPr/>
        </p:nvSpPr>
        <p:spPr>
          <a:xfrm>
            <a:off x="4813375" y="4099622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12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A97B290-2284-968E-5256-442D0991D6CC}"/>
              </a:ext>
            </a:extLst>
          </p:cNvPr>
          <p:cNvCxnSpPr>
            <a:cxnSpLocks/>
          </p:cNvCxnSpPr>
          <p:nvPr/>
        </p:nvCxnSpPr>
        <p:spPr>
          <a:xfrm flipH="1">
            <a:off x="4796702" y="4513978"/>
            <a:ext cx="70724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F0B9A5B-06B9-6669-866B-0E54464B5B85}"/>
                  </a:ext>
                </a:extLst>
              </p:cNvPr>
              <p:cNvSpPr txBox="1"/>
              <p:nvPr/>
            </p:nvSpPr>
            <p:spPr>
              <a:xfrm>
                <a:off x="4813375" y="4130271"/>
                <a:ext cx="254462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F0B9A5B-06B9-6669-866B-0E54464B5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375" y="4130271"/>
                <a:ext cx="254462" cy="461665"/>
              </a:xfrm>
              <a:prstGeom prst="rect">
                <a:avLst/>
              </a:prstGeom>
              <a:blipFill>
                <a:blip r:embed="rId5"/>
                <a:stretch>
                  <a:fillRect l="-31707" t="-9333" r="-85366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12302C62-9BB7-B8FA-E229-5D15E79F758C}"/>
              </a:ext>
            </a:extLst>
          </p:cNvPr>
          <p:cNvSpPr txBox="1"/>
          <p:nvPr/>
        </p:nvSpPr>
        <p:spPr>
          <a:xfrm>
            <a:off x="4839450" y="4484430"/>
            <a:ext cx="68116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76799B7-5487-EC9E-F0EB-557BFAD47503}"/>
                  </a:ext>
                </a:extLst>
              </p:cNvPr>
              <p:cNvSpPr txBox="1"/>
              <p:nvPr/>
            </p:nvSpPr>
            <p:spPr>
              <a:xfrm>
                <a:off x="5498880" y="5087247"/>
                <a:ext cx="541613" cy="50674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عرفان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76799B7-5487-EC9E-F0EB-557BFAD47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880" y="5087247"/>
                <a:ext cx="541613" cy="506742"/>
              </a:xfrm>
              <a:prstGeom prst="rect">
                <a:avLst/>
              </a:prstGeom>
              <a:blipFill>
                <a:blip r:embed="rId6"/>
                <a:stretch>
                  <a:fillRect l="-61798" t="-1205" r="-84270" b="-26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BF437DC-3DC4-7A68-8E03-7C01CEEF6A73}"/>
              </a:ext>
            </a:extLst>
          </p:cNvPr>
          <p:cNvSpPr/>
          <p:nvPr/>
        </p:nvSpPr>
        <p:spPr>
          <a:xfrm>
            <a:off x="4548315" y="5958273"/>
            <a:ext cx="541612" cy="498774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5824D56-7045-FF7B-6561-6D95986FF010}"/>
                  </a:ext>
                </a:extLst>
              </p:cNvPr>
              <p:cNvSpPr txBox="1"/>
              <p:nvPr/>
            </p:nvSpPr>
            <p:spPr>
              <a:xfrm>
                <a:off x="5044226" y="5980271"/>
                <a:ext cx="1370436" cy="50674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fa-IR" sz="2400" dirty="0">
                    <a:solidFill>
                      <a:srgbClr val="6699FF"/>
                    </a:solidFill>
                    <a:latin typeface="+mj-lt"/>
                    <a:cs typeface="IRANYekanXFaNum" pitchFamily="2" charset="-78"/>
                  </a:rPr>
                  <a:t>= 12+</a:t>
                </a:r>
                <a14:m>
                  <m:oMath xmlns:m="http://schemas.openxmlformats.org/officeDocument/2006/math">
                    <m:r>
                      <a:rPr lang="fa-IR" sz="2400" b="0" i="1" dirty="0" smtClean="0">
                        <a:solidFill>
                          <a:srgbClr val="6699FF"/>
                        </a:solidFill>
                        <a:latin typeface="Cambria Math" panose="02040503050406030204" pitchFamily="18" charset="0"/>
                        <a:cs typeface="IRANYekanXFaNum" pitchFamily="2" charset="-78"/>
                      </a:rPr>
                      <m:t>علی</m:t>
                    </m:r>
                  </m:oMath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5824D56-7045-FF7B-6561-6D95986FF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226" y="5980271"/>
                <a:ext cx="1370436" cy="506742"/>
              </a:xfrm>
              <a:prstGeom prst="rect">
                <a:avLst/>
              </a:prstGeom>
              <a:blipFill>
                <a:blip r:embed="rId7"/>
                <a:stretch>
                  <a:fillRect l="-3556" t="-1205" r="-9333" b="-26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F5AE18D-527F-8CF6-BE5C-EC5513EC1E4F}"/>
                  </a:ext>
                </a:extLst>
              </p:cNvPr>
              <p:cNvSpPr txBox="1"/>
              <p:nvPr/>
            </p:nvSpPr>
            <p:spPr>
              <a:xfrm>
                <a:off x="692370" y="2738283"/>
                <a:ext cx="2985036" cy="57579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a-IR" sz="2800" b="0" i="1" dirty="0" smtClean="0">
                        <a:solidFill>
                          <a:srgbClr val="6699FF"/>
                        </a:solidFill>
                        <a:latin typeface="Cambria Math" panose="02040503050406030204" pitchFamily="18" charset="0"/>
                        <a:cs typeface="IRANYekanXFaNum" pitchFamily="2" charset="-78"/>
                      </a:rPr>
                      <m:t>عرفان</m:t>
                    </m:r>
                    <m:r>
                      <a:rPr lang="fa-IR" sz="2800" b="0" i="1" dirty="0" smtClean="0">
                        <a:solidFill>
                          <a:srgbClr val="6699FF"/>
                        </a:solidFill>
                        <a:latin typeface="Cambria Math" panose="02040503050406030204" pitchFamily="18" charset="0"/>
                        <a:cs typeface="IRANYekanXFaNum" pitchFamily="2" charset="-78"/>
                      </a:rPr>
                      <m:t>+</m:t>
                    </m:r>
                    <m:r>
                      <a:rPr lang="fa-IR" sz="2800" b="0" i="1" dirty="0" smtClean="0">
                        <a:solidFill>
                          <a:srgbClr val="6699FF"/>
                        </a:solidFill>
                        <a:latin typeface="Cambria Math" panose="02040503050406030204" pitchFamily="18" charset="0"/>
                        <a:cs typeface="IRANYekanXFaNum" pitchFamily="2" charset="-78"/>
                      </a:rPr>
                      <m:t>علی</m:t>
                    </m:r>
                    <m:r>
                      <a:rPr lang="fa-IR" sz="2800" b="0" i="1" dirty="0" smtClean="0">
                        <a:solidFill>
                          <a:srgbClr val="6699FF"/>
                        </a:solidFill>
                        <a:latin typeface="Cambria Math" panose="02040503050406030204" pitchFamily="18" charset="0"/>
                        <a:cs typeface="IRANYekanXFaNum" pitchFamily="2" charset="-78"/>
                      </a:rPr>
                      <m:t>=</m:t>
                    </m:r>
                  </m:oMath>
                </a14:m>
                <a:r>
                  <a:rPr lang="fa-IR" sz="2800" b="0" i="0" dirty="0">
                    <a:solidFill>
                      <a:srgbClr val="6699FF"/>
                    </a:solidFill>
                    <a:latin typeface="+mj-lt"/>
                    <a:cs typeface="IRANYekanXFaNum" pitchFamily="2" charset="-78"/>
                  </a:rPr>
                  <a:t>64</a:t>
                </a:r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F5AE18D-527F-8CF6-BE5C-EC5513EC1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70" y="2738283"/>
                <a:ext cx="2985036" cy="575799"/>
              </a:xfrm>
              <a:prstGeom prst="rect">
                <a:avLst/>
              </a:prstGeom>
              <a:blipFill>
                <a:blip r:embed="rId8"/>
                <a:stretch>
                  <a:fillRect t="-2105" r="-2454" b="-2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C8989B1C-0662-3B21-0C2A-9FDDC9D88A44}"/>
              </a:ext>
            </a:extLst>
          </p:cNvPr>
          <p:cNvSpPr/>
          <p:nvPr/>
        </p:nvSpPr>
        <p:spPr>
          <a:xfrm>
            <a:off x="1035655" y="3658499"/>
            <a:ext cx="541612" cy="498774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979612E8-4C3C-3481-047E-C941567B1E71}"/>
              </a:ext>
            </a:extLst>
          </p:cNvPr>
          <p:cNvSpPr/>
          <p:nvPr/>
        </p:nvSpPr>
        <p:spPr>
          <a:xfrm>
            <a:off x="1958691" y="3658499"/>
            <a:ext cx="541612" cy="498774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095E7F6-4A45-C9AD-E889-BB55CAE0BD86}"/>
              </a:ext>
            </a:extLst>
          </p:cNvPr>
          <p:cNvSpPr txBox="1"/>
          <p:nvPr/>
        </p:nvSpPr>
        <p:spPr>
          <a:xfrm>
            <a:off x="2410990" y="3646276"/>
            <a:ext cx="75735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cs typeface="IRANYekanXFaNum" pitchFamily="2" charset="-78"/>
              </a:rPr>
              <a:t>12+</a:t>
            </a:r>
            <a:endParaRPr lang="ar-DZ" sz="28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D951480-C1DE-5824-6C1D-4E54CB260796}"/>
                  </a:ext>
                </a:extLst>
              </p:cNvPr>
              <p:cNvSpPr txBox="1"/>
              <p:nvPr/>
            </p:nvSpPr>
            <p:spPr>
              <a:xfrm>
                <a:off x="1587906" y="3646276"/>
                <a:ext cx="446177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D951480-C1DE-5824-6C1D-4E54CB260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906" y="3646276"/>
                <a:ext cx="446177" cy="523220"/>
              </a:xfrm>
              <a:prstGeom prst="rect">
                <a:avLst/>
              </a:prstGeom>
              <a:blipFill>
                <a:blip r:embed="rId9"/>
                <a:stretch>
                  <a:fillRect l="-13514" t="-10465" r="-36486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68E35AF-A642-7529-AAEC-83739B113BFC}"/>
              </a:ext>
            </a:extLst>
          </p:cNvPr>
          <p:cNvSpPr/>
          <p:nvPr/>
        </p:nvSpPr>
        <p:spPr>
          <a:xfrm>
            <a:off x="1039087" y="4553560"/>
            <a:ext cx="541612" cy="498774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C19364A3-FC48-308F-92B4-2669FD28F2E2}"/>
              </a:ext>
            </a:extLst>
          </p:cNvPr>
          <p:cNvSpPr/>
          <p:nvPr/>
        </p:nvSpPr>
        <p:spPr>
          <a:xfrm>
            <a:off x="2020756" y="4553560"/>
            <a:ext cx="541612" cy="498774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4A05083C-7F83-247A-B88F-D513BC6C342A}"/>
                  </a:ext>
                </a:extLst>
              </p:cNvPr>
              <p:cNvSpPr txBox="1"/>
              <p:nvPr/>
            </p:nvSpPr>
            <p:spPr>
              <a:xfrm>
                <a:off x="1618465" y="4541337"/>
                <a:ext cx="446177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4A05083C-7F83-247A-B88F-D513BC6C3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465" y="4541337"/>
                <a:ext cx="446177" cy="523220"/>
              </a:xfrm>
              <a:prstGeom prst="rect">
                <a:avLst/>
              </a:prstGeom>
              <a:blipFill>
                <a:blip r:embed="rId10"/>
                <a:stretch>
                  <a:fillRect l="-13514" t="-11628" r="-36486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10">
            <a:extLst>
              <a:ext uri="{FF2B5EF4-FFF2-40B4-BE49-F238E27FC236}">
                <a16:creationId xmlns:a16="http://schemas.microsoft.com/office/drawing/2014/main" id="{58A899FD-F540-3ECB-25BB-EEBB69565937}"/>
              </a:ext>
            </a:extLst>
          </p:cNvPr>
          <p:cNvSpPr txBox="1"/>
          <p:nvPr/>
        </p:nvSpPr>
        <p:spPr>
          <a:xfrm>
            <a:off x="2753341" y="4541337"/>
            <a:ext cx="83046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b="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52=</a:t>
            </a:r>
            <a:endParaRPr lang="ar-DZ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A9BFB9C-EA56-CE4E-4CBA-99E31ABDF529}"/>
              </a:ext>
            </a:extLst>
          </p:cNvPr>
          <p:cNvSpPr txBox="1"/>
          <p:nvPr/>
        </p:nvSpPr>
        <p:spPr>
          <a:xfrm>
            <a:off x="4519965" y="5128261"/>
            <a:ext cx="54161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cs typeface="IRANYekanXFaNum" pitchFamily="2" charset="-78"/>
              </a:rPr>
              <a:t>26</a:t>
            </a:r>
            <a:endParaRPr lang="ar-DZ" sz="28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30F7B69-B280-1A02-0519-F2B786BB6B67}"/>
              </a:ext>
            </a:extLst>
          </p:cNvPr>
          <p:cNvSpPr txBox="1"/>
          <p:nvPr/>
        </p:nvSpPr>
        <p:spPr>
          <a:xfrm>
            <a:off x="4558981" y="5982546"/>
            <a:ext cx="54161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b="0" i="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26</a:t>
            </a:r>
            <a:endParaRPr lang="ar-DZ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20FEC06-304F-4268-BDAC-EDE6378B96EB}"/>
                  </a:ext>
                </a:extLst>
              </p:cNvPr>
              <p:cNvSpPr txBox="1"/>
              <p:nvPr/>
            </p:nvSpPr>
            <p:spPr>
              <a:xfrm>
                <a:off x="6456778" y="6037333"/>
                <a:ext cx="541612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IRANYekanXFaNum" pitchFamily="2" charset="-78"/>
                        </a:rPr>
                        <m:t>⟹</m:t>
                      </m:r>
                    </m:oMath>
                  </m:oMathPara>
                </a14:m>
                <a:endParaRPr lang="ar-DZ" sz="24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20FEC06-304F-4268-BDAC-EDE6378B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778" y="6037333"/>
                <a:ext cx="541612" cy="461665"/>
              </a:xfrm>
              <a:prstGeom prst="rect">
                <a:avLst/>
              </a:prstGeom>
              <a:blipFill>
                <a:blip r:embed="rId11"/>
                <a:stretch>
                  <a:fillRect l="-6742" t="-9211" r="-24719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2F1CFF02-FB5F-79ED-54CF-7EE033CBE36C}"/>
              </a:ext>
            </a:extLst>
          </p:cNvPr>
          <p:cNvSpPr txBox="1"/>
          <p:nvPr/>
        </p:nvSpPr>
        <p:spPr>
          <a:xfrm>
            <a:off x="6952890" y="6028216"/>
            <a:ext cx="62513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cs typeface="IRANYekanXFaNum" pitchFamily="2" charset="-78"/>
              </a:rPr>
              <a:t>38</a:t>
            </a:r>
            <a:endParaRPr lang="ar-DZ" sz="28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AADD20-BE80-2834-F363-8218E6E8920E}"/>
              </a:ext>
            </a:extLst>
          </p:cNvPr>
          <p:cNvSpPr txBox="1"/>
          <p:nvPr/>
        </p:nvSpPr>
        <p:spPr>
          <a:xfrm>
            <a:off x="2974125" y="3646276"/>
            <a:ext cx="85045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64=</a:t>
            </a:r>
            <a:endParaRPr lang="ar-DZ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A030AF-665E-3888-A80F-522A7D1AC3E8}"/>
              </a:ext>
            </a:extLst>
          </p:cNvPr>
          <p:cNvSpPr txBox="1"/>
          <p:nvPr/>
        </p:nvSpPr>
        <p:spPr>
          <a:xfrm>
            <a:off x="1832618" y="5536275"/>
            <a:ext cx="70453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64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45142C-96C2-9D45-A4ED-A8249934F980}"/>
              </a:ext>
            </a:extLst>
          </p:cNvPr>
          <p:cNvSpPr txBox="1"/>
          <p:nvPr/>
        </p:nvSpPr>
        <p:spPr>
          <a:xfrm>
            <a:off x="1893114" y="5895893"/>
            <a:ext cx="51787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D41A73-746E-F58E-733C-52B94F5C0B04}"/>
                  </a:ext>
                </a:extLst>
              </p:cNvPr>
              <p:cNvSpPr txBox="1"/>
              <p:nvPr/>
            </p:nvSpPr>
            <p:spPr>
              <a:xfrm>
                <a:off x="1609731" y="5928792"/>
                <a:ext cx="517876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</m:oMath>
                  </m:oMathPara>
                </a14:m>
                <a:endParaRPr lang="fa-IR" sz="2800" dirty="0">
                  <a:solidFill>
                    <a:srgbClr val="6699FF"/>
                  </a:solidFill>
                  <a:latin typeface="+mj-lt"/>
                  <a:cs typeface="IRANYekanXFaNum" pitchFamily="2" charset="-78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D41A73-746E-F58E-733C-52B94F5C0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1" y="5928792"/>
                <a:ext cx="517876" cy="523220"/>
              </a:xfrm>
              <a:prstGeom prst="rect">
                <a:avLst/>
              </a:prstGeom>
              <a:blipFill>
                <a:blip r:embed="rId12"/>
                <a:stretch>
                  <a:fillRect t="-11765" r="-24706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8BFFDD-A523-5976-F59D-119F5664E6D8}"/>
              </a:ext>
            </a:extLst>
          </p:cNvPr>
          <p:cNvCxnSpPr/>
          <p:nvPr/>
        </p:nvCxnSpPr>
        <p:spPr>
          <a:xfrm flipH="1">
            <a:off x="1753277" y="6357257"/>
            <a:ext cx="747026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57C310-B287-FC88-137D-B4E685E1A345}"/>
              </a:ext>
            </a:extLst>
          </p:cNvPr>
          <p:cNvSpPr txBox="1"/>
          <p:nvPr/>
        </p:nvSpPr>
        <p:spPr>
          <a:xfrm>
            <a:off x="2018548" y="6357257"/>
            <a:ext cx="51787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BB42C2-D186-4F27-99C3-ADD4D9062EE7}"/>
              </a:ext>
            </a:extLst>
          </p:cNvPr>
          <p:cNvSpPr txBox="1"/>
          <p:nvPr/>
        </p:nvSpPr>
        <p:spPr>
          <a:xfrm>
            <a:off x="1829701" y="6357257"/>
            <a:ext cx="51787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dirty="0">
                <a:solidFill>
                  <a:srgbClr val="6699FF"/>
                </a:solidFill>
                <a:latin typeface="+mj-lt"/>
                <a:cs typeface="IRANYekanXFaNum" pitchFamily="2" charset="-78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66293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10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1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8" fill="hold">
                          <p:stCondLst>
                            <p:cond delay="indefinite"/>
                          </p:stCondLst>
                          <p:childTnLst>
                            <p:par>
                              <p:cTn id="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1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2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6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2" fill="hold">
                          <p:stCondLst>
                            <p:cond delay="indefinite"/>
                          </p:stCondLst>
                          <p:childTnLst>
                            <p:par>
                              <p:cTn id="1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2" fill="hold">
                          <p:stCondLst>
                            <p:cond delay="indefinite"/>
                          </p:stCondLst>
                          <p:childTnLst>
                            <p:par>
                              <p:cTn id="1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6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1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2" fill="hold">
                          <p:stCondLst>
                            <p:cond delay="indefinite"/>
                          </p:stCondLst>
                          <p:childTnLst>
                            <p:par>
                              <p:cTn id="1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7" fill="hold">
                          <p:stCondLst>
                            <p:cond delay="indefinite"/>
                          </p:stCondLst>
                          <p:childTnLst>
                            <p:par>
                              <p:cTn id="1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1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2" fill="hold">
                          <p:stCondLst>
                            <p:cond delay="indefinite"/>
                          </p:stCondLst>
                          <p:childTnLst>
                            <p:par>
                              <p:cTn id="1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7" fill="hold">
                          <p:stCondLst>
                            <p:cond delay="indefinite"/>
                          </p:stCondLst>
                          <p:childTnLst>
                            <p:par>
                              <p:cTn id="1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2" fill="hold">
                          <p:stCondLst>
                            <p:cond delay="indefinite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1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2" fill="hold">
                          <p:stCondLst>
                            <p:cond delay="indefinite"/>
                          </p:stCondLst>
                          <p:childTnLst>
                            <p:par>
                              <p:cTn id="1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7" fill="hold">
                          <p:stCondLst>
                            <p:cond delay="indefinite"/>
                          </p:stCondLst>
                          <p:childTnLst>
                            <p:par>
                              <p:cTn id="1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1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0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1" fill="hold">
                          <p:stCondLst>
                            <p:cond delay="indefinite"/>
                          </p:stCondLst>
                          <p:childTnLst>
                            <p:par>
                              <p:cTn id="2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5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6" fill="hold">
                          <p:stCondLst>
                            <p:cond delay="indefinite"/>
                          </p:stCondLst>
                          <p:childTnLst>
                            <p:par>
                              <p:cTn id="2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0" dur="5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1" fill="hold">
                          <p:stCondLst>
                            <p:cond delay="indefinite"/>
                          </p:stCondLst>
                          <p:childTnLst>
                            <p:par>
                              <p:cTn id="2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5" dur="500"/>
                                            <p:tgtEl>
                                              <p:spTgt spid="1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6" fill="hold">
                          <p:stCondLst>
                            <p:cond delay="indefinite"/>
                          </p:stCondLst>
                          <p:childTnLst>
                            <p:par>
                              <p:cTn id="2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34" grpId="0" animBg="1"/>
          <p:bldP spid="54" grpId="0"/>
          <p:bldP spid="57" grpId="0"/>
          <p:bldP spid="81" grpId="0"/>
          <p:bldP spid="82" grpId="0"/>
          <p:bldP spid="84" grpId="0"/>
          <p:bldP spid="85" grpId="0"/>
          <p:bldP spid="86" grpId="0"/>
          <p:bldP spid="87" grpId="0"/>
          <p:bldP spid="88" grpId="0"/>
          <p:bldP spid="90" grpId="0"/>
          <p:bldP spid="91" grpId="0"/>
          <p:bldP spid="99" grpId="0"/>
          <p:bldP spid="100" grpId="0" animBg="1"/>
          <p:bldP spid="101" grpId="0"/>
          <p:bldP spid="102" grpId="0"/>
          <p:bldP spid="104" grpId="0" animBg="1"/>
          <p:bldP spid="105" grpId="0" animBg="1"/>
          <p:bldP spid="106" grpId="0"/>
          <p:bldP spid="107" grpId="0"/>
          <p:bldP spid="108" grpId="0" animBg="1"/>
          <p:bldP spid="109" grpId="0" animBg="1"/>
          <p:bldP spid="110" grpId="0"/>
          <p:bldP spid="111" grpId="0"/>
          <p:bldP spid="114" grpId="0"/>
          <p:bldP spid="115" grpId="0"/>
          <p:bldP spid="116" grpId="0"/>
          <p:bldP spid="117" grpId="0"/>
          <p:bldP spid="23" grpId="0"/>
          <p:bldP spid="24" grpId="0"/>
          <p:bldP spid="25" grpId="0"/>
          <p:bldP spid="26" grpId="0"/>
          <p:bldP spid="29" grpId="0"/>
          <p:bldP spid="30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10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1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8" fill="hold">
                          <p:stCondLst>
                            <p:cond delay="indefinite"/>
                          </p:stCondLst>
                          <p:childTnLst>
                            <p:par>
                              <p:cTn id="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1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2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6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2" fill="hold">
                          <p:stCondLst>
                            <p:cond delay="indefinite"/>
                          </p:stCondLst>
                          <p:childTnLst>
                            <p:par>
                              <p:cTn id="1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2" fill="hold">
                          <p:stCondLst>
                            <p:cond delay="indefinite"/>
                          </p:stCondLst>
                          <p:childTnLst>
                            <p:par>
                              <p:cTn id="1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6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1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2" fill="hold">
                          <p:stCondLst>
                            <p:cond delay="indefinite"/>
                          </p:stCondLst>
                          <p:childTnLst>
                            <p:par>
                              <p:cTn id="1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7" fill="hold">
                          <p:stCondLst>
                            <p:cond delay="indefinite"/>
                          </p:stCondLst>
                          <p:childTnLst>
                            <p:par>
                              <p:cTn id="1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1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2" fill="hold">
                          <p:stCondLst>
                            <p:cond delay="indefinite"/>
                          </p:stCondLst>
                          <p:childTnLst>
                            <p:par>
                              <p:cTn id="1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7" fill="hold">
                          <p:stCondLst>
                            <p:cond delay="indefinite"/>
                          </p:stCondLst>
                          <p:childTnLst>
                            <p:par>
                              <p:cTn id="1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2" fill="hold">
                          <p:stCondLst>
                            <p:cond delay="indefinite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1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2" fill="hold">
                          <p:stCondLst>
                            <p:cond delay="indefinite"/>
                          </p:stCondLst>
                          <p:childTnLst>
                            <p:par>
                              <p:cTn id="1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7" fill="hold">
                          <p:stCondLst>
                            <p:cond delay="indefinite"/>
                          </p:stCondLst>
                          <p:childTnLst>
                            <p:par>
                              <p:cTn id="1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1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0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1" fill="hold">
                          <p:stCondLst>
                            <p:cond delay="indefinite"/>
                          </p:stCondLst>
                          <p:childTnLst>
                            <p:par>
                              <p:cTn id="2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5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6" fill="hold">
                          <p:stCondLst>
                            <p:cond delay="indefinite"/>
                          </p:stCondLst>
                          <p:childTnLst>
                            <p:par>
                              <p:cTn id="2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0" dur="5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1" fill="hold">
                          <p:stCondLst>
                            <p:cond delay="indefinite"/>
                          </p:stCondLst>
                          <p:childTnLst>
                            <p:par>
                              <p:cTn id="2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5" dur="500"/>
                                            <p:tgtEl>
                                              <p:spTgt spid="1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6" fill="hold">
                          <p:stCondLst>
                            <p:cond delay="indefinite"/>
                          </p:stCondLst>
                          <p:childTnLst>
                            <p:par>
                              <p:cTn id="2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34" grpId="0" animBg="1"/>
          <p:bldP spid="54" grpId="0"/>
          <p:bldP spid="57" grpId="0"/>
          <p:bldP spid="81" grpId="0"/>
          <p:bldP spid="82" grpId="0"/>
          <p:bldP spid="84" grpId="0"/>
          <p:bldP spid="85" grpId="0"/>
          <p:bldP spid="86" grpId="0"/>
          <p:bldP spid="87" grpId="0"/>
          <p:bldP spid="88" grpId="0"/>
          <p:bldP spid="90" grpId="0"/>
          <p:bldP spid="91" grpId="0"/>
          <p:bldP spid="99" grpId="0"/>
          <p:bldP spid="100" grpId="0" animBg="1"/>
          <p:bldP spid="101" grpId="0"/>
          <p:bldP spid="102" grpId="0"/>
          <p:bldP spid="104" grpId="0" animBg="1"/>
          <p:bldP spid="105" grpId="0" animBg="1"/>
          <p:bldP spid="106" grpId="0"/>
          <p:bldP spid="107" grpId="0"/>
          <p:bldP spid="108" grpId="0" animBg="1"/>
          <p:bldP spid="109" grpId="0" animBg="1"/>
          <p:bldP spid="110" grpId="0"/>
          <p:bldP spid="111" grpId="0"/>
          <p:bldP spid="114" grpId="0"/>
          <p:bldP spid="115" grpId="0"/>
          <p:bldP spid="116" grpId="0"/>
          <p:bldP spid="117" grpId="0"/>
          <p:bldP spid="23" grpId="0"/>
          <p:bldP spid="24" grpId="0"/>
          <p:bldP spid="25" grpId="0"/>
          <p:bldP spid="26" grpId="0"/>
          <p:bldP spid="29" grpId="0"/>
          <p:bldP spid="30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668</Words>
  <Application>Microsoft Office PowerPoint</Application>
  <PresentationFormat>Widescreen</PresentationFormat>
  <Paragraphs>254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28</cp:revision>
  <dcterms:created xsi:type="dcterms:W3CDTF">2025-10-07T12:35:10Z</dcterms:created>
  <dcterms:modified xsi:type="dcterms:W3CDTF">2026-04-13T14:05:24Z</dcterms:modified>
</cp:coreProperties>
</file>