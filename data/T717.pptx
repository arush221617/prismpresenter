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81" r:id="rId4"/>
    <p:sldId id="282" r:id="rId5"/>
    <p:sldId id="283" r:id="rId6"/>
    <p:sldId id="284" r:id="rId7"/>
    <p:sldId id="285" r:id="rId8"/>
    <p:sldId id="28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F246C9"/>
    <a:srgbClr val="06205A"/>
    <a:srgbClr val="FEF8F1"/>
    <a:srgbClr val="99FFCC"/>
    <a:srgbClr val="FEF3E6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22" autoAdjust="0"/>
    <p:restoredTop sz="94660"/>
  </p:normalViewPr>
  <p:slideViewPr>
    <p:cSldViewPr snapToGrid="0">
      <p:cViewPr>
        <p:scale>
          <a:sx n="75" d="100"/>
          <a:sy n="75" d="100"/>
        </p:scale>
        <p:origin x="154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68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70.png"/><Relationship Id="rId21" Type="http://schemas.openxmlformats.org/officeDocument/2006/relationships/image" Target="../media/image24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2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60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60.png"/><Relationship Id="rId3" Type="http://schemas.openxmlformats.org/officeDocument/2006/relationships/image" Target="../media/image2.png"/><Relationship Id="rId7" Type="http://schemas.openxmlformats.org/officeDocument/2006/relationships/image" Target="../media/image200.png"/><Relationship Id="rId12" Type="http://schemas.openxmlformats.org/officeDocument/2006/relationships/image" Target="../media/image2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11" Type="http://schemas.openxmlformats.org/officeDocument/2006/relationships/image" Target="../media/image240.png"/><Relationship Id="rId5" Type="http://schemas.openxmlformats.org/officeDocument/2006/relationships/image" Target="../media/image180.png"/><Relationship Id="rId15" Type="http://schemas.openxmlformats.org/officeDocument/2006/relationships/image" Target="../media/image36.png"/><Relationship Id="rId10" Type="http://schemas.openxmlformats.org/officeDocument/2006/relationships/image" Target="../media/image230.png"/><Relationship Id="rId4" Type="http://schemas.openxmlformats.org/officeDocument/2006/relationships/image" Target="../media/image170.png"/><Relationship Id="rId9" Type="http://schemas.openxmlformats.org/officeDocument/2006/relationships/image" Target="../media/image220.png"/><Relationship Id="rId1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70.png"/><Relationship Id="rId7" Type="http://schemas.openxmlformats.org/officeDocument/2006/relationships/image" Target="../media/image40.png"/><Relationship Id="rId12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3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6000" dirty="0">
                <a:solidFill>
                  <a:srgbClr val="99FFCC"/>
                </a:solidFill>
                <a:latin typeface="IRANYekanXFaNum Heavy" pitchFamily="2" charset="-78"/>
                <a:cs typeface="IRANYekanXFaNum Heavy" pitchFamily="2" charset="-78"/>
              </a:rPr>
              <a:t>فصل اول: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راهـبردهای</a:t>
            </a:r>
          </a:p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حـل مسـئله</a:t>
            </a:r>
            <a:endParaRPr lang="en-US" sz="8800" dirty="0">
              <a:solidFill>
                <a:schemeClr val="bg1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0D0C55-22AD-C92B-15CD-DD2764B5B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FF4CA18-231C-91FD-6DD1-413F63C86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27" name="Connector E">
            <a:extLst>
              <a:ext uri="{FF2B5EF4-FFF2-40B4-BE49-F238E27FC236}">
                <a16:creationId xmlns:a16="http://schemas.microsoft.com/office/drawing/2014/main" id="{110205CD-33D4-8604-6D79-350046A9F3E4}"/>
              </a:ext>
            </a:extLst>
          </p:cNvPr>
          <p:cNvGrpSpPr/>
          <p:nvPr/>
        </p:nvGrpSpPr>
        <p:grpSpPr>
          <a:xfrm flipH="1">
            <a:off x="5994332" y="5004969"/>
            <a:ext cx="1720996" cy="646753"/>
            <a:chOff x="3383877" y="4596576"/>
            <a:chExt cx="1720996" cy="646753"/>
          </a:xfrm>
        </p:grpSpPr>
        <p:sp>
          <p:nvSpPr>
            <p:cNvPr id="28" name="Freeform 66">
              <a:extLst>
                <a:ext uri="{FF2B5EF4-FFF2-40B4-BE49-F238E27FC236}">
                  <a16:creationId xmlns:a16="http://schemas.microsoft.com/office/drawing/2014/main" id="{E8385D34-8AF8-C709-789E-1A5AC9235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39" y="4663658"/>
              <a:ext cx="1586834" cy="579671"/>
            </a:xfrm>
            <a:custGeom>
              <a:avLst/>
              <a:gdLst>
                <a:gd name="T0" fmla="*/ 0 w 2773"/>
                <a:gd name="T1" fmla="*/ 0 h 1196"/>
                <a:gd name="T2" fmla="*/ 646 w 2773"/>
                <a:gd name="T3" fmla="*/ 0 h 1196"/>
                <a:gd name="T4" fmla="*/ 1842 w 2773"/>
                <a:gd name="T5" fmla="*/ 1196 h 1196"/>
                <a:gd name="T6" fmla="*/ 2773 w 2773"/>
                <a:gd name="T7" fmla="*/ 1196 h 1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73" h="1196">
                  <a:moveTo>
                    <a:pt x="0" y="0"/>
                  </a:moveTo>
                  <a:lnTo>
                    <a:pt x="646" y="0"/>
                  </a:lnTo>
                  <a:lnTo>
                    <a:pt x="1842" y="1196"/>
                  </a:lnTo>
                  <a:lnTo>
                    <a:pt x="2773" y="1196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29" name="Oval 67">
              <a:extLst>
                <a:ext uri="{FF2B5EF4-FFF2-40B4-BE49-F238E27FC236}">
                  <a16:creationId xmlns:a16="http://schemas.microsoft.com/office/drawing/2014/main" id="{2253D0CD-75B0-A145-3BAB-3DF415380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877" y="4596576"/>
              <a:ext cx="134162" cy="135976"/>
            </a:xfrm>
            <a:prstGeom prst="ellipse">
              <a:avLst/>
            </a:prstGeom>
            <a:noFill/>
            <a:ln w="25400" cap="flat">
              <a:solidFill>
                <a:srgbClr val="5E6C8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30" name="Oval 68">
              <a:extLst>
                <a:ext uri="{FF2B5EF4-FFF2-40B4-BE49-F238E27FC236}">
                  <a16:creationId xmlns:a16="http://schemas.microsoft.com/office/drawing/2014/main" id="{737C62F0-46C6-6F06-EB0A-6CDA65F6A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727" y="4634045"/>
              <a:ext cx="59829" cy="610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C54D6EF-3D62-D7FE-8676-CF9D98F455EB}"/>
              </a:ext>
            </a:extLst>
          </p:cNvPr>
          <p:cNvGrpSpPr/>
          <p:nvPr/>
        </p:nvGrpSpPr>
        <p:grpSpPr>
          <a:xfrm flipH="1">
            <a:off x="6952744" y="1783124"/>
            <a:ext cx="3288064" cy="3291752"/>
            <a:chOff x="3708875" y="2192339"/>
            <a:chExt cx="2468966" cy="2471737"/>
          </a:xfrm>
        </p:grpSpPr>
        <p:sp>
          <p:nvSpPr>
            <p:cNvPr id="40" name="Part D">
              <a:extLst>
                <a:ext uri="{FF2B5EF4-FFF2-40B4-BE49-F238E27FC236}">
                  <a16:creationId xmlns:a16="http://schemas.microsoft.com/office/drawing/2014/main" id="{92741E41-83F9-F40C-A64F-4CAECFB61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41" name="Part C">
              <a:extLst>
                <a:ext uri="{FF2B5EF4-FFF2-40B4-BE49-F238E27FC236}">
                  <a16:creationId xmlns:a16="http://schemas.microsoft.com/office/drawing/2014/main" id="{4A882B00-8439-1F83-FE3B-BD497813A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42" name="Part F">
              <a:extLst>
                <a:ext uri="{FF2B5EF4-FFF2-40B4-BE49-F238E27FC236}">
                  <a16:creationId xmlns:a16="http://schemas.microsoft.com/office/drawing/2014/main" id="{EF683B71-AB49-8558-9C35-3DC70C68D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43" name="Part A">
              <a:extLst>
                <a:ext uri="{FF2B5EF4-FFF2-40B4-BE49-F238E27FC236}">
                  <a16:creationId xmlns:a16="http://schemas.microsoft.com/office/drawing/2014/main" id="{D65FADD8-1D9E-AE62-CC38-5C2B7D36F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2" name="Part E">
              <a:extLst>
                <a:ext uri="{FF2B5EF4-FFF2-40B4-BE49-F238E27FC236}">
                  <a16:creationId xmlns:a16="http://schemas.microsoft.com/office/drawing/2014/main" id="{50CDF09B-15D2-9263-14E2-813336568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3" name="Part B">
              <a:extLst>
                <a:ext uri="{FF2B5EF4-FFF2-40B4-BE49-F238E27FC236}">
                  <a16:creationId xmlns:a16="http://schemas.microsoft.com/office/drawing/2014/main" id="{ECF38C01-180B-97FD-D349-EB1CF219A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54" name="Big shape">
              <a:extLst>
                <a:ext uri="{FF2B5EF4-FFF2-40B4-BE49-F238E27FC236}">
                  <a16:creationId xmlns:a16="http://schemas.microsoft.com/office/drawing/2014/main" id="{9EF8076B-BCB7-BB9E-16A4-656690F4B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55" name="Main circle">
            <a:extLst>
              <a:ext uri="{FF2B5EF4-FFF2-40B4-BE49-F238E27FC236}">
                <a16:creationId xmlns:a16="http://schemas.microsoft.com/office/drawing/2014/main" id="{4AC2D9BA-1561-C260-8FF9-A29C95056D9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66371" y="1895287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7EE949-A5F4-199D-1BAF-8FECFB6468D0}"/>
              </a:ext>
            </a:extLst>
          </p:cNvPr>
          <p:cNvSpPr txBox="1"/>
          <p:nvPr/>
        </p:nvSpPr>
        <p:spPr>
          <a:xfrm>
            <a:off x="7347049" y="2472338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فصل اول: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04A487D-887C-10E1-A33E-A80A3FD9F818}"/>
              </a:ext>
            </a:extLst>
          </p:cNvPr>
          <p:cNvSpPr/>
          <p:nvPr/>
        </p:nvSpPr>
        <p:spPr>
          <a:xfrm>
            <a:off x="7258716" y="3207377"/>
            <a:ext cx="26516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راهبردهای</a:t>
            </a:r>
          </a:p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حل مسئله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1973B8D-E043-88D5-A99A-76F70F7FB789}"/>
              </a:ext>
            </a:extLst>
          </p:cNvPr>
          <p:cNvGrpSpPr/>
          <p:nvPr/>
        </p:nvGrpSpPr>
        <p:grpSpPr>
          <a:xfrm>
            <a:off x="1306288" y="-158517"/>
            <a:ext cx="7034040" cy="5661665"/>
            <a:chOff x="1371601" y="-194802"/>
            <a:chExt cx="7034040" cy="5661665"/>
          </a:xfrm>
        </p:grpSpPr>
        <p:grpSp>
          <p:nvGrpSpPr>
            <p:cNvPr id="6" name="Connector D">
              <a:extLst>
                <a:ext uri="{FF2B5EF4-FFF2-40B4-BE49-F238E27FC236}">
                  <a16:creationId xmlns:a16="http://schemas.microsoft.com/office/drawing/2014/main" id="{06F31C81-3A2F-AAC9-3271-5398A94EB892}"/>
                </a:ext>
              </a:extLst>
            </p:cNvPr>
            <p:cNvGrpSpPr/>
            <p:nvPr/>
          </p:nvGrpSpPr>
          <p:grpSpPr>
            <a:xfrm flipH="1">
              <a:off x="4665184" y="2841951"/>
              <a:ext cx="2316762" cy="449798"/>
              <a:chOff x="3898359" y="4075035"/>
              <a:chExt cx="2340119" cy="400536"/>
            </a:xfrm>
          </p:grpSpPr>
          <p:sp>
            <p:nvSpPr>
              <p:cNvPr id="7" name="Freeform 69">
                <a:extLst>
                  <a:ext uri="{FF2B5EF4-FFF2-40B4-BE49-F238E27FC236}">
                    <a16:creationId xmlns:a16="http://schemas.microsoft.com/office/drawing/2014/main" id="{478D6C43-181A-4089-68FB-1E7B505B3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1" y="4142719"/>
                <a:ext cx="2194667" cy="332852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8" name="Oval 70">
                <a:extLst>
                  <a:ext uri="{FF2B5EF4-FFF2-40B4-BE49-F238E27FC236}">
                    <a16:creationId xmlns:a16="http://schemas.microsoft.com/office/drawing/2014/main" id="{2934D93C-0F61-A20E-4E91-4E7EDAD77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8359" y="4075035"/>
                <a:ext cx="145452" cy="128229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9" name="Oval 71">
                <a:extLst>
                  <a:ext uri="{FF2B5EF4-FFF2-40B4-BE49-F238E27FC236}">
                    <a16:creationId xmlns:a16="http://schemas.microsoft.com/office/drawing/2014/main" id="{95CC6EBF-D300-E8BF-E895-CCFC732D8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4020" y="4108867"/>
                <a:ext cx="72726" cy="6411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10" name="Connector D">
              <a:extLst>
                <a:ext uri="{FF2B5EF4-FFF2-40B4-BE49-F238E27FC236}">
                  <a16:creationId xmlns:a16="http://schemas.microsoft.com/office/drawing/2014/main" id="{FF1D5AB9-DC2D-CF2E-D6A1-468C0B081A14}"/>
                </a:ext>
              </a:extLst>
            </p:cNvPr>
            <p:cNvGrpSpPr/>
            <p:nvPr/>
          </p:nvGrpSpPr>
          <p:grpSpPr>
            <a:xfrm flipH="1">
              <a:off x="5017030" y="3473328"/>
              <a:ext cx="1936682" cy="458325"/>
              <a:chOff x="3867521" y="4075035"/>
              <a:chExt cx="2370957" cy="400536"/>
            </a:xfrm>
          </p:grpSpPr>
          <p:sp>
            <p:nvSpPr>
              <p:cNvPr id="11" name="Freeform 69">
                <a:extLst>
                  <a:ext uri="{FF2B5EF4-FFF2-40B4-BE49-F238E27FC236}">
                    <a16:creationId xmlns:a16="http://schemas.microsoft.com/office/drawing/2014/main" id="{868D4CF3-F0E4-3650-E3CC-3E3921B4D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1" y="4142719"/>
                <a:ext cx="2194667" cy="332852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2" name="Oval 70">
                <a:extLst>
                  <a:ext uri="{FF2B5EF4-FFF2-40B4-BE49-F238E27FC236}">
                    <a16:creationId xmlns:a16="http://schemas.microsoft.com/office/drawing/2014/main" id="{9651B425-2CCE-9A42-17A8-C59B90226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7521" y="4075035"/>
                <a:ext cx="176290" cy="125843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Oval 71">
                <a:extLst>
                  <a:ext uri="{FF2B5EF4-FFF2-40B4-BE49-F238E27FC236}">
                    <a16:creationId xmlns:a16="http://schemas.microsoft.com/office/drawing/2014/main" id="{70D5CC07-52AF-F8AA-BBD6-0880F5F14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9979" y="4108936"/>
                <a:ext cx="88145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14" name="Connector D">
              <a:extLst>
                <a:ext uri="{FF2B5EF4-FFF2-40B4-BE49-F238E27FC236}">
                  <a16:creationId xmlns:a16="http://schemas.microsoft.com/office/drawing/2014/main" id="{B37796A7-81A7-8374-B939-7C0F6DB90A94}"/>
                </a:ext>
              </a:extLst>
            </p:cNvPr>
            <p:cNvGrpSpPr/>
            <p:nvPr/>
          </p:nvGrpSpPr>
          <p:grpSpPr>
            <a:xfrm flipH="1">
              <a:off x="5439210" y="4122523"/>
              <a:ext cx="1652526" cy="663196"/>
              <a:chOff x="3908440" y="4075035"/>
              <a:chExt cx="1652526" cy="663196"/>
            </a:xfrm>
          </p:grpSpPr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16686EC7-D24F-81D0-B414-40E534F6E9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2" y="4142718"/>
                <a:ext cx="1517154" cy="595513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6" name="Oval 70">
                <a:extLst>
                  <a:ext uri="{FF2B5EF4-FFF2-40B4-BE49-F238E27FC236}">
                    <a16:creationId xmlns:a16="http://schemas.microsoft.com/office/drawing/2014/main" id="{B429FA8D-23F1-5953-419C-D8027A782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8" name="Oval 71">
                <a:extLst>
                  <a:ext uri="{FF2B5EF4-FFF2-40B4-BE49-F238E27FC236}">
                    <a16:creationId xmlns:a16="http://schemas.microsoft.com/office/drawing/2014/main" id="{2BAD58CF-EA5B-6DB6-3EA3-72881CB3F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19" name="Connector B">
              <a:extLst>
                <a:ext uri="{FF2B5EF4-FFF2-40B4-BE49-F238E27FC236}">
                  <a16:creationId xmlns:a16="http://schemas.microsoft.com/office/drawing/2014/main" id="{43CCE721-336E-96E6-4723-01AA4BE4EBD3}"/>
                </a:ext>
              </a:extLst>
            </p:cNvPr>
            <p:cNvGrpSpPr/>
            <p:nvPr/>
          </p:nvGrpSpPr>
          <p:grpSpPr>
            <a:xfrm flipH="1">
              <a:off x="6163434" y="1436128"/>
              <a:ext cx="1487644" cy="481092"/>
              <a:chOff x="3908440" y="2300061"/>
              <a:chExt cx="1487644" cy="481092"/>
            </a:xfrm>
          </p:grpSpPr>
          <p:sp>
            <p:nvSpPr>
              <p:cNvPr id="20" name="Freeform 63">
                <a:extLst>
                  <a:ext uri="{FF2B5EF4-FFF2-40B4-BE49-F238E27FC236}">
                    <a16:creationId xmlns:a16="http://schemas.microsoft.com/office/drawing/2014/main" id="{EE73A737-273D-7131-E261-C6E69538DE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4" y="2300061"/>
                <a:ext cx="1352270" cy="414009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430"/>
                    </a:moveTo>
                    <a:lnTo>
                      <a:pt x="799" y="430"/>
                    </a:lnTo>
                    <a:lnTo>
                      <a:pt x="1227" y="0"/>
                    </a:lnTo>
                    <a:lnTo>
                      <a:pt x="1955" y="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1" name="Oval 64">
                <a:extLst>
                  <a:ext uri="{FF2B5EF4-FFF2-40B4-BE49-F238E27FC236}">
                    <a16:creationId xmlns:a16="http://schemas.microsoft.com/office/drawing/2014/main" id="{FF5D01F0-1D9E-E237-B6C5-528B093C9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2645177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2" name="Oval 65">
                <a:extLst>
                  <a:ext uri="{FF2B5EF4-FFF2-40B4-BE49-F238E27FC236}">
                    <a16:creationId xmlns:a16="http://schemas.microsoft.com/office/drawing/2014/main" id="{497269CA-BBB7-08A6-0C3E-030B11D0E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2685028"/>
                <a:ext cx="60434" cy="6103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23" name="Connector A">
              <a:extLst>
                <a:ext uri="{FF2B5EF4-FFF2-40B4-BE49-F238E27FC236}">
                  <a16:creationId xmlns:a16="http://schemas.microsoft.com/office/drawing/2014/main" id="{B09B95B0-667F-56A2-FBF6-B12B1F47E503}"/>
                </a:ext>
              </a:extLst>
            </p:cNvPr>
            <p:cNvGrpSpPr/>
            <p:nvPr/>
          </p:nvGrpSpPr>
          <p:grpSpPr>
            <a:xfrm flipH="1">
              <a:off x="6701866" y="539495"/>
              <a:ext cx="1703775" cy="1214949"/>
              <a:chOff x="3383877" y="1044662"/>
              <a:chExt cx="1703775" cy="1214949"/>
            </a:xfrm>
          </p:grpSpPr>
          <p:sp>
            <p:nvSpPr>
              <p:cNvPr id="24" name="Freeform 60">
                <a:extLst>
                  <a:ext uri="{FF2B5EF4-FFF2-40B4-BE49-F238E27FC236}">
                    <a16:creationId xmlns:a16="http://schemas.microsoft.com/office/drawing/2014/main" id="{0DCAD07E-0270-853D-02A4-8BDBA5FC04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8041" y="1044662"/>
                <a:ext cx="1569611" cy="1147867"/>
              </a:xfrm>
              <a:custGeom>
                <a:avLst/>
                <a:gdLst>
                  <a:gd name="T0" fmla="*/ 0 w 2773"/>
                  <a:gd name="T1" fmla="*/ 1196 h 1196"/>
                  <a:gd name="T2" fmla="*/ 646 w 2773"/>
                  <a:gd name="T3" fmla="*/ 1196 h 1196"/>
                  <a:gd name="T4" fmla="*/ 1842 w 2773"/>
                  <a:gd name="T5" fmla="*/ 0 h 1196"/>
                  <a:gd name="T6" fmla="*/ 2773 w 2773"/>
                  <a:gd name="T7" fmla="*/ 0 h 1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73" h="1196">
                    <a:moveTo>
                      <a:pt x="0" y="1196"/>
                    </a:moveTo>
                    <a:lnTo>
                      <a:pt x="646" y="1196"/>
                    </a:lnTo>
                    <a:lnTo>
                      <a:pt x="1842" y="0"/>
                    </a:lnTo>
                    <a:lnTo>
                      <a:pt x="2773" y="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5" name="Oval 61">
                <a:extLst>
                  <a:ext uri="{FF2B5EF4-FFF2-40B4-BE49-F238E27FC236}">
                    <a16:creationId xmlns:a16="http://schemas.microsoft.com/office/drawing/2014/main" id="{EF1D8EA4-07BD-6D8F-81A7-C58783EAF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3877" y="2124240"/>
                <a:ext cx="134162" cy="135371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26" name="Oval 62">
                <a:extLst>
                  <a:ext uri="{FF2B5EF4-FFF2-40B4-BE49-F238E27FC236}">
                    <a16:creationId xmlns:a16="http://schemas.microsoft.com/office/drawing/2014/main" id="{5469C593-E832-A9B2-4088-D9DBDBA0B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3727" y="2163485"/>
                <a:ext cx="59829" cy="616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31" name="Connector D">
              <a:extLst>
                <a:ext uri="{FF2B5EF4-FFF2-40B4-BE49-F238E27FC236}">
                  <a16:creationId xmlns:a16="http://schemas.microsoft.com/office/drawing/2014/main" id="{A51042DB-0699-2BE5-83CB-9493B23C39AE}"/>
                </a:ext>
              </a:extLst>
            </p:cNvPr>
            <p:cNvGrpSpPr/>
            <p:nvPr/>
          </p:nvGrpSpPr>
          <p:grpSpPr>
            <a:xfrm flipH="1">
              <a:off x="5433544" y="2270178"/>
              <a:ext cx="1839839" cy="168811"/>
              <a:chOff x="3908440" y="4075035"/>
              <a:chExt cx="1839839" cy="168811"/>
            </a:xfrm>
          </p:grpSpPr>
          <p:sp>
            <p:nvSpPr>
              <p:cNvPr id="36" name="Freeform 69">
                <a:extLst>
                  <a:ext uri="{FF2B5EF4-FFF2-40B4-BE49-F238E27FC236}">
                    <a16:creationId xmlns:a16="http://schemas.microsoft.com/office/drawing/2014/main" id="{8ABD0A84-76F7-4A39-6BA7-51FE3FD07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812" y="4142719"/>
                <a:ext cx="1704467" cy="101127"/>
              </a:xfrm>
              <a:custGeom>
                <a:avLst/>
                <a:gdLst>
                  <a:gd name="T0" fmla="*/ 0 w 1955"/>
                  <a:gd name="T1" fmla="*/ 0 h 430"/>
                  <a:gd name="T2" fmla="*/ 799 w 1955"/>
                  <a:gd name="T3" fmla="*/ 0 h 430"/>
                  <a:gd name="T4" fmla="*/ 1227 w 1955"/>
                  <a:gd name="T5" fmla="*/ 430 h 430"/>
                  <a:gd name="T6" fmla="*/ 1955 w 1955"/>
                  <a:gd name="T7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55" h="430">
                    <a:moveTo>
                      <a:pt x="0" y="0"/>
                    </a:moveTo>
                    <a:lnTo>
                      <a:pt x="799" y="0"/>
                    </a:lnTo>
                    <a:lnTo>
                      <a:pt x="1227" y="430"/>
                    </a:lnTo>
                    <a:lnTo>
                      <a:pt x="1955" y="430"/>
                    </a:lnTo>
                  </a:path>
                </a:pathLst>
              </a:custGeom>
              <a:noFill/>
              <a:ln w="25400" cap="flat">
                <a:solidFill>
                  <a:srgbClr val="CCCAC8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7" name="Oval 70">
                <a:extLst>
                  <a:ext uri="{FF2B5EF4-FFF2-40B4-BE49-F238E27FC236}">
                    <a16:creationId xmlns:a16="http://schemas.microsoft.com/office/drawing/2014/main" id="{B03E71AD-3D07-6E0D-D1FF-D8AA05EB4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8" name="Oval 71">
                <a:extLst>
                  <a:ext uri="{FF2B5EF4-FFF2-40B4-BE49-F238E27FC236}">
                    <a16:creationId xmlns:a16="http://schemas.microsoft.com/office/drawing/2014/main" id="{924F5BB6-C142-095D-F51E-D69D591AD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998C097-F7A6-15B2-D8CE-7C9E96E0EAAC}"/>
                </a:ext>
              </a:extLst>
            </p:cNvPr>
            <p:cNvGrpSpPr/>
            <p:nvPr/>
          </p:nvGrpSpPr>
          <p:grpSpPr>
            <a:xfrm>
              <a:off x="4841042" y="-194802"/>
              <a:ext cx="2000331" cy="1446550"/>
              <a:chOff x="7803739" y="878197"/>
              <a:chExt cx="1469629" cy="1216215"/>
            </a:xfrm>
          </p:grpSpPr>
          <p:sp>
            <p:nvSpPr>
              <p:cNvPr id="86" name="Freeform 83">
                <a:extLst>
                  <a:ext uri="{FF2B5EF4-FFF2-40B4-BE49-F238E27FC236}">
                    <a16:creationId xmlns:a16="http://schemas.microsoft.com/office/drawing/2014/main" id="{6755DADE-C889-3B10-79A7-E79698268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رسم شکل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87" name="A">
                <a:extLst>
                  <a:ext uri="{FF2B5EF4-FFF2-40B4-BE49-F238E27FC236}">
                    <a16:creationId xmlns:a16="http://schemas.microsoft.com/office/drawing/2014/main" id="{673C64D2-F80F-6BD5-52E7-148DD1FD9636}"/>
                  </a:ext>
                </a:extLst>
              </p:cNvPr>
              <p:cNvSpPr txBox="1"/>
              <p:nvPr/>
            </p:nvSpPr>
            <p:spPr>
              <a:xfrm>
                <a:off x="9077306" y="878197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1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2EC332A-AEB0-1B13-A350-2313D623A201}"/>
                </a:ext>
              </a:extLst>
            </p:cNvPr>
            <p:cNvGrpSpPr/>
            <p:nvPr/>
          </p:nvGrpSpPr>
          <p:grpSpPr>
            <a:xfrm>
              <a:off x="4219704" y="648221"/>
              <a:ext cx="2127686" cy="1446550"/>
              <a:chOff x="7803739" y="882620"/>
              <a:chExt cx="1563196" cy="1216215"/>
            </a:xfrm>
          </p:grpSpPr>
          <p:sp>
            <p:nvSpPr>
              <p:cNvPr id="89" name="Freeform 83">
                <a:extLst>
                  <a:ext uri="{FF2B5EF4-FFF2-40B4-BE49-F238E27FC236}">
                    <a16:creationId xmlns:a16="http://schemas.microsoft.com/office/drawing/2014/main" id="{B98CB46A-0FC3-FFC1-1F93-F83CCC957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3739" y="1148135"/>
                <a:ext cx="1319802" cy="623844"/>
              </a:xfrm>
              <a:prstGeom prst="roundRect">
                <a:avLst/>
              </a:prstGeom>
              <a:solidFill>
                <a:srgbClr val="E8782D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الگو سازی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90" name="A">
                <a:extLst>
                  <a:ext uri="{FF2B5EF4-FFF2-40B4-BE49-F238E27FC236}">
                    <a16:creationId xmlns:a16="http://schemas.microsoft.com/office/drawing/2014/main" id="{7D3DD8B7-D7FF-1637-5421-3B498937E852}"/>
                  </a:ext>
                </a:extLst>
              </p:cNvPr>
              <p:cNvSpPr txBox="1"/>
              <p:nvPr/>
            </p:nvSpPr>
            <p:spPr>
              <a:xfrm>
                <a:off x="9170873" y="88262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2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3A05AE3-C325-FEC8-0B73-01F9D6EA6192}"/>
                </a:ext>
              </a:extLst>
            </p:cNvPr>
            <p:cNvGrpSpPr/>
            <p:nvPr/>
          </p:nvGrpSpPr>
          <p:grpSpPr>
            <a:xfrm>
              <a:off x="1371601" y="1491244"/>
              <a:ext cx="4344071" cy="1446550"/>
              <a:chOff x="6220080" y="901710"/>
              <a:chExt cx="3191558" cy="1216215"/>
            </a:xfrm>
          </p:grpSpPr>
          <p:sp>
            <p:nvSpPr>
              <p:cNvPr id="92" name="Freeform 83">
                <a:extLst>
                  <a:ext uri="{FF2B5EF4-FFF2-40B4-BE49-F238E27FC236}">
                    <a16:creationId xmlns:a16="http://schemas.microsoft.com/office/drawing/2014/main" id="{D90EFE33-431E-5D62-D754-28FC87DCA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0080" y="1148135"/>
                <a:ext cx="2903461" cy="623844"/>
              </a:xfrm>
              <a:prstGeom prst="roundRect">
                <a:avLst/>
              </a:prstGeom>
              <a:solidFill>
                <a:srgbClr val="F2B600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حذف حالت‌های نامطلوب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93" name="A">
                <a:extLst>
                  <a:ext uri="{FF2B5EF4-FFF2-40B4-BE49-F238E27FC236}">
                    <a16:creationId xmlns:a16="http://schemas.microsoft.com/office/drawing/2014/main" id="{1F577BAC-0C5A-FD13-64C7-5A47B779980B}"/>
                  </a:ext>
                </a:extLst>
              </p:cNvPr>
              <p:cNvSpPr txBox="1"/>
              <p:nvPr/>
            </p:nvSpPr>
            <p:spPr>
              <a:xfrm>
                <a:off x="9215576" y="90171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3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3E8E85E-133C-BA3A-7984-1326C06705C5}"/>
                </a:ext>
              </a:extLst>
            </p:cNvPr>
            <p:cNvGrpSpPr/>
            <p:nvPr/>
          </p:nvGrpSpPr>
          <p:grpSpPr>
            <a:xfrm>
              <a:off x="2970351" y="2334267"/>
              <a:ext cx="1992559" cy="1446550"/>
              <a:chOff x="7947719" y="901710"/>
              <a:chExt cx="1463919" cy="1216215"/>
            </a:xfrm>
          </p:grpSpPr>
          <p:sp>
            <p:nvSpPr>
              <p:cNvPr id="95" name="Freeform 83">
                <a:extLst>
                  <a:ext uri="{FF2B5EF4-FFF2-40B4-BE49-F238E27FC236}">
                    <a16:creationId xmlns:a16="http://schemas.microsoft.com/office/drawing/2014/main" id="{9D9A79BA-7265-26F5-14FE-4D2ACBB77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7719" y="1148135"/>
                <a:ext cx="1175822" cy="623844"/>
              </a:xfrm>
              <a:prstGeom prst="roundRect">
                <a:avLst/>
              </a:prstGeom>
              <a:solidFill>
                <a:srgbClr val="4D8FCB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الگو یابی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96" name="A">
                <a:extLst>
                  <a:ext uri="{FF2B5EF4-FFF2-40B4-BE49-F238E27FC236}">
                    <a16:creationId xmlns:a16="http://schemas.microsoft.com/office/drawing/2014/main" id="{35F6D2CC-49D1-8A27-1DA6-EDDC633D0DA2}"/>
                  </a:ext>
                </a:extLst>
              </p:cNvPr>
              <p:cNvSpPr txBox="1"/>
              <p:nvPr/>
            </p:nvSpPr>
            <p:spPr>
              <a:xfrm>
                <a:off x="9215576" y="901710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4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74EA500-6587-3652-62D9-C3400D40F1B0}"/>
                </a:ext>
              </a:extLst>
            </p:cNvPr>
            <p:cNvGrpSpPr/>
            <p:nvPr/>
          </p:nvGrpSpPr>
          <p:grpSpPr>
            <a:xfrm>
              <a:off x="1880457" y="3177290"/>
              <a:ext cx="3082453" cy="1446550"/>
              <a:chOff x="7071705" y="926028"/>
              <a:chExt cx="2264656" cy="1216215"/>
            </a:xfrm>
          </p:grpSpPr>
          <p:sp>
            <p:nvSpPr>
              <p:cNvPr id="98" name="Freeform 83">
                <a:extLst>
                  <a:ext uri="{FF2B5EF4-FFF2-40B4-BE49-F238E27FC236}">
                    <a16:creationId xmlns:a16="http://schemas.microsoft.com/office/drawing/2014/main" id="{967E2E22-36DA-446A-D164-55AFF90FA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1705" y="1148135"/>
                <a:ext cx="2051836" cy="623844"/>
              </a:xfrm>
              <a:prstGeom prst="roundRect">
                <a:avLst/>
              </a:prstGeom>
              <a:solidFill>
                <a:srgbClr val="7F6000"/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حدس و آزمایش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01" name="A">
                <a:extLst>
                  <a:ext uri="{FF2B5EF4-FFF2-40B4-BE49-F238E27FC236}">
                    <a16:creationId xmlns:a16="http://schemas.microsoft.com/office/drawing/2014/main" id="{963211AE-E776-DED0-8248-2961E549CFBE}"/>
                  </a:ext>
                </a:extLst>
              </p:cNvPr>
              <p:cNvSpPr txBox="1"/>
              <p:nvPr/>
            </p:nvSpPr>
            <p:spPr>
              <a:xfrm>
                <a:off x="9140299" y="926028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5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9D1F74CF-7B53-331A-C759-DB8AF60B0218}"/>
                </a:ext>
              </a:extLst>
            </p:cNvPr>
            <p:cNvGrpSpPr/>
            <p:nvPr/>
          </p:nvGrpSpPr>
          <p:grpSpPr>
            <a:xfrm>
              <a:off x="3425451" y="4020313"/>
              <a:ext cx="2290221" cy="1446550"/>
              <a:chOff x="7644046" y="933269"/>
              <a:chExt cx="1682609" cy="1216215"/>
            </a:xfrm>
          </p:grpSpPr>
          <p:sp>
            <p:nvSpPr>
              <p:cNvPr id="103" name="Freeform 83">
                <a:extLst>
                  <a:ext uri="{FF2B5EF4-FFF2-40B4-BE49-F238E27FC236}">
                    <a16:creationId xmlns:a16="http://schemas.microsoft.com/office/drawing/2014/main" id="{DF355FB0-F217-3400-A912-16FDE7CD8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4046" y="1148135"/>
                <a:ext cx="1479495" cy="623844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innerShdw blurRad="152400" dist="50800" dir="13500000">
                  <a:srgbClr val="21262B">
                    <a:alpha val="69804"/>
                  </a:srgbClr>
                </a:inn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fa-IR" sz="2800" dirty="0">
                    <a:solidFill>
                      <a:schemeClr val="bg1"/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زیر مسئله</a:t>
                </a:r>
                <a:endParaRPr lang="ru-RU" sz="2800" dirty="0">
                  <a:solidFill>
                    <a:schemeClr val="bg1"/>
                  </a:solidFill>
                  <a:cs typeface="IRANYekanXVFaNum DemiBold" pitchFamily="2" charset="-78"/>
                </a:endParaRPr>
              </a:p>
            </p:txBody>
          </p:sp>
          <p:sp>
            <p:nvSpPr>
              <p:cNvPr id="104" name="A">
                <a:extLst>
                  <a:ext uri="{FF2B5EF4-FFF2-40B4-BE49-F238E27FC236}">
                    <a16:creationId xmlns:a16="http://schemas.microsoft.com/office/drawing/2014/main" id="{9643EC37-1B5B-8A5D-4303-3D0EF9A8993D}"/>
                  </a:ext>
                </a:extLst>
              </p:cNvPr>
              <p:cNvSpPr txBox="1"/>
              <p:nvPr/>
            </p:nvSpPr>
            <p:spPr>
              <a:xfrm>
                <a:off x="9130593" y="933269"/>
                <a:ext cx="196062" cy="1216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a-IR" sz="8800" b="1" dirty="0">
                    <a:ln w="13462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>
                    <a:solidFill>
                      <a:schemeClr val="bg1"/>
                    </a:solidFill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rPr>
                  <a:t>6</a:t>
                </a:r>
                <a:endParaRPr lang="ru-RU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endParaRP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75E5EFE-2005-8AC2-278A-DF1569F03EDE}"/>
              </a:ext>
            </a:extLst>
          </p:cNvPr>
          <p:cNvGrpSpPr/>
          <p:nvPr/>
        </p:nvGrpSpPr>
        <p:grpSpPr>
          <a:xfrm>
            <a:off x="2928109" y="4885105"/>
            <a:ext cx="3397510" cy="1446550"/>
            <a:chOff x="6783901" y="884151"/>
            <a:chExt cx="2496126" cy="1216215"/>
          </a:xfrm>
        </p:grpSpPr>
        <p:sp>
          <p:nvSpPr>
            <p:cNvPr id="106" name="Freeform 83">
              <a:extLst>
                <a:ext uri="{FF2B5EF4-FFF2-40B4-BE49-F238E27FC236}">
                  <a16:creationId xmlns:a16="http://schemas.microsoft.com/office/drawing/2014/main" id="{48196D56-6E09-3CD7-3E35-202477F24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901" y="1148135"/>
              <a:ext cx="2339640" cy="623844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حل مسئله ساده تر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107" name="A">
              <a:extLst>
                <a:ext uri="{FF2B5EF4-FFF2-40B4-BE49-F238E27FC236}">
                  <a16:creationId xmlns:a16="http://schemas.microsoft.com/office/drawing/2014/main" id="{B780A3B0-EF27-522C-7237-FA48894ACBD8}"/>
                </a:ext>
              </a:extLst>
            </p:cNvPr>
            <p:cNvSpPr txBox="1"/>
            <p:nvPr/>
          </p:nvSpPr>
          <p:spPr>
            <a:xfrm>
              <a:off x="9083965" y="884151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7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2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"/>
                            </p:stCondLst>
                            <p:childTnLst>
                              <p:par>
                                <p:cTn id="37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83" grpId="0"/>
      <p:bldP spid="8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C938-B32A-B40A-22DB-E227F13F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A41694-400F-7909-EB33-9FA23AFA4B07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FB7742-90D7-99D7-E663-378BA793571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32311AA1-6ADC-99EB-5154-ECEB5572B64E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EEED5AF-261F-8310-0F75-883954E2652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A4C324-67CB-6ABF-8D16-7768B64B6BA9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F8A3C77-DFB9-5396-7D32-B635CE3E5827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A0C632-40B2-121A-A751-4F7A70451DC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5BC81-671E-4428-3626-4F817C91540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CC2228-F6FE-F1D9-2ACA-1FB6529B84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04C49091-39DE-EC27-0999-C85418A64707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DBDEEE5D-B92C-2525-9A9C-DB1620E723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CBEFD3FA-16B5-037B-EBB4-FEFE30CFE8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78ABB65-F18B-F59D-DFD3-F4EDDC25CD3A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قطر خورشید 1,392,530 کیلومتر و قطر کره زمین 12,756/6 کیلومتر است.قطر خورشید تقریبا چند برابر قطر زمین است؟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DB490A-F2C0-3A25-1DB8-5411BE3C6C20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A483EC-63F8-F94F-2B2A-3895267187CA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8" name="Circle B">
                <a:extLst>
                  <a:ext uri="{FF2B5EF4-FFF2-40B4-BE49-F238E27FC236}">
                    <a16:creationId xmlns:a16="http://schemas.microsoft.com/office/drawing/2014/main" id="{499F1B39-FCAB-0C96-1835-6C90D3AAD35D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0" name="Oval 73">
                  <a:extLst>
                    <a:ext uri="{FF2B5EF4-FFF2-40B4-BE49-F238E27FC236}">
                      <a16:creationId xmlns:a16="http://schemas.microsoft.com/office/drawing/2014/main" id="{DE71B0F5-10DA-C35D-465C-64F7FA245C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1" name="Texture">
                  <a:extLst>
                    <a:ext uri="{FF2B5EF4-FFF2-40B4-BE49-F238E27FC236}">
                      <a16:creationId xmlns:a16="http://schemas.microsoft.com/office/drawing/2014/main" id="{102E6173-1161-CDAD-1376-E7FACF502C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9" name="B">
                <a:extLst>
                  <a:ext uri="{FF2B5EF4-FFF2-40B4-BE49-F238E27FC236}">
                    <a16:creationId xmlns:a16="http://schemas.microsoft.com/office/drawing/2014/main" id="{3378F39B-C287-1476-FEFC-F6B161BA535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7" name="A">
              <a:extLst>
                <a:ext uri="{FF2B5EF4-FFF2-40B4-BE49-F238E27FC236}">
                  <a16:creationId xmlns:a16="http://schemas.microsoft.com/office/drawing/2014/main" id="{32872F40-D139-F516-70A5-948A7726D371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E07FF4F-CD50-F710-B19F-39396A51E3F1}"/>
              </a:ext>
            </a:extLst>
          </p:cNvPr>
          <p:cNvSpPr txBox="1"/>
          <p:nvPr/>
        </p:nvSpPr>
        <p:spPr>
          <a:xfrm>
            <a:off x="57895" y="2797012"/>
            <a:ext cx="139012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1,392,530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494F01-B257-030B-B7A5-7A5A0B444C46}"/>
              </a:ext>
            </a:extLst>
          </p:cNvPr>
          <p:cNvSpPr txBox="1"/>
          <p:nvPr/>
        </p:nvSpPr>
        <p:spPr>
          <a:xfrm>
            <a:off x="57895" y="3538301"/>
            <a:ext cx="126669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12,756/6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8C9168-2457-12FB-78B2-3AC471746AAB}"/>
              </a:ext>
            </a:extLst>
          </p:cNvPr>
          <p:cNvSpPr txBox="1"/>
          <p:nvPr/>
        </p:nvSpPr>
        <p:spPr>
          <a:xfrm>
            <a:off x="1503063" y="3538301"/>
            <a:ext cx="915635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10,000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7877FF-DFBC-1B95-2DD6-CE49FC2C5640}"/>
              </a:ext>
            </a:extLst>
          </p:cNvPr>
          <p:cNvSpPr txBox="1"/>
          <p:nvPr/>
        </p:nvSpPr>
        <p:spPr>
          <a:xfrm>
            <a:off x="1588119" y="2797012"/>
            <a:ext cx="1274708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1,000,000</a:t>
            </a:r>
            <a:endParaRPr lang="ar-DZ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E5B0B9-9867-2330-2A98-B56694BC0E9B}"/>
                  </a:ext>
                </a:extLst>
              </p:cNvPr>
              <p:cNvSpPr txBox="1"/>
              <p:nvPr/>
            </p:nvSpPr>
            <p:spPr>
              <a:xfrm>
                <a:off x="2988397" y="4120859"/>
                <a:ext cx="1569425" cy="88184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DZ" sz="24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خورش</m:t>
                          </m:r>
                          <m:r>
                            <a:rPr lang="fa-IR" sz="2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ی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د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 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قطر</m:t>
                          </m:r>
                        </m:num>
                        <m:den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زمین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 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قطر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E5B0B9-9867-2330-2A98-B56694BC0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397" y="4120859"/>
                <a:ext cx="1569425" cy="881844"/>
              </a:xfrm>
              <a:prstGeom prst="rect">
                <a:avLst/>
              </a:prstGeom>
              <a:blipFill>
                <a:blip r:embed="rId3"/>
                <a:stretch>
                  <a:fillRect r="-14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4ECB875-569C-3D42-580A-4323D6F57697}"/>
              </a:ext>
            </a:extLst>
          </p:cNvPr>
          <p:cNvSpPr txBox="1"/>
          <p:nvPr/>
        </p:nvSpPr>
        <p:spPr>
          <a:xfrm>
            <a:off x="4488547" y="4364084"/>
            <a:ext cx="352982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=</a:t>
            </a:r>
            <a:endParaRPr lang="ar-DZ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9A9619-0347-ED2C-6F63-2BC2BE0A8242}"/>
                  </a:ext>
                </a:extLst>
              </p:cNvPr>
              <p:cNvSpPr txBox="1"/>
              <p:nvPr/>
            </p:nvSpPr>
            <p:spPr>
              <a:xfrm>
                <a:off x="4729723" y="4146259"/>
                <a:ext cx="1576072" cy="82529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4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  <m:r>
                            <a:rPr lang="fa-IR" sz="2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,</m:t>
                          </m:r>
                          <m:r>
                            <a:rPr lang="fa-IR" sz="240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000</m:t>
                          </m:r>
                          <m:r>
                            <a:rPr lang="fa-IR" sz="2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,</m:t>
                          </m:r>
                          <m:r>
                            <a:rPr lang="fa-IR" sz="240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000</m:t>
                          </m:r>
                        </m:num>
                        <m:den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10</m:t>
                          </m:r>
                          <m:r>
                            <a:rPr lang="fa-IR" sz="24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,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000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9A9619-0347-ED2C-6F63-2BC2BE0A8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723" y="4146259"/>
                <a:ext cx="1576072" cy="825291"/>
              </a:xfrm>
              <a:prstGeom prst="rect">
                <a:avLst/>
              </a:prstGeom>
              <a:blipFill>
                <a:blip r:embed="rId4"/>
                <a:stretch>
                  <a:fillRect r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8229519-8362-DE70-5186-7096B20B1131}"/>
              </a:ext>
            </a:extLst>
          </p:cNvPr>
          <p:cNvSpPr txBox="1"/>
          <p:nvPr/>
        </p:nvSpPr>
        <p:spPr>
          <a:xfrm>
            <a:off x="2707038" y="5443352"/>
            <a:ext cx="4605748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تقریبا</a:t>
            </a:r>
            <a:r>
              <a:rPr lang="fa-IR" sz="2800" dirty="0">
                <a:solidFill>
                  <a:srgbClr val="6699FF"/>
                </a:solidFill>
              </a:rPr>
              <a:t> </a:t>
            </a:r>
            <a:r>
              <a:rPr lang="fa-IR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100</a:t>
            </a:r>
            <a:r>
              <a:rPr lang="fa-IR" sz="2800" dirty="0">
                <a:solidFill>
                  <a:srgbClr val="6699FF"/>
                </a:solidFill>
              </a:rPr>
              <a:t> 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برابر</a:t>
            </a:r>
            <a:r>
              <a:rPr lang="fa-IR" sz="2800" dirty="0">
                <a:solidFill>
                  <a:srgbClr val="6699FF"/>
                </a:solidFill>
              </a:rPr>
              <a:t> 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قطر</a:t>
            </a:r>
            <a:r>
              <a:rPr lang="fa-IR" sz="2800" dirty="0">
                <a:solidFill>
                  <a:srgbClr val="6699FF"/>
                </a:solidFill>
              </a:rPr>
              <a:t> 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زمین</a:t>
            </a:r>
            <a:r>
              <a:rPr lang="fa-IR" sz="2800" dirty="0">
                <a:solidFill>
                  <a:srgbClr val="6699FF"/>
                </a:solidFill>
              </a:rPr>
              <a:t> 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است.</a:t>
            </a:r>
            <a:endParaRPr lang="ar-DZ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EB698E7-BDBD-8F2D-94DF-81EFF4C6D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BF03E79-7C48-FEE3-2B87-604E749122A9}"/>
                  </a:ext>
                </a:extLst>
              </p:cNvPr>
              <p:cNvSpPr txBox="1"/>
              <p:nvPr/>
            </p:nvSpPr>
            <p:spPr>
              <a:xfrm>
                <a:off x="1270657" y="2797012"/>
                <a:ext cx="3540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≃</m:t>
                      </m:r>
                    </m:oMath>
                  </m:oMathPara>
                </a14:m>
                <a:endParaRPr lang="ar-DZ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BF03E79-7C48-FEE3-2B87-604E74912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657" y="2797012"/>
                <a:ext cx="354005" cy="461665"/>
              </a:xfrm>
              <a:prstGeom prst="rect">
                <a:avLst/>
              </a:prstGeom>
              <a:blipFill>
                <a:blip r:embed="rId6"/>
                <a:stretch>
                  <a:fillRect r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944216A-6721-5AC7-F5F7-4AD86C7213A0}"/>
                  </a:ext>
                </a:extLst>
              </p:cNvPr>
              <p:cNvSpPr txBox="1"/>
              <p:nvPr/>
            </p:nvSpPr>
            <p:spPr>
              <a:xfrm>
                <a:off x="1185601" y="3538301"/>
                <a:ext cx="3540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400" b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≃</m:t>
                      </m:r>
                    </m:oMath>
                  </m:oMathPara>
                </a14:m>
                <a:endParaRPr lang="ar-DZ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944216A-6721-5AC7-F5F7-4AD86C721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601" y="3538301"/>
                <a:ext cx="354005" cy="461665"/>
              </a:xfrm>
              <a:prstGeom prst="rect">
                <a:avLst/>
              </a:prstGeom>
              <a:blipFill>
                <a:blip r:embed="rId7"/>
                <a:stretch>
                  <a:fillRect r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A11F5A-1D98-7548-E9DB-83F4F6570F7F}"/>
                  </a:ext>
                </a:extLst>
              </p:cNvPr>
              <p:cNvSpPr txBox="1"/>
              <p:nvPr/>
            </p:nvSpPr>
            <p:spPr>
              <a:xfrm>
                <a:off x="6169530" y="4302668"/>
                <a:ext cx="1076449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en-US"/>
                </a:defPPr>
                <a:lvl1pPr>
                  <a:defRPr sz="2400" i="1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  <a:cs typeface="IRANYekanXFaNum" pitchFamily="2" charset="-78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a-IR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4A11F5A-1D98-7548-E9DB-83F4F6570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530" y="4302668"/>
                <a:ext cx="107644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4B6C3AC-D350-A855-62ED-0C658BBF044E}"/>
              </a:ext>
            </a:extLst>
          </p:cNvPr>
          <p:cNvCxnSpPr>
            <a:cxnSpLocks/>
          </p:cNvCxnSpPr>
          <p:nvPr/>
        </p:nvCxnSpPr>
        <p:spPr>
          <a:xfrm flipH="1">
            <a:off x="5427882" y="4338046"/>
            <a:ext cx="749753" cy="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D8380CD-391D-BF0C-8F7F-EC269523CE81}"/>
              </a:ext>
            </a:extLst>
          </p:cNvPr>
          <p:cNvCxnSpPr>
            <a:cxnSpLocks/>
          </p:cNvCxnSpPr>
          <p:nvPr/>
        </p:nvCxnSpPr>
        <p:spPr>
          <a:xfrm flipH="1">
            <a:off x="5229280" y="4778917"/>
            <a:ext cx="749753" cy="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788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0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6" grpId="0"/>
          <p:bldP spid="29" grpId="0"/>
          <p:bldP spid="30" grpId="0"/>
          <p:bldP spid="31" grpId="0"/>
          <p:bldP spid="34" grpId="0"/>
          <p:bldP spid="32" grpId="0"/>
          <p:bldP spid="35" grpId="0"/>
          <p:bldP spid="2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9" fill="hold">
                          <p:stCondLst>
                            <p:cond delay="indefinite"/>
                          </p:stCondLst>
                          <p:childTnLst>
                            <p:par>
                              <p:cTn id="10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1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03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6" grpId="0"/>
          <p:bldP spid="29" grpId="0"/>
          <p:bldP spid="30" grpId="0"/>
          <p:bldP spid="31" grpId="0"/>
          <p:bldP spid="34" grpId="0"/>
          <p:bldP spid="32" grpId="0"/>
          <p:bldP spid="35" grpId="0"/>
          <p:bldP spid="2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4D3A-BC74-F9F7-3748-7F91BD3B2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46E05CC-5C2B-7B12-8DD3-AF06651D9493}"/>
              </a:ext>
            </a:extLst>
          </p:cNvPr>
          <p:cNvSpPr/>
          <p:nvPr/>
        </p:nvSpPr>
        <p:spPr>
          <a:xfrm>
            <a:off x="182712" y="906191"/>
            <a:ext cx="8632177" cy="779903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D718BE-33CE-A863-90B8-E401F7CF8CCD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3" name="Arc 111">
              <a:extLst>
                <a:ext uri="{FF2B5EF4-FFF2-40B4-BE49-F238E27FC236}">
                  <a16:creationId xmlns:a16="http://schemas.microsoft.com/office/drawing/2014/main" id="{FA607986-B4E3-19AE-C932-22005F278612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EE0B38-6F4A-652F-95C8-AB29261461A4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41AA52-1C47-E8F9-BFAF-1AF9AE62AFF3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66BF737-29ED-314F-EDCD-FE4256BCFE04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A5C4FD1-1445-9C8C-44F0-243F1B4E89B1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7E5199-7675-DDD3-2EF6-0ED9EB288AD6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76E082C-2408-3EE5-FC99-45BFBDCF7C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30" name="Target">
              <a:extLst>
                <a:ext uri="{FF2B5EF4-FFF2-40B4-BE49-F238E27FC236}">
                  <a16:creationId xmlns:a16="http://schemas.microsoft.com/office/drawing/2014/main" id="{106F8655-115E-C937-FC1A-A76F12BA74B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1" name="Freeform 56">
                <a:extLst>
                  <a:ext uri="{FF2B5EF4-FFF2-40B4-BE49-F238E27FC236}">
                    <a16:creationId xmlns:a16="http://schemas.microsoft.com/office/drawing/2014/main" id="{5C3C124C-B172-AB08-7F16-108AE94C10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2" name="Freeform 57">
                <a:extLst>
                  <a:ext uri="{FF2B5EF4-FFF2-40B4-BE49-F238E27FC236}">
                    <a16:creationId xmlns:a16="http://schemas.microsoft.com/office/drawing/2014/main" id="{91C0D3A1-EA89-86BF-D97A-D270A38275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416A53A7-EBE2-95E1-63CB-78F6DF1D07E0}"/>
              </a:ext>
            </a:extLst>
          </p:cNvPr>
          <p:cNvSpPr/>
          <p:nvPr/>
        </p:nvSpPr>
        <p:spPr>
          <a:xfrm>
            <a:off x="113407" y="906191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حاصل عبارات مقابل را بدست آورید.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ACE7B6F-B8BF-FCB4-62A3-27722D13B3E1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9992608-EF04-77BE-26FC-832D702A3B33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7" name="Circle B">
                <a:extLst>
                  <a:ext uri="{FF2B5EF4-FFF2-40B4-BE49-F238E27FC236}">
                    <a16:creationId xmlns:a16="http://schemas.microsoft.com/office/drawing/2014/main" id="{EC2101A0-50F5-1FC5-CF06-648256658C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9" name="Oval 73">
                  <a:extLst>
                    <a:ext uri="{FF2B5EF4-FFF2-40B4-BE49-F238E27FC236}">
                      <a16:creationId xmlns:a16="http://schemas.microsoft.com/office/drawing/2014/main" id="{33B29B27-63CF-56C5-6754-F8417DD9E8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1" name="Texture">
                  <a:extLst>
                    <a:ext uri="{FF2B5EF4-FFF2-40B4-BE49-F238E27FC236}">
                      <a16:creationId xmlns:a16="http://schemas.microsoft.com/office/drawing/2014/main" id="{D9D35829-0230-BE14-DD18-4BCFB9FFA9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8" name="B">
                <a:extLst>
                  <a:ext uri="{FF2B5EF4-FFF2-40B4-BE49-F238E27FC236}">
                    <a16:creationId xmlns:a16="http://schemas.microsoft.com/office/drawing/2014/main" id="{F06EECA0-AE21-F8C8-6DBB-2E4F397226D2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6" name="A">
              <a:extLst>
                <a:ext uri="{FF2B5EF4-FFF2-40B4-BE49-F238E27FC236}">
                  <a16:creationId xmlns:a16="http://schemas.microsoft.com/office/drawing/2014/main" id="{67750E18-F679-AEFB-86CF-EE369CD64D36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7B1BAB-223C-722A-B281-A927C5DEDD0F}"/>
                  </a:ext>
                </a:extLst>
              </p:cNvPr>
              <p:cNvSpPr txBox="1"/>
              <p:nvPr/>
            </p:nvSpPr>
            <p:spPr>
              <a:xfrm>
                <a:off x="712048" y="2294947"/>
                <a:ext cx="4670189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</m:t>
                          </m:r>
                        </m:den>
                      </m:f>
                      <m:r>
                        <a:rPr lang="fa-I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f>
                        <m:fPr>
                          <m:ctrlPr>
                            <a:rPr lang="fa-I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4</m:t>
                          </m:r>
                        </m:den>
                      </m:f>
                      <m:r>
                        <a:rPr lang="fa-I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f>
                        <m:fPr>
                          <m:ctrlPr>
                            <a:rPr lang="fa-I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8</m:t>
                          </m:r>
                        </m:den>
                      </m:f>
                      <m:r>
                        <a:rPr lang="fa-I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f>
                        <m:fPr>
                          <m:ctrlPr>
                            <a:rPr lang="fa-I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16</m:t>
                          </m:r>
                        </m:den>
                      </m:f>
                      <m:r>
                        <a:rPr lang="fa-I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+…+</m:t>
                      </m:r>
                      <m:f>
                        <m:fPr>
                          <m:ctrlPr>
                            <a:rPr lang="fa-IR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1024</m:t>
                          </m:r>
                        </m:den>
                      </m:f>
                      <m:r>
                        <a:rPr lang="fa-I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chemeClr val="tx1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17B1BAB-223C-722A-B281-A927C5DED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48" y="2294947"/>
                <a:ext cx="4670189" cy="809452"/>
              </a:xfrm>
              <a:prstGeom prst="rect">
                <a:avLst/>
              </a:prstGeom>
              <a:blipFill>
                <a:blip r:embed="rId3"/>
                <a:stretch>
                  <a:fillRect r="-4961" b="-1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491A86-5CAB-2167-CE86-15D4C8C9378A}"/>
                  </a:ext>
                </a:extLst>
              </p:cNvPr>
              <p:cNvSpPr txBox="1"/>
              <p:nvPr/>
            </p:nvSpPr>
            <p:spPr>
              <a:xfrm>
                <a:off x="5322111" y="2294947"/>
                <a:ext cx="88485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DZ" sz="28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1023</m:t>
                          </m:r>
                        </m:num>
                        <m:den>
                          <m:r>
                            <a:rPr lang="fa-IR" sz="2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1024</m:t>
                          </m:r>
                        </m:den>
                      </m:f>
                    </m:oMath>
                  </m:oMathPara>
                </a14:m>
                <a:endParaRPr lang="ar-DZ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491A86-5CAB-2167-CE86-15D4C8C93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111" y="2294947"/>
                <a:ext cx="884858" cy="809452"/>
              </a:xfrm>
              <a:prstGeom prst="rect">
                <a:avLst/>
              </a:prstGeom>
              <a:blipFill>
                <a:blip r:embed="rId4"/>
                <a:stretch>
                  <a:fillRect r="-28966" b="-1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41400B-C3DA-A581-8CBA-0713962346F2}"/>
                  </a:ext>
                </a:extLst>
              </p:cNvPr>
              <p:cNvSpPr txBox="1"/>
              <p:nvPr/>
            </p:nvSpPr>
            <p:spPr>
              <a:xfrm>
                <a:off x="712048" y="3339234"/>
                <a:ext cx="1282018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</m:t>
                          </m:r>
                        </m:den>
                      </m:f>
                      <m:r>
                        <a:rPr lang="fa-IR" sz="28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f>
                        <m:fPr>
                          <m:ctrlP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4</m:t>
                          </m:r>
                        </m:den>
                      </m:f>
                      <m:r>
                        <a:rPr lang="fa-IR" sz="28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41400B-C3DA-A581-8CBA-071396234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48" y="3339234"/>
                <a:ext cx="1282018" cy="806631"/>
              </a:xfrm>
              <a:prstGeom prst="rect">
                <a:avLst/>
              </a:prstGeom>
              <a:blipFill>
                <a:blip r:embed="rId5"/>
                <a:stretch>
                  <a:fillRect r="-19524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5BC973-C8A4-FEAD-D392-67885103B6C5}"/>
                  </a:ext>
                </a:extLst>
              </p:cNvPr>
              <p:cNvSpPr txBox="1"/>
              <p:nvPr/>
            </p:nvSpPr>
            <p:spPr>
              <a:xfrm>
                <a:off x="712048" y="4380700"/>
                <a:ext cx="190802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</m:t>
                          </m:r>
                        </m:den>
                      </m:f>
                      <m:r>
                        <a:rPr lang="fa-IR" sz="28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f>
                        <m:fPr>
                          <m:ctrlP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4</m:t>
                          </m:r>
                        </m:den>
                      </m:f>
                      <m:r>
                        <a:rPr lang="fa-IR" sz="28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f>
                        <m:fPr>
                          <m:ctrlP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8</m:t>
                          </m:r>
                        </m:den>
                      </m:f>
                      <m:r>
                        <a:rPr lang="fa-IR" sz="28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5BC973-C8A4-FEAD-D392-67885103B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48" y="4380700"/>
                <a:ext cx="1908023" cy="809452"/>
              </a:xfrm>
              <a:prstGeom prst="rect">
                <a:avLst/>
              </a:prstGeom>
              <a:blipFill>
                <a:blip r:embed="rId6"/>
                <a:stretch>
                  <a:fillRect r="-12780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EA73FF-AD6C-12DA-BBAF-4D095967ACC2}"/>
                  </a:ext>
                </a:extLst>
              </p:cNvPr>
              <p:cNvSpPr txBox="1"/>
              <p:nvPr/>
            </p:nvSpPr>
            <p:spPr>
              <a:xfrm>
                <a:off x="3087921" y="3304120"/>
                <a:ext cx="453983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3</m:t>
                          </m:r>
                        </m:num>
                        <m:den>
                          <m:r>
                            <a:rPr lang="fa-IR" sz="2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ar-DZ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EA73FF-AD6C-12DA-BBAF-4D095967A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921" y="3304120"/>
                <a:ext cx="453983" cy="8989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122E4E11-360E-57DA-E03C-EB2841C3CB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E339D4-52B4-0578-9DC7-D53E982BC812}"/>
                  </a:ext>
                </a:extLst>
              </p:cNvPr>
              <p:cNvSpPr txBox="1"/>
              <p:nvPr/>
            </p:nvSpPr>
            <p:spPr>
              <a:xfrm>
                <a:off x="2735904" y="3565106"/>
                <a:ext cx="3462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2800" i="1">
                    <a:solidFill>
                      <a:srgbClr val="6699FF"/>
                    </a:solidFill>
                    <a:latin typeface="Cambria Math" panose="02040503050406030204" pitchFamily="18" charset="0"/>
                    <a:cs typeface="IRANYekanXFaNum" pitchFamily="2" charset="-78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E339D4-52B4-0578-9DC7-D53E982B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904" y="3565106"/>
                <a:ext cx="34624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7A144D-67D9-AE18-4EDC-130BE5883CC0}"/>
              </a:ext>
            </a:extLst>
          </p:cNvPr>
          <p:cNvCxnSpPr/>
          <p:nvPr/>
        </p:nvCxnSpPr>
        <p:spPr>
          <a:xfrm>
            <a:off x="2024743" y="3807682"/>
            <a:ext cx="686020" cy="0"/>
          </a:xfrm>
          <a:prstGeom prst="line">
            <a:avLst/>
          </a:prstGeom>
          <a:ln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BF0FF7-A99A-ADB2-2737-56780D177869}"/>
                  </a:ext>
                </a:extLst>
              </p:cNvPr>
              <p:cNvSpPr txBox="1"/>
              <p:nvPr/>
            </p:nvSpPr>
            <p:spPr>
              <a:xfrm>
                <a:off x="2121907" y="3742549"/>
                <a:ext cx="453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BF0FF7-A99A-ADB2-2737-56780D177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907" y="3742549"/>
                <a:ext cx="45398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0EC156-3BB8-16B7-6A7E-7BD3E3948DDF}"/>
                  </a:ext>
                </a:extLst>
              </p:cNvPr>
              <p:cNvSpPr txBox="1"/>
              <p:nvPr/>
            </p:nvSpPr>
            <p:spPr>
              <a:xfrm>
                <a:off x="2167397" y="3286778"/>
                <a:ext cx="453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0EC156-3BB8-16B7-6A7E-7BD3E3948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397" y="3286778"/>
                <a:ext cx="45398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2A53CA-3C01-F940-9731-469B9833E4D1}"/>
                  </a:ext>
                </a:extLst>
              </p:cNvPr>
              <p:cNvSpPr txBox="1"/>
              <p:nvPr/>
            </p:nvSpPr>
            <p:spPr>
              <a:xfrm>
                <a:off x="1913769" y="3303496"/>
                <a:ext cx="453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2A53CA-3C01-F940-9731-469B9833E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769" y="3303496"/>
                <a:ext cx="453983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C917BE-3343-3D74-C70F-A980B75A8740}"/>
                  </a:ext>
                </a:extLst>
              </p:cNvPr>
              <p:cNvSpPr txBox="1"/>
              <p:nvPr/>
            </p:nvSpPr>
            <p:spPr>
              <a:xfrm>
                <a:off x="2404063" y="3303496"/>
                <a:ext cx="453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C917BE-3343-3D74-C70F-A980B75A8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063" y="3303496"/>
                <a:ext cx="453983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3BB2E2A-2203-8B71-18AD-47B45044C87C}"/>
              </a:ext>
            </a:extLst>
          </p:cNvPr>
          <p:cNvCxnSpPr>
            <a:cxnSpLocks/>
          </p:cNvCxnSpPr>
          <p:nvPr/>
        </p:nvCxnSpPr>
        <p:spPr>
          <a:xfrm>
            <a:off x="2631054" y="4839855"/>
            <a:ext cx="1501435" cy="0"/>
          </a:xfrm>
          <a:prstGeom prst="line">
            <a:avLst/>
          </a:prstGeom>
          <a:ln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1C65AE9-C783-339F-D694-9199D6AEDC71}"/>
                  </a:ext>
                </a:extLst>
              </p:cNvPr>
              <p:cNvSpPr txBox="1"/>
              <p:nvPr/>
            </p:nvSpPr>
            <p:spPr>
              <a:xfrm>
                <a:off x="2960107" y="4785426"/>
                <a:ext cx="453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8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1C65AE9-C783-339F-D694-9199D6AED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107" y="4785426"/>
                <a:ext cx="453983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031E52D-DE9E-AE54-E9DF-9D2CB21B0DC9}"/>
                  </a:ext>
                </a:extLst>
              </p:cNvPr>
              <p:cNvSpPr txBox="1"/>
              <p:nvPr/>
            </p:nvSpPr>
            <p:spPr>
              <a:xfrm>
                <a:off x="2575890" y="4330902"/>
                <a:ext cx="7333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031E52D-DE9E-AE54-E9DF-9D2CB21B0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890" y="4330902"/>
                <a:ext cx="73336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7EDE908-0A0D-7A46-D461-41F2119991AA}"/>
                  </a:ext>
                </a:extLst>
              </p:cNvPr>
              <p:cNvSpPr txBox="1"/>
              <p:nvPr/>
            </p:nvSpPr>
            <p:spPr>
              <a:xfrm>
                <a:off x="3174080" y="4311731"/>
                <a:ext cx="7333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7EDE908-0A0D-7A46-D461-41F211999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080" y="4311731"/>
                <a:ext cx="73336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2C9DB38-DA2E-413F-7A53-12AB902C0DB7}"/>
                  </a:ext>
                </a:extLst>
              </p:cNvPr>
              <p:cNvSpPr txBox="1"/>
              <p:nvPr/>
            </p:nvSpPr>
            <p:spPr>
              <a:xfrm>
                <a:off x="3540763" y="4302369"/>
                <a:ext cx="7333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2C9DB38-DA2E-413F-7A53-12AB902C0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763" y="4302369"/>
                <a:ext cx="73336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A85A633-4E45-18B6-1B22-204D557FC154}"/>
                  </a:ext>
                </a:extLst>
              </p:cNvPr>
              <p:cNvSpPr txBox="1"/>
              <p:nvPr/>
            </p:nvSpPr>
            <p:spPr>
              <a:xfrm>
                <a:off x="4127409" y="4581591"/>
                <a:ext cx="3462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2800" i="1">
                    <a:solidFill>
                      <a:srgbClr val="6699FF"/>
                    </a:solidFill>
                    <a:latin typeface="Cambria Math" panose="02040503050406030204" pitchFamily="18" charset="0"/>
                    <a:cs typeface="IRANYekanXFaNum" pitchFamily="2" charset="-78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A85A633-4E45-18B6-1B22-204D557FC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409" y="4581591"/>
                <a:ext cx="34624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F8F82-7008-0720-055D-0B6F9F06891A}"/>
                  </a:ext>
                </a:extLst>
              </p:cNvPr>
              <p:cNvSpPr txBox="1"/>
              <p:nvPr/>
            </p:nvSpPr>
            <p:spPr>
              <a:xfrm>
                <a:off x="4413821" y="4311731"/>
                <a:ext cx="453983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7</m:t>
                          </m:r>
                        </m:num>
                        <m:den>
                          <m:r>
                            <a:rPr lang="en-US" sz="28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ar-DZ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F8F82-7008-0720-055D-0B6F9F068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821" y="4311731"/>
                <a:ext cx="453983" cy="89896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67F83E-6FE0-70E5-921D-12A007B3031C}"/>
                  </a:ext>
                </a:extLst>
              </p:cNvPr>
              <p:cNvSpPr txBox="1"/>
              <p:nvPr/>
            </p:nvSpPr>
            <p:spPr>
              <a:xfrm>
                <a:off x="712047" y="5454082"/>
                <a:ext cx="2732799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</m:t>
                          </m:r>
                        </m:den>
                      </m:f>
                      <m:r>
                        <a:rPr lang="fa-IR" sz="28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f>
                        <m:fPr>
                          <m:ctrlP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4</m:t>
                          </m:r>
                        </m:den>
                      </m:f>
                      <m:r>
                        <a:rPr lang="fa-IR" sz="28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f>
                        <m:fPr>
                          <m:ctrlP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fa-IR" sz="28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8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16</m:t>
                          </m:r>
                        </m:den>
                      </m:f>
                      <m:r>
                        <a:rPr lang="fa-IR" sz="28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F67F83E-6FE0-70E5-921D-12A007B30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47" y="5454082"/>
                <a:ext cx="2732799" cy="809452"/>
              </a:xfrm>
              <a:prstGeom prst="rect">
                <a:avLst/>
              </a:prstGeom>
              <a:blipFill>
                <a:blip r:embed="rId20"/>
                <a:stretch>
                  <a:fillRect r="-8705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AF1A7A9-661A-8B3E-E194-B14E7CEC9B9C}"/>
              </a:ext>
            </a:extLst>
          </p:cNvPr>
          <p:cNvCxnSpPr>
            <a:cxnSpLocks/>
          </p:cNvCxnSpPr>
          <p:nvPr/>
        </p:nvCxnSpPr>
        <p:spPr>
          <a:xfrm>
            <a:off x="3540763" y="5936343"/>
            <a:ext cx="2337523" cy="0"/>
          </a:xfrm>
          <a:prstGeom prst="line">
            <a:avLst/>
          </a:prstGeom>
          <a:ln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54FC705-B205-8399-8627-889669A1FF20}"/>
                  </a:ext>
                </a:extLst>
              </p:cNvPr>
              <p:cNvSpPr txBox="1"/>
              <p:nvPr/>
            </p:nvSpPr>
            <p:spPr>
              <a:xfrm>
                <a:off x="4397834" y="5885924"/>
                <a:ext cx="4539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16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54FC705-B205-8399-8627-889669A1F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834" y="5885924"/>
                <a:ext cx="453983" cy="523220"/>
              </a:xfrm>
              <a:prstGeom prst="rect">
                <a:avLst/>
              </a:prstGeom>
              <a:blipFill>
                <a:blip r:embed="rId21"/>
                <a:stretch>
                  <a:fillRect r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ED0C6F5-7B8C-5E12-2FC7-96D7E82377CD}"/>
                  </a:ext>
                </a:extLst>
              </p:cNvPr>
              <p:cNvSpPr txBox="1"/>
              <p:nvPr/>
            </p:nvSpPr>
            <p:spPr>
              <a:xfrm>
                <a:off x="3597917" y="5371587"/>
                <a:ext cx="7527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ED0C6F5-7B8C-5E12-2FC7-96D7E8237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917" y="5371587"/>
                <a:ext cx="752740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40B0BA6-44BE-73C0-3148-E65BE5DA872A}"/>
                  </a:ext>
                </a:extLst>
              </p:cNvPr>
              <p:cNvSpPr txBox="1"/>
              <p:nvPr/>
            </p:nvSpPr>
            <p:spPr>
              <a:xfrm>
                <a:off x="4186668" y="5367332"/>
                <a:ext cx="7527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40B0BA6-44BE-73C0-3148-E65BE5DA8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668" y="5367332"/>
                <a:ext cx="752740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E3A4561-1AE0-F1A4-7745-3C894E7166B2}"/>
                  </a:ext>
                </a:extLst>
              </p:cNvPr>
              <p:cNvSpPr txBox="1"/>
              <p:nvPr/>
            </p:nvSpPr>
            <p:spPr>
              <a:xfrm>
                <a:off x="4768031" y="5371587"/>
                <a:ext cx="7527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E3A4561-1AE0-F1A4-7745-3C894E716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031" y="5371587"/>
                <a:ext cx="752740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44985C7-926F-F981-D56A-E707CE879F06}"/>
                  </a:ext>
                </a:extLst>
              </p:cNvPr>
              <p:cNvSpPr txBox="1"/>
              <p:nvPr/>
            </p:nvSpPr>
            <p:spPr>
              <a:xfrm>
                <a:off x="5211115" y="5350819"/>
                <a:ext cx="7527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44985C7-926F-F981-D56A-E707CE879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115" y="5350819"/>
                <a:ext cx="752740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EA79BC0-6940-64F8-5D7E-09C84F4D32A6}"/>
                  </a:ext>
                </a:extLst>
              </p:cNvPr>
              <p:cNvSpPr txBox="1"/>
              <p:nvPr/>
            </p:nvSpPr>
            <p:spPr>
              <a:xfrm>
                <a:off x="5909560" y="5682723"/>
                <a:ext cx="34624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2800" i="1">
                    <a:solidFill>
                      <a:srgbClr val="6699FF"/>
                    </a:solidFill>
                    <a:latin typeface="Cambria Math" panose="02040503050406030204" pitchFamily="18" charset="0"/>
                    <a:cs typeface="IRANYekanXFaNum" pitchFamily="2" charset="-78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EA79BC0-6940-64F8-5D7E-09C84F4D3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560" y="5682723"/>
                <a:ext cx="346249" cy="43088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9456990-D39F-160E-675B-4FE7997917BD}"/>
                  </a:ext>
                </a:extLst>
              </p:cNvPr>
              <p:cNvSpPr txBox="1"/>
              <p:nvPr/>
            </p:nvSpPr>
            <p:spPr>
              <a:xfrm>
                <a:off x="6195972" y="5412863"/>
                <a:ext cx="453983" cy="9441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5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ar-DZ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9456990-D39F-160E-675B-4FE799791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972" y="5412863"/>
                <a:ext cx="453983" cy="944169"/>
              </a:xfrm>
              <a:prstGeom prst="rect">
                <a:avLst/>
              </a:prstGeom>
              <a:blipFill>
                <a:blip r:embed="rId27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663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7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8" fill="hold">
                          <p:stCondLst>
                            <p:cond delay="indefinite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8" fill="hold">
                          <p:stCondLst>
                            <p:cond delay="indefinite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3" fill="hold">
                          <p:stCondLst>
                            <p:cond delay="indefinite"/>
                          </p:stCondLst>
                          <p:childTnLst>
                            <p:par>
                              <p:cTn id="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2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8" fill="hold">
                          <p:stCondLst>
                            <p:cond delay="indefinite"/>
                          </p:stCondLst>
                          <p:childTnLst>
                            <p:par>
                              <p:cTn id="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3" fill="hold">
                          <p:stCondLst>
                            <p:cond delay="indefinite"/>
                          </p:stCondLst>
                          <p:childTnLst>
                            <p:par>
                              <p:cTn id="1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8" fill="hold">
                          <p:stCondLst>
                            <p:cond delay="indefinite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3" fill="hold">
                          <p:stCondLst>
                            <p:cond delay="indefinite"/>
                          </p:stCondLst>
                          <p:childTnLst>
                            <p:par>
                              <p:cTn id="1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7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8" fill="hold">
                          <p:stCondLst>
                            <p:cond delay="indefinite"/>
                          </p:stCondLst>
                          <p:childTnLst>
                            <p:par>
                              <p:cTn id="1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2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3" fill="hold">
                          <p:stCondLst>
                            <p:cond delay="indefinite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8" fill="hold">
                          <p:stCondLst>
                            <p:cond delay="indefinite"/>
                          </p:stCondLst>
                          <p:childTnLst>
                            <p:par>
                              <p:cTn id="1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3" fill="hold">
                          <p:stCondLst>
                            <p:cond delay="indefinite"/>
                          </p:stCondLst>
                          <p:childTnLst>
                            <p:par>
                              <p:cTn id="1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8" fill="hold">
                          <p:stCondLst>
                            <p:cond delay="indefinite"/>
                          </p:stCondLst>
                          <p:childTnLst>
                            <p:par>
                              <p:cTn id="1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2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3" fill="hold">
                          <p:stCondLst>
                            <p:cond delay="indefinite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8" fill="hold">
                          <p:stCondLst>
                            <p:cond delay="indefinite"/>
                          </p:stCondLst>
                          <p:childTnLst>
                            <p:par>
                              <p:cTn id="1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0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500"/>
                                            <p:tgtEl>
                                              <p:spTgt spid="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3" fill="hold">
                          <p:stCondLst>
                            <p:cond delay="indefinite"/>
                          </p:stCondLst>
                          <p:childTnLst>
                            <p:par>
                              <p:cTn id="1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7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8" fill="hold">
                          <p:stCondLst>
                            <p:cond delay="indefinite"/>
                          </p:stCondLst>
                          <p:childTnLst>
                            <p:par>
                              <p:cTn id="1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 animBg="1"/>
          <p:bldP spid="25" grpId="0" animBg="1"/>
          <p:bldP spid="26" grpId="0" animBg="1"/>
          <p:bldP spid="27" grpId="0" animBg="1"/>
          <p:bldP spid="33" grpId="0"/>
          <p:bldP spid="2" grpId="0"/>
          <p:bldP spid="3" grpId="0"/>
          <p:bldP spid="4" grpId="0"/>
          <p:bldP spid="5" grpId="0"/>
          <p:bldP spid="9" grpId="0"/>
          <p:bldP spid="16" grpId="0"/>
          <p:bldP spid="17" grpId="0"/>
          <p:bldP spid="18" grpId="0"/>
          <p:bldP spid="20" grpId="0"/>
          <p:bldP spid="45" grpId="0"/>
          <p:bldP spid="46" grpId="0"/>
          <p:bldP spid="47" grpId="0"/>
          <p:bldP spid="48" grpId="0"/>
          <p:bldP spid="51" grpId="0"/>
          <p:bldP spid="52" grpId="0"/>
          <p:bldP spid="55" grpId="0"/>
          <p:bldP spid="56" grpId="0"/>
          <p:bldP spid="57" grpId="0"/>
          <p:bldP spid="58" grpId="0"/>
          <p:bldP spid="59" grpId="0"/>
          <p:bldP spid="6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7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3" fill="hold">
                          <p:stCondLst>
                            <p:cond delay="indefinite"/>
                          </p:stCondLst>
                          <p:childTnLst>
                            <p:par>
                              <p:cTn id="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8" fill="hold">
                          <p:stCondLst>
                            <p:cond delay="indefinite"/>
                          </p:stCondLst>
                          <p:childTnLst>
                            <p:par>
                              <p:cTn id="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3" fill="hold">
                          <p:stCondLst>
                            <p:cond delay="indefinite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8" fill="hold">
                          <p:stCondLst>
                            <p:cond delay="indefinite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3" fill="hold">
                          <p:stCondLst>
                            <p:cond delay="indefinite"/>
                          </p:stCondLst>
                          <p:childTnLst>
                            <p:par>
                              <p:cTn id="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2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8" fill="hold">
                          <p:stCondLst>
                            <p:cond delay="indefinite"/>
                          </p:stCondLst>
                          <p:childTnLst>
                            <p:par>
                              <p:cTn id="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3" fill="hold">
                          <p:stCondLst>
                            <p:cond delay="indefinite"/>
                          </p:stCondLst>
                          <p:childTnLst>
                            <p:par>
                              <p:cTn id="1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7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8" fill="hold">
                          <p:stCondLst>
                            <p:cond delay="indefinite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2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3" fill="hold">
                          <p:stCondLst>
                            <p:cond delay="indefinite"/>
                          </p:stCondLst>
                          <p:childTnLst>
                            <p:par>
                              <p:cTn id="1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7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8" fill="hold">
                          <p:stCondLst>
                            <p:cond delay="indefinite"/>
                          </p:stCondLst>
                          <p:childTnLst>
                            <p:par>
                              <p:cTn id="1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0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2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3" fill="hold">
                          <p:stCondLst>
                            <p:cond delay="indefinite"/>
                          </p:stCondLst>
                          <p:childTnLst>
                            <p:par>
                              <p:cTn id="1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7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8" fill="hold">
                          <p:stCondLst>
                            <p:cond delay="indefinite"/>
                          </p:stCondLst>
                          <p:childTnLst>
                            <p:par>
                              <p:cTn id="13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3" fill="hold">
                          <p:stCondLst>
                            <p:cond delay="indefinite"/>
                          </p:stCondLst>
                          <p:childTnLst>
                            <p:par>
                              <p:cTn id="14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8" fill="hold">
                          <p:stCondLst>
                            <p:cond delay="indefinite"/>
                          </p:stCondLst>
                          <p:childTnLst>
                            <p:par>
                              <p:cTn id="14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2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3" fill="hold">
                          <p:stCondLst>
                            <p:cond delay="indefinite"/>
                          </p:stCondLst>
                          <p:childTnLst>
                            <p:par>
                              <p:cTn id="1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8" fill="hold">
                          <p:stCondLst>
                            <p:cond delay="indefinite"/>
                          </p:stCondLst>
                          <p:childTnLst>
                            <p:par>
                              <p:cTn id="1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0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500"/>
                                            <p:tgtEl>
                                              <p:spTgt spid="6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3" fill="hold">
                          <p:stCondLst>
                            <p:cond delay="indefinite"/>
                          </p:stCondLst>
                          <p:childTnLst>
                            <p:par>
                              <p:cTn id="1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7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8" fill="hold">
                          <p:stCondLst>
                            <p:cond delay="indefinite"/>
                          </p:stCondLst>
                          <p:childTnLst>
                            <p:par>
                              <p:cTn id="1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 animBg="1"/>
          <p:bldP spid="25" grpId="0" animBg="1"/>
          <p:bldP spid="26" grpId="0" animBg="1"/>
          <p:bldP spid="27" grpId="0" animBg="1"/>
          <p:bldP spid="33" grpId="0"/>
          <p:bldP spid="2" grpId="0"/>
          <p:bldP spid="3" grpId="0"/>
          <p:bldP spid="4" grpId="0"/>
          <p:bldP spid="5" grpId="0"/>
          <p:bldP spid="9" grpId="0"/>
          <p:bldP spid="16" grpId="0"/>
          <p:bldP spid="17" grpId="0"/>
          <p:bldP spid="18" grpId="0"/>
          <p:bldP spid="20" grpId="0"/>
          <p:bldP spid="45" grpId="0"/>
          <p:bldP spid="46" grpId="0"/>
          <p:bldP spid="47" grpId="0"/>
          <p:bldP spid="48" grpId="0"/>
          <p:bldP spid="51" grpId="0"/>
          <p:bldP spid="52" grpId="0"/>
          <p:bldP spid="55" grpId="0"/>
          <p:bldP spid="56" grpId="0"/>
          <p:bldP spid="57" grpId="0"/>
          <p:bldP spid="58" grpId="0"/>
          <p:bldP spid="59" grpId="0"/>
          <p:bldP spid="63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1C41F-C03E-D8C9-1FA5-6A72306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118908B1-4440-5F1B-79A9-C66F2B44B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8A435E-05DF-A1B5-7482-7E17D05572C5}"/>
              </a:ext>
            </a:extLst>
          </p:cNvPr>
          <p:cNvSpPr/>
          <p:nvPr/>
        </p:nvSpPr>
        <p:spPr>
          <a:xfrm>
            <a:off x="186813" y="719285"/>
            <a:ext cx="8624875" cy="1417877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2800DF-04D6-4F3F-C8D7-2838DC3C448E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31340529-382B-F952-2F18-6C86406BF7EE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4F8AD1E-7225-B8E2-B5B1-EB4D0F4C1EA3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A48BDE1-3887-2048-D0CD-4E65B6E21E6F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ED73DAC-6E31-0F66-E939-F83444824F73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BB26FD8-7CF9-9BE0-903D-6D297C7242E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037B4E-7A3C-BEB2-3EBF-CEB9D62AAEC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D762C87-50A1-54A1-016F-525233CCB9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5EA0F491-13B3-02DF-A797-8F21F770F114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0A97AC9-1DEB-F2E4-A4F1-BFBF3D150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283AFBA8-9456-98D3-77E0-29F6B41E51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0C0AAEC-EA2E-808A-0F5C-1650FA2A28AC}"/>
              </a:ext>
            </a:extLst>
          </p:cNvPr>
          <p:cNvSpPr/>
          <p:nvPr/>
        </p:nvSpPr>
        <p:spPr>
          <a:xfrm>
            <a:off x="281889" y="739808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اگر 10 نقطه را که هیچ سه تای آنها روی یک خط نیستند، دو به دو بهم وصل کنیم، چند پاره خط به وجود می آید؟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872165-EB43-D9C6-7F8B-3C9099813596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45FFD15-6A96-E8C6-519C-567C295A4B1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8" name="Circle B">
                <a:extLst>
                  <a:ext uri="{FF2B5EF4-FFF2-40B4-BE49-F238E27FC236}">
                    <a16:creationId xmlns:a16="http://schemas.microsoft.com/office/drawing/2014/main" id="{DE87E991-5C12-C377-04FA-DCFC77D37423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0" name="Oval 73">
                  <a:extLst>
                    <a:ext uri="{FF2B5EF4-FFF2-40B4-BE49-F238E27FC236}">
                      <a16:creationId xmlns:a16="http://schemas.microsoft.com/office/drawing/2014/main" id="{B8D93B08-D0C9-E88E-2594-03535F1A1E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1" name="Texture">
                  <a:extLst>
                    <a:ext uri="{FF2B5EF4-FFF2-40B4-BE49-F238E27FC236}">
                      <a16:creationId xmlns:a16="http://schemas.microsoft.com/office/drawing/2014/main" id="{6D478AEF-523B-9905-D045-881423C5B3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9" name="B">
                <a:extLst>
                  <a:ext uri="{FF2B5EF4-FFF2-40B4-BE49-F238E27FC236}">
                    <a16:creationId xmlns:a16="http://schemas.microsoft.com/office/drawing/2014/main" id="{5563724F-87B9-2A95-50E6-46FE9A92CB36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7" name="A">
              <a:extLst>
                <a:ext uri="{FF2B5EF4-FFF2-40B4-BE49-F238E27FC236}">
                  <a16:creationId xmlns:a16="http://schemas.microsoft.com/office/drawing/2014/main" id="{4009A5C7-AF28-2251-AB23-0F21F9918EA6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142B359D-0444-6FF6-7E17-1D32B34C52D6}"/>
              </a:ext>
            </a:extLst>
          </p:cNvPr>
          <p:cNvSpPr txBox="1"/>
          <p:nvPr/>
        </p:nvSpPr>
        <p:spPr>
          <a:xfrm>
            <a:off x="8589908" y="4428382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ar-DZ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5EAEB6-0558-7452-5B56-ED4EABDDA268}"/>
              </a:ext>
            </a:extLst>
          </p:cNvPr>
          <p:cNvSpPr txBox="1"/>
          <p:nvPr/>
        </p:nvSpPr>
        <p:spPr>
          <a:xfrm>
            <a:off x="5536783" y="4420128"/>
            <a:ext cx="341760" cy="461665"/>
          </a:xfrm>
          <a:prstGeom prst="rect">
            <a:avLst/>
          </a:prstGeom>
          <a:noFill/>
          <a:ln>
            <a:noFill/>
          </a:ln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6</a:t>
            </a:r>
            <a:endParaRPr lang="ar-DZ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935311-8FF0-961B-D851-2E0F8B5FD046}"/>
              </a:ext>
            </a:extLst>
          </p:cNvPr>
          <p:cNvSpPr txBox="1"/>
          <p:nvPr/>
        </p:nvSpPr>
        <p:spPr>
          <a:xfrm>
            <a:off x="2544241" y="4428383"/>
            <a:ext cx="38664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3</a:t>
            </a:r>
            <a:endParaRPr lang="ar-DZ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EC13448-0B20-71DD-8DB1-063B019A61A1}"/>
              </a:ext>
            </a:extLst>
          </p:cNvPr>
          <p:cNvCxnSpPr>
            <a:cxnSpLocks/>
          </p:cNvCxnSpPr>
          <p:nvPr/>
        </p:nvCxnSpPr>
        <p:spPr>
          <a:xfrm>
            <a:off x="2402207" y="5832480"/>
            <a:ext cx="2379404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F916584-AB8A-FC70-643E-7DCDD488A33E}"/>
              </a:ext>
            </a:extLst>
          </p:cNvPr>
          <p:cNvSpPr txBox="1"/>
          <p:nvPr/>
        </p:nvSpPr>
        <p:spPr>
          <a:xfrm>
            <a:off x="2378849" y="5439708"/>
            <a:ext cx="126989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تعداد</a:t>
            </a:r>
            <a:r>
              <a:rPr lang="fa-I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fa-IR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نقطه</a:t>
            </a:r>
            <a:endParaRPr lang="ar-DZ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376AC3-4DAA-9DB0-EB66-BA78F529FE28}"/>
              </a:ext>
            </a:extLst>
          </p:cNvPr>
          <p:cNvSpPr txBox="1"/>
          <p:nvPr/>
        </p:nvSpPr>
        <p:spPr>
          <a:xfrm>
            <a:off x="3488537" y="5240935"/>
            <a:ext cx="484428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×</a:t>
            </a:r>
            <a:endParaRPr lang="ar-DZ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0B87A90-7437-3F93-213E-64A218C51BB4}"/>
              </a:ext>
            </a:extLst>
          </p:cNvPr>
          <p:cNvSpPr txBox="1"/>
          <p:nvPr/>
        </p:nvSpPr>
        <p:spPr>
          <a:xfrm>
            <a:off x="3816890" y="5428158"/>
            <a:ext cx="101822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یکی کمتر</a:t>
            </a:r>
            <a:endParaRPr lang="ar-DZ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7FA44B-5BA6-9309-ED2E-F4356535C31B}"/>
              </a:ext>
            </a:extLst>
          </p:cNvPr>
          <p:cNvSpPr txBox="1"/>
          <p:nvPr/>
        </p:nvSpPr>
        <p:spPr>
          <a:xfrm>
            <a:off x="3427441" y="5866318"/>
            <a:ext cx="32893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2</a:t>
            </a:r>
            <a:endParaRPr lang="ar-DZ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008973C-A949-4569-BB56-01F20D935243}"/>
              </a:ext>
            </a:extLst>
          </p:cNvPr>
          <p:cNvCxnSpPr/>
          <p:nvPr/>
        </p:nvCxnSpPr>
        <p:spPr>
          <a:xfrm>
            <a:off x="4927943" y="5832480"/>
            <a:ext cx="695918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98E83F2-2CEB-ABA0-0502-1FB798A6E13C}"/>
                  </a:ext>
                </a:extLst>
              </p:cNvPr>
              <p:cNvSpPr txBox="1"/>
              <p:nvPr/>
            </p:nvSpPr>
            <p:spPr>
              <a:xfrm>
                <a:off x="5793982" y="5438706"/>
                <a:ext cx="1749818" cy="92198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DZ" sz="320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32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10</m:t>
                          </m:r>
                          <m:r>
                            <a:rPr lang="fa-IR" sz="32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×</m:t>
                          </m:r>
                          <m:r>
                            <a:rPr lang="fa-IR" sz="32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9</m:t>
                          </m:r>
                        </m:num>
                        <m:den>
                          <m:r>
                            <a:rPr lang="fa-IR" sz="320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2</m:t>
                          </m:r>
                        </m:den>
                      </m:f>
                      <m:r>
                        <a:rPr lang="fa-IR" sz="32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</m:oMath>
                  </m:oMathPara>
                </a14:m>
                <a:endParaRPr lang="ar-DZ" sz="32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98E83F2-2CEB-ABA0-0502-1FB798A6E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982" y="5438706"/>
                <a:ext cx="1749818" cy="921984"/>
              </a:xfrm>
              <a:prstGeom prst="rect">
                <a:avLst/>
              </a:prstGeom>
              <a:blipFill>
                <a:blip r:embed="rId4"/>
                <a:stretch>
                  <a:fillRect r="-14236" b="-13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D0DE16D-8818-5CDC-9D05-1DDCCF640709}"/>
                  </a:ext>
                </a:extLst>
              </p:cNvPr>
              <p:cNvSpPr txBox="1"/>
              <p:nvPr/>
            </p:nvSpPr>
            <p:spPr>
              <a:xfrm>
                <a:off x="5838557" y="4828494"/>
                <a:ext cx="514885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32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</m:oMath>
                  </m:oMathPara>
                </a14:m>
                <a:endParaRPr lang="ar-DZ" sz="32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D0DE16D-8818-5CDC-9D05-1DDCCF640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557" y="4828494"/>
                <a:ext cx="514885" cy="584775"/>
              </a:xfrm>
              <a:prstGeom prst="rect">
                <a:avLst/>
              </a:prstGeom>
              <a:blipFill>
                <a:blip r:embed="rId5"/>
                <a:stretch>
                  <a:fillRect t="-10417" r="-40476" b="-36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4D038E2-06BE-A160-9A9E-477BBB9678EA}"/>
              </a:ext>
            </a:extLst>
          </p:cNvPr>
          <p:cNvCxnSpPr>
            <a:cxnSpLocks/>
          </p:cNvCxnSpPr>
          <p:nvPr/>
        </p:nvCxnSpPr>
        <p:spPr>
          <a:xfrm flipH="1">
            <a:off x="6194890" y="6097150"/>
            <a:ext cx="466727" cy="230833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5B2620-559A-698D-8BA3-8D74002CFE18}"/>
              </a:ext>
            </a:extLst>
          </p:cNvPr>
          <p:cNvCxnSpPr>
            <a:cxnSpLocks/>
          </p:cNvCxnSpPr>
          <p:nvPr/>
        </p:nvCxnSpPr>
        <p:spPr>
          <a:xfrm flipH="1">
            <a:off x="5796056" y="5413269"/>
            <a:ext cx="688280" cy="340408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28AAB92B-15E2-6A36-0363-41A0CC53E285}"/>
              </a:ext>
            </a:extLst>
          </p:cNvPr>
          <p:cNvCxnSpPr>
            <a:cxnSpLocks/>
          </p:cNvCxnSpPr>
          <p:nvPr/>
        </p:nvCxnSpPr>
        <p:spPr>
          <a:xfrm flipH="1">
            <a:off x="2292644" y="3192989"/>
            <a:ext cx="503195" cy="94476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DD6A5E8-5D64-886D-B842-2761CC5D6F6B}"/>
              </a:ext>
            </a:extLst>
          </p:cNvPr>
          <p:cNvCxnSpPr>
            <a:cxnSpLocks/>
          </p:cNvCxnSpPr>
          <p:nvPr/>
        </p:nvCxnSpPr>
        <p:spPr>
          <a:xfrm flipH="1">
            <a:off x="2292644" y="4137749"/>
            <a:ext cx="1006390" cy="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28D0FAA-28BD-CFFB-8788-AA6A16167C07}"/>
              </a:ext>
            </a:extLst>
          </p:cNvPr>
          <p:cNvCxnSpPr>
            <a:cxnSpLocks/>
          </p:cNvCxnSpPr>
          <p:nvPr/>
        </p:nvCxnSpPr>
        <p:spPr>
          <a:xfrm>
            <a:off x="2795839" y="3192989"/>
            <a:ext cx="503195" cy="94476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A117800-5EE8-8D86-426A-564FA785EFE8}"/>
              </a:ext>
            </a:extLst>
          </p:cNvPr>
          <p:cNvCxnSpPr>
            <a:cxnSpLocks/>
          </p:cNvCxnSpPr>
          <p:nvPr/>
        </p:nvCxnSpPr>
        <p:spPr>
          <a:xfrm>
            <a:off x="5278680" y="3148242"/>
            <a:ext cx="0" cy="989507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4E1C65A-99BB-A492-D78F-55B6B7521C2F}"/>
              </a:ext>
            </a:extLst>
          </p:cNvPr>
          <p:cNvCxnSpPr>
            <a:cxnSpLocks/>
          </p:cNvCxnSpPr>
          <p:nvPr/>
        </p:nvCxnSpPr>
        <p:spPr>
          <a:xfrm>
            <a:off x="6296907" y="3128436"/>
            <a:ext cx="0" cy="1016391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044BAE4-AF71-9E24-D371-1EA122D718FD}"/>
              </a:ext>
            </a:extLst>
          </p:cNvPr>
          <p:cNvCxnSpPr>
            <a:cxnSpLocks/>
          </p:cNvCxnSpPr>
          <p:nvPr/>
        </p:nvCxnSpPr>
        <p:spPr>
          <a:xfrm flipH="1">
            <a:off x="5276907" y="3144552"/>
            <a:ext cx="1023547" cy="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6EA78E4-F43D-CC9A-86EC-5F9E6EF63D86}"/>
              </a:ext>
            </a:extLst>
          </p:cNvPr>
          <p:cNvCxnSpPr>
            <a:cxnSpLocks/>
          </p:cNvCxnSpPr>
          <p:nvPr/>
        </p:nvCxnSpPr>
        <p:spPr>
          <a:xfrm flipH="1">
            <a:off x="5278679" y="4141439"/>
            <a:ext cx="1021775" cy="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491C419-B9CF-03D9-D140-751F8F253FE1}"/>
              </a:ext>
            </a:extLst>
          </p:cNvPr>
          <p:cNvCxnSpPr>
            <a:cxnSpLocks/>
          </p:cNvCxnSpPr>
          <p:nvPr/>
        </p:nvCxnSpPr>
        <p:spPr>
          <a:xfrm flipH="1">
            <a:off x="8097739" y="2718392"/>
            <a:ext cx="712275" cy="569095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93BE6B5-8C4D-4DE8-0FAC-5E13F4D40E30}"/>
              </a:ext>
            </a:extLst>
          </p:cNvPr>
          <p:cNvCxnSpPr>
            <a:cxnSpLocks/>
          </p:cNvCxnSpPr>
          <p:nvPr/>
        </p:nvCxnSpPr>
        <p:spPr>
          <a:xfrm flipH="1" flipV="1">
            <a:off x="8810014" y="2718392"/>
            <a:ext cx="712274" cy="569095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46D43A6C-7775-ECE7-5113-0439B62D7153}"/>
              </a:ext>
            </a:extLst>
          </p:cNvPr>
          <p:cNvCxnSpPr>
            <a:cxnSpLocks/>
          </p:cNvCxnSpPr>
          <p:nvPr/>
        </p:nvCxnSpPr>
        <p:spPr>
          <a:xfrm>
            <a:off x="8097739" y="3287487"/>
            <a:ext cx="272064" cy="920814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4E05F97-0E29-B81E-2280-A3C6363C2880}"/>
              </a:ext>
            </a:extLst>
          </p:cNvPr>
          <p:cNvCxnSpPr>
            <a:cxnSpLocks/>
          </p:cNvCxnSpPr>
          <p:nvPr/>
        </p:nvCxnSpPr>
        <p:spPr>
          <a:xfrm flipV="1">
            <a:off x="9250224" y="3287487"/>
            <a:ext cx="272064" cy="920814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31EDEA18-97DF-7D3B-AD88-B2A6DF179A21}"/>
              </a:ext>
            </a:extLst>
          </p:cNvPr>
          <p:cNvCxnSpPr>
            <a:cxnSpLocks/>
          </p:cNvCxnSpPr>
          <p:nvPr/>
        </p:nvCxnSpPr>
        <p:spPr>
          <a:xfrm flipH="1">
            <a:off x="8369803" y="4208301"/>
            <a:ext cx="880421" cy="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97883F9-834E-5858-BC6B-7B0413395A24}"/>
              </a:ext>
            </a:extLst>
          </p:cNvPr>
          <p:cNvCxnSpPr>
            <a:cxnSpLocks/>
          </p:cNvCxnSpPr>
          <p:nvPr/>
        </p:nvCxnSpPr>
        <p:spPr>
          <a:xfrm flipH="1">
            <a:off x="8369803" y="2718392"/>
            <a:ext cx="440211" cy="1489909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C7F265F-2313-B452-BDB0-E2F264419714}"/>
              </a:ext>
            </a:extLst>
          </p:cNvPr>
          <p:cNvCxnSpPr>
            <a:cxnSpLocks/>
          </p:cNvCxnSpPr>
          <p:nvPr/>
        </p:nvCxnSpPr>
        <p:spPr>
          <a:xfrm flipH="1" flipV="1">
            <a:off x="8097737" y="3296197"/>
            <a:ext cx="1152487" cy="912104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49B00946-2D83-9A04-927D-A3E5AF1384B8}"/>
              </a:ext>
            </a:extLst>
          </p:cNvPr>
          <p:cNvCxnSpPr>
            <a:cxnSpLocks/>
          </p:cNvCxnSpPr>
          <p:nvPr/>
        </p:nvCxnSpPr>
        <p:spPr>
          <a:xfrm flipH="1">
            <a:off x="5293553" y="3144552"/>
            <a:ext cx="999808" cy="989903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BD78A9B8-7D72-4F29-EF9A-6F669AE90AD8}"/>
              </a:ext>
            </a:extLst>
          </p:cNvPr>
          <p:cNvCxnSpPr>
            <a:cxnSpLocks/>
          </p:cNvCxnSpPr>
          <p:nvPr/>
        </p:nvCxnSpPr>
        <p:spPr>
          <a:xfrm flipV="1">
            <a:off x="8369803" y="3287487"/>
            <a:ext cx="1152485" cy="920814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E3246858-4C57-D284-ACAA-B77F1453E91E}"/>
              </a:ext>
            </a:extLst>
          </p:cNvPr>
          <p:cNvCxnSpPr>
            <a:cxnSpLocks/>
          </p:cNvCxnSpPr>
          <p:nvPr/>
        </p:nvCxnSpPr>
        <p:spPr>
          <a:xfrm flipH="1" flipV="1">
            <a:off x="8810014" y="2718392"/>
            <a:ext cx="440210" cy="1489909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BAF94CFC-48E9-B9DA-F311-327CEDA6D625}"/>
              </a:ext>
            </a:extLst>
          </p:cNvPr>
          <p:cNvCxnSpPr>
            <a:cxnSpLocks/>
          </p:cNvCxnSpPr>
          <p:nvPr/>
        </p:nvCxnSpPr>
        <p:spPr>
          <a:xfrm flipH="1">
            <a:off x="8097739" y="3287487"/>
            <a:ext cx="1424549" cy="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5401F385-9D0B-8F4C-8008-1738C76D2D31}"/>
              </a:ext>
            </a:extLst>
          </p:cNvPr>
          <p:cNvCxnSpPr>
            <a:cxnSpLocks/>
          </p:cNvCxnSpPr>
          <p:nvPr/>
        </p:nvCxnSpPr>
        <p:spPr>
          <a:xfrm flipH="1" flipV="1">
            <a:off x="5276907" y="3148242"/>
            <a:ext cx="1020000" cy="996585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Oval 179">
            <a:extLst>
              <a:ext uri="{FF2B5EF4-FFF2-40B4-BE49-F238E27FC236}">
                <a16:creationId xmlns:a16="http://schemas.microsoft.com/office/drawing/2014/main" id="{AC75E9D0-4037-221A-2AC0-955F4233426A}"/>
              </a:ext>
            </a:extLst>
          </p:cNvPr>
          <p:cNvSpPr/>
          <p:nvPr/>
        </p:nvSpPr>
        <p:spPr>
          <a:xfrm>
            <a:off x="2704066" y="310748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CF409B52-141C-8511-0138-77821B5BB97C}"/>
              </a:ext>
            </a:extLst>
          </p:cNvPr>
          <p:cNvSpPr/>
          <p:nvPr/>
        </p:nvSpPr>
        <p:spPr>
          <a:xfrm>
            <a:off x="2200871" y="4043251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8F5F9581-661C-DA5B-C352-EAE7894C8913}"/>
              </a:ext>
            </a:extLst>
          </p:cNvPr>
          <p:cNvSpPr/>
          <p:nvPr/>
        </p:nvSpPr>
        <p:spPr>
          <a:xfrm>
            <a:off x="3189807" y="4043251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7BCCF2E-FACA-23CA-5E43-36FBB7E94090}"/>
              </a:ext>
            </a:extLst>
          </p:cNvPr>
          <p:cNvSpPr/>
          <p:nvPr/>
        </p:nvSpPr>
        <p:spPr>
          <a:xfrm>
            <a:off x="5209063" y="4043251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4940EDF3-2763-5824-F59A-76B0801C0122}"/>
              </a:ext>
            </a:extLst>
          </p:cNvPr>
          <p:cNvSpPr/>
          <p:nvPr/>
        </p:nvSpPr>
        <p:spPr>
          <a:xfrm>
            <a:off x="6197704" y="4043251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62A60FD7-743F-0AA0-6929-D7A53B663C78}"/>
              </a:ext>
            </a:extLst>
          </p:cNvPr>
          <p:cNvSpPr/>
          <p:nvPr/>
        </p:nvSpPr>
        <p:spPr>
          <a:xfrm>
            <a:off x="6197704" y="3073722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A5E5E8AD-C60C-DB03-1C44-885F4846E30D}"/>
              </a:ext>
            </a:extLst>
          </p:cNvPr>
          <p:cNvSpPr/>
          <p:nvPr/>
        </p:nvSpPr>
        <p:spPr>
          <a:xfrm>
            <a:off x="5209063" y="3073722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40A8FC55-1097-895A-FE6E-4B669215C3AB}"/>
              </a:ext>
            </a:extLst>
          </p:cNvPr>
          <p:cNvSpPr/>
          <p:nvPr/>
        </p:nvSpPr>
        <p:spPr>
          <a:xfrm>
            <a:off x="8720013" y="265143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AEFB8D2A-57F7-1915-69F8-83F2FB8E7430}"/>
              </a:ext>
            </a:extLst>
          </p:cNvPr>
          <p:cNvSpPr/>
          <p:nvPr/>
        </p:nvSpPr>
        <p:spPr>
          <a:xfrm>
            <a:off x="8024007" y="319520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8A967C35-96F4-4A80-8EB5-E893D67F6F9E}"/>
              </a:ext>
            </a:extLst>
          </p:cNvPr>
          <p:cNvSpPr/>
          <p:nvPr/>
        </p:nvSpPr>
        <p:spPr>
          <a:xfrm>
            <a:off x="9404845" y="319520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3AF17939-46D0-8202-5F9A-0A1ABA27B937}"/>
              </a:ext>
            </a:extLst>
          </p:cNvPr>
          <p:cNvSpPr/>
          <p:nvPr/>
        </p:nvSpPr>
        <p:spPr>
          <a:xfrm>
            <a:off x="9163093" y="4095258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B785C21B-CCD8-87E2-960B-29C5EEAF9135}"/>
              </a:ext>
            </a:extLst>
          </p:cNvPr>
          <p:cNvSpPr/>
          <p:nvPr/>
        </p:nvSpPr>
        <p:spPr>
          <a:xfrm>
            <a:off x="8292553" y="4095258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BDA8C6-D16B-9BE1-BA68-26FCE071829B}"/>
              </a:ext>
            </a:extLst>
          </p:cNvPr>
          <p:cNvCxnSpPr>
            <a:cxnSpLocks/>
          </p:cNvCxnSpPr>
          <p:nvPr/>
        </p:nvCxnSpPr>
        <p:spPr>
          <a:xfrm flipH="1">
            <a:off x="718471" y="3189695"/>
            <a:ext cx="503195" cy="94476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F7F3AEC-525B-6DC3-9B33-0B332CA6719E}"/>
              </a:ext>
            </a:extLst>
          </p:cNvPr>
          <p:cNvSpPr/>
          <p:nvPr/>
        </p:nvSpPr>
        <p:spPr>
          <a:xfrm>
            <a:off x="1129893" y="310419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1FCD50-6A6F-F3C8-4ECC-80C213ADE3F7}"/>
              </a:ext>
            </a:extLst>
          </p:cNvPr>
          <p:cNvSpPr/>
          <p:nvPr/>
        </p:nvSpPr>
        <p:spPr>
          <a:xfrm>
            <a:off x="626698" y="403995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C2906E-189C-FF38-6B49-DCB4B69148E7}"/>
              </a:ext>
            </a:extLst>
          </p:cNvPr>
          <p:cNvSpPr txBox="1"/>
          <p:nvPr/>
        </p:nvSpPr>
        <p:spPr>
          <a:xfrm>
            <a:off x="814120" y="4428383"/>
            <a:ext cx="25840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</a:t>
            </a:r>
            <a:endParaRPr lang="ar-DZ" sz="2400" dirty="0">
              <a:solidFill>
                <a:schemeClr val="accent6">
                  <a:lumMod val="60000"/>
                  <a:lumOff val="40000"/>
                </a:schemeClr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FE16F2-5534-A109-8013-3C589A7B5C5A}"/>
                  </a:ext>
                </a:extLst>
              </p:cNvPr>
              <p:cNvSpPr txBox="1"/>
              <p:nvPr/>
            </p:nvSpPr>
            <p:spPr>
              <a:xfrm>
                <a:off x="6039464" y="6345524"/>
                <a:ext cx="514885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</m:oMath>
                  </m:oMathPara>
                </a14:m>
                <a:endParaRPr lang="ar-DZ" sz="32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FE16F2-5534-A109-8013-3C589A7B5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464" y="6345524"/>
                <a:ext cx="514885" cy="584775"/>
              </a:xfrm>
              <a:prstGeom prst="rect">
                <a:avLst/>
              </a:prstGeom>
              <a:blipFill>
                <a:blip r:embed="rId6"/>
                <a:stretch>
                  <a:fillRect t="-10417" r="-40476" b="-36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BD0D6E-9380-C7EE-72BF-690893EA5FB5}"/>
                  </a:ext>
                </a:extLst>
              </p:cNvPr>
              <p:cNvSpPr txBox="1"/>
              <p:nvPr/>
            </p:nvSpPr>
            <p:spPr>
              <a:xfrm>
                <a:off x="7464072" y="5624374"/>
                <a:ext cx="71631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>
                <a:defPPr>
                  <a:defRPr lang="en-US"/>
                </a:defPPr>
                <a:lvl1pPr>
                  <a:defRPr sz="3200" i="1">
                    <a:solidFill>
                      <a:srgbClr val="6699FF"/>
                    </a:solidFill>
                    <a:latin typeface="Cambria Math" panose="02040503050406030204" pitchFamily="18" charset="0"/>
                    <a:cs typeface="IRANYekanXFaNum" pitchFamily="2" charset="-78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BD0D6E-9380-C7EE-72BF-690893EA5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072" y="5624374"/>
                <a:ext cx="716319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909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7" fill="hold">
                          <p:stCondLst>
                            <p:cond delay="indefinite"/>
                          </p:stCondLst>
                          <p:childTnLst>
                            <p:par>
                              <p:cTn id="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1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1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2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3" fill="hold">
                          <p:stCondLst>
                            <p:cond delay="indefinite"/>
                          </p:stCondLst>
                          <p:childTnLst>
                            <p:par>
                              <p:cTn id="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7" dur="5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2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1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500"/>
                                            <p:tgtEl>
                                              <p:spTgt spid="1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1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1" dur="500"/>
                                            <p:tgtEl>
                                              <p:spTgt spid="1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06" dur="500"/>
                                            <p:tgtEl>
                                              <p:spTgt spid="1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11" dur="500"/>
                                            <p:tgtEl>
                                              <p:spTgt spid="10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16" dur="5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21" dur="5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26" dur="500"/>
                                            <p:tgtEl>
                                              <p:spTgt spid="1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7" fill="hold">
                          <p:stCondLst>
                            <p:cond delay="indefinite"/>
                          </p:stCondLst>
                          <p:childTnLst>
                            <p:par>
                              <p:cTn id="1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31" dur="500"/>
                                            <p:tgtEl>
                                              <p:spTgt spid="1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2" fill="hold">
                          <p:stCondLst>
                            <p:cond delay="indefinite"/>
                          </p:stCondLst>
                          <p:childTnLst>
                            <p:par>
                              <p:cTn id="1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1" dur="500"/>
                                            <p:tgtEl>
                                              <p:spTgt spid="1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4" dur="500"/>
                                            <p:tgtEl>
                                              <p:spTgt spid="1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500"/>
                                            <p:tgtEl>
                                              <p:spTgt spid="1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500"/>
                                            <p:tgtEl>
                                              <p:spTgt spid="1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1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58" dur="500"/>
                                            <p:tgtEl>
                                              <p:spTgt spid="1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9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61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64" dur="500"/>
                                            <p:tgtEl>
                                              <p:spTgt spid="1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67" dur="5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8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70" dur="500"/>
                                            <p:tgtEl>
                                              <p:spTgt spid="1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1" fill="hold">
                          <p:stCondLst>
                            <p:cond delay="indefinite"/>
                          </p:stCondLst>
                          <p:childTnLst>
                            <p:par>
                              <p:cTn id="1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3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75" dur="500"/>
                                            <p:tgtEl>
                                              <p:spTgt spid="1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6" fill="hold">
                          <p:stCondLst>
                            <p:cond delay="indefinite"/>
                          </p:stCondLst>
                          <p:childTnLst>
                            <p:par>
                              <p:cTn id="1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0" dur="500"/>
                                            <p:tgtEl>
                                              <p:spTgt spid="1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1" fill="hold">
                          <p:stCondLst>
                            <p:cond delay="indefinite"/>
                          </p:stCondLst>
                          <p:childTnLst>
                            <p:par>
                              <p:cTn id="1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3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5" dur="500"/>
                                            <p:tgtEl>
                                              <p:spTgt spid="1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6" fill="hold">
                          <p:stCondLst>
                            <p:cond delay="indefinite"/>
                          </p:stCondLst>
                          <p:childTnLst>
                            <p:par>
                              <p:cTn id="1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8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0" dur="500"/>
                                            <p:tgtEl>
                                              <p:spTgt spid="1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1" fill="hold">
                          <p:stCondLst>
                            <p:cond delay="indefinite"/>
                          </p:stCondLst>
                          <p:childTnLst>
                            <p:par>
                              <p:cTn id="1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3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5" dur="500"/>
                                            <p:tgtEl>
                                              <p:spTgt spid="1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6" fill="hold">
                          <p:stCondLst>
                            <p:cond delay="indefinite"/>
                          </p:stCondLst>
                          <p:childTnLst>
                            <p:par>
                              <p:cTn id="1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0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1" fill="hold">
                          <p:stCondLst>
                            <p:cond delay="indefinite"/>
                          </p:stCondLst>
                          <p:childTnLst>
                            <p:par>
                              <p:cTn id="2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6" fill="hold">
                          <p:stCondLst>
                            <p:cond delay="indefinite"/>
                          </p:stCondLst>
                          <p:childTnLst>
                            <p:par>
                              <p:cTn id="2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0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1" fill="hold">
                          <p:stCondLst>
                            <p:cond delay="indefinite"/>
                          </p:stCondLst>
                          <p:childTnLst>
                            <p:par>
                              <p:cTn id="2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5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6" fill="hold">
                          <p:stCondLst>
                            <p:cond delay="indefinite"/>
                          </p:stCondLst>
                          <p:childTnLst>
                            <p:par>
                              <p:cTn id="2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8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20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1" fill="hold">
                          <p:stCondLst>
                            <p:cond delay="indefinite"/>
                          </p:stCondLst>
                          <p:childTnLst>
                            <p:par>
                              <p:cTn id="2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5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6" fill="hold">
                          <p:stCondLst>
                            <p:cond delay="indefinite"/>
                          </p:stCondLst>
                          <p:childTnLst>
                            <p:par>
                              <p:cTn id="2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0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1" fill="hold">
                          <p:stCondLst>
                            <p:cond delay="indefinite"/>
                          </p:stCondLst>
                          <p:childTnLst>
                            <p:par>
                              <p:cTn id="2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6" fill="hold">
                          <p:stCondLst>
                            <p:cond delay="indefinite"/>
                          </p:stCondLst>
                          <p:childTnLst>
                            <p:par>
                              <p:cTn id="2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40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1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43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4" fill="hold">
                          <p:stCondLst>
                            <p:cond delay="indefinite"/>
                          </p:stCondLst>
                          <p:childTnLst>
                            <p:par>
                              <p:cTn id="2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8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9" fill="hold">
                          <p:stCondLst>
                            <p:cond delay="indefinite"/>
                          </p:stCondLst>
                          <p:childTnLst>
                            <p:par>
                              <p:cTn id="2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3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4" fill="hold">
                          <p:stCondLst>
                            <p:cond delay="indefinite"/>
                          </p:stCondLst>
                          <p:childTnLst>
                            <p:par>
                              <p:cTn id="2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66" grpId="0"/>
          <p:bldP spid="67" grpId="0"/>
          <p:bldP spid="68" grpId="0"/>
          <p:bldP spid="74" grpId="0"/>
          <p:bldP spid="77" grpId="0"/>
          <p:bldP spid="78" grpId="0"/>
          <p:bldP spid="79" grpId="0"/>
          <p:bldP spid="83" grpId="0"/>
          <p:bldP spid="86" grpId="0"/>
          <p:bldP spid="180" grpId="0" animBg="1"/>
          <p:bldP spid="181" grpId="0" animBg="1"/>
          <p:bldP spid="182" grpId="0" animBg="1"/>
          <p:bldP spid="183" grpId="0" animBg="1"/>
          <p:bldP spid="184" grpId="0" animBg="1"/>
          <p:bldP spid="185" grpId="0" animBg="1"/>
          <p:bldP spid="186" grpId="0" animBg="1"/>
          <p:bldP spid="187" grpId="0" animBg="1"/>
          <p:bldP spid="188" grpId="0" animBg="1"/>
          <p:bldP spid="189" grpId="0" animBg="1"/>
          <p:bldP spid="190" grpId="0" animBg="1"/>
          <p:bldP spid="191" grpId="0" animBg="1"/>
          <p:bldP spid="23" grpId="0" animBg="1"/>
          <p:bldP spid="24" grpId="0" animBg="1"/>
          <p:bldP spid="25" grpId="0"/>
          <p:bldP spid="26" grpId="0"/>
          <p:bldP spid="28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7" fill="hold">
                          <p:stCondLst>
                            <p:cond delay="indefinite"/>
                          </p:stCondLst>
                          <p:childTnLst>
                            <p:par>
                              <p:cTn id="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1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1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8" fill="hold">
                          <p:stCondLst>
                            <p:cond delay="indefinite"/>
                          </p:stCondLst>
                          <p:childTnLst>
                            <p:par>
                              <p:cTn id="6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0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2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3" fill="hold">
                          <p:stCondLst>
                            <p:cond delay="indefinite"/>
                          </p:stCondLst>
                          <p:childTnLst>
                            <p:par>
                              <p:cTn id="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7" dur="5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2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8" fill="hold">
                          <p:stCondLst>
                            <p:cond delay="indefinite"/>
                          </p:stCondLst>
                          <p:childTnLst>
                            <p:par>
                              <p:cTn id="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1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5" dur="500"/>
                                            <p:tgtEl>
                                              <p:spTgt spid="1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1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1" dur="500"/>
                                            <p:tgtEl>
                                              <p:spTgt spid="1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06" dur="500"/>
                                            <p:tgtEl>
                                              <p:spTgt spid="1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7" fill="hold">
                          <p:stCondLst>
                            <p:cond delay="indefinite"/>
                          </p:stCondLst>
                          <p:childTnLst>
                            <p:par>
                              <p:cTn id="10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11" dur="500"/>
                                            <p:tgtEl>
                                              <p:spTgt spid="10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2" fill="hold">
                          <p:stCondLst>
                            <p:cond delay="indefinite"/>
                          </p:stCondLst>
                          <p:childTnLst>
                            <p:par>
                              <p:cTn id="1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4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16" dur="50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7" fill="hold">
                          <p:stCondLst>
                            <p:cond delay="indefinite"/>
                          </p:stCondLst>
                          <p:childTnLst>
                            <p:par>
                              <p:cTn id="1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9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21" dur="500"/>
                                            <p:tgtEl>
                                              <p:spTgt spid="1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2" fill="hold">
                          <p:stCondLst>
                            <p:cond delay="indefinite"/>
                          </p:stCondLst>
                          <p:childTnLst>
                            <p:par>
                              <p:cTn id="1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4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26" dur="500"/>
                                            <p:tgtEl>
                                              <p:spTgt spid="1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7" fill="hold">
                          <p:stCondLst>
                            <p:cond delay="indefinite"/>
                          </p:stCondLst>
                          <p:childTnLst>
                            <p:par>
                              <p:cTn id="1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31" dur="500"/>
                                            <p:tgtEl>
                                              <p:spTgt spid="1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2" fill="hold">
                          <p:stCondLst>
                            <p:cond delay="indefinite"/>
                          </p:stCondLst>
                          <p:childTnLst>
                            <p:par>
                              <p:cTn id="1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1" dur="500"/>
                                            <p:tgtEl>
                                              <p:spTgt spid="1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4" dur="500"/>
                                            <p:tgtEl>
                                              <p:spTgt spid="1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500"/>
                                            <p:tgtEl>
                                              <p:spTgt spid="1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500"/>
                                            <p:tgtEl>
                                              <p:spTgt spid="1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500"/>
                                            <p:tgtEl>
                                              <p:spTgt spid="1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4" fill="hold">
                          <p:stCondLst>
                            <p:cond delay="indefinite"/>
                          </p:stCondLst>
                          <p:childTnLst>
                            <p:par>
                              <p:cTn id="1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6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58" dur="500"/>
                                            <p:tgtEl>
                                              <p:spTgt spid="1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9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61" dur="500"/>
                                            <p:tgtEl>
                                              <p:spTgt spid="1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2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64" dur="500"/>
                                            <p:tgtEl>
                                              <p:spTgt spid="1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67" dur="500"/>
                                            <p:tgtEl>
                                              <p:spTgt spid="1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8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70" dur="500"/>
                                            <p:tgtEl>
                                              <p:spTgt spid="1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1" fill="hold">
                          <p:stCondLst>
                            <p:cond delay="indefinite"/>
                          </p:stCondLst>
                          <p:childTnLst>
                            <p:par>
                              <p:cTn id="1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3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75" dur="500"/>
                                            <p:tgtEl>
                                              <p:spTgt spid="1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6" fill="hold">
                          <p:stCondLst>
                            <p:cond delay="indefinite"/>
                          </p:stCondLst>
                          <p:childTnLst>
                            <p:par>
                              <p:cTn id="1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80" dur="500"/>
                                            <p:tgtEl>
                                              <p:spTgt spid="1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1" fill="hold">
                          <p:stCondLst>
                            <p:cond delay="indefinite"/>
                          </p:stCondLst>
                          <p:childTnLst>
                            <p:par>
                              <p:cTn id="18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3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85" dur="500"/>
                                            <p:tgtEl>
                                              <p:spTgt spid="1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6" fill="hold">
                          <p:stCondLst>
                            <p:cond delay="indefinite"/>
                          </p:stCondLst>
                          <p:childTnLst>
                            <p:par>
                              <p:cTn id="18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8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0" dur="500"/>
                                            <p:tgtEl>
                                              <p:spTgt spid="1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1" fill="hold">
                          <p:stCondLst>
                            <p:cond delay="indefinite"/>
                          </p:stCondLst>
                          <p:childTnLst>
                            <p:par>
                              <p:cTn id="19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3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5" dur="500"/>
                                            <p:tgtEl>
                                              <p:spTgt spid="1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6" fill="hold">
                          <p:stCondLst>
                            <p:cond delay="indefinite"/>
                          </p:stCondLst>
                          <p:childTnLst>
                            <p:par>
                              <p:cTn id="1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0" dur="5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1" fill="hold">
                          <p:stCondLst>
                            <p:cond delay="indefinite"/>
                          </p:stCondLst>
                          <p:childTnLst>
                            <p:par>
                              <p:cTn id="2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6" fill="hold">
                          <p:stCondLst>
                            <p:cond delay="indefinite"/>
                          </p:stCondLst>
                          <p:childTnLst>
                            <p:par>
                              <p:cTn id="2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0" dur="5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1" fill="hold">
                          <p:stCondLst>
                            <p:cond delay="indefinite"/>
                          </p:stCondLst>
                          <p:childTnLst>
                            <p:par>
                              <p:cTn id="2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5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6" fill="hold">
                          <p:stCondLst>
                            <p:cond delay="indefinite"/>
                          </p:stCondLst>
                          <p:childTnLst>
                            <p:par>
                              <p:cTn id="21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8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20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1" fill="hold">
                          <p:stCondLst>
                            <p:cond delay="indefinite"/>
                          </p:stCondLst>
                          <p:childTnLst>
                            <p:par>
                              <p:cTn id="2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5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6" fill="hold">
                          <p:stCondLst>
                            <p:cond delay="indefinite"/>
                          </p:stCondLst>
                          <p:childTnLst>
                            <p:par>
                              <p:cTn id="2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28" presetID="2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0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1" fill="hold">
                          <p:stCondLst>
                            <p:cond delay="indefinite"/>
                          </p:stCondLst>
                          <p:childTnLst>
                            <p:par>
                              <p:cTn id="2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6" fill="hold">
                          <p:stCondLst>
                            <p:cond delay="indefinite"/>
                          </p:stCondLst>
                          <p:childTnLst>
                            <p:par>
                              <p:cTn id="2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40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1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43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4" fill="hold">
                          <p:stCondLst>
                            <p:cond delay="indefinite"/>
                          </p:stCondLst>
                          <p:childTnLst>
                            <p:par>
                              <p:cTn id="2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8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9" fill="hold">
                          <p:stCondLst>
                            <p:cond delay="indefinite"/>
                          </p:stCondLst>
                          <p:childTnLst>
                            <p:par>
                              <p:cTn id="2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3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4" fill="hold">
                          <p:stCondLst>
                            <p:cond delay="indefinite"/>
                          </p:stCondLst>
                          <p:childTnLst>
                            <p:par>
                              <p:cTn id="2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66" grpId="0"/>
          <p:bldP spid="67" grpId="0"/>
          <p:bldP spid="68" grpId="0"/>
          <p:bldP spid="74" grpId="0"/>
          <p:bldP spid="77" grpId="0"/>
          <p:bldP spid="78" grpId="0"/>
          <p:bldP spid="79" grpId="0"/>
          <p:bldP spid="83" grpId="0"/>
          <p:bldP spid="86" grpId="0"/>
          <p:bldP spid="180" grpId="0" animBg="1"/>
          <p:bldP spid="181" grpId="0" animBg="1"/>
          <p:bldP spid="182" grpId="0" animBg="1"/>
          <p:bldP spid="183" grpId="0" animBg="1"/>
          <p:bldP spid="184" grpId="0" animBg="1"/>
          <p:bldP spid="185" grpId="0" animBg="1"/>
          <p:bldP spid="186" grpId="0" animBg="1"/>
          <p:bldP spid="187" grpId="0" animBg="1"/>
          <p:bldP spid="188" grpId="0" animBg="1"/>
          <p:bldP spid="189" grpId="0" animBg="1"/>
          <p:bldP spid="190" grpId="0" animBg="1"/>
          <p:bldP spid="191" grpId="0" animBg="1"/>
          <p:bldP spid="23" grpId="0" animBg="1"/>
          <p:bldP spid="24" grpId="0" animBg="1"/>
          <p:bldP spid="25" grpId="0"/>
          <p:bldP spid="26" grpId="0"/>
          <p:bldP spid="28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BEAD-19B3-5A8E-3753-7D738C44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E6F35F82-1073-64B6-F17A-EE1E6FAC5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14203" y="5536275"/>
            <a:ext cx="1195690" cy="11581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789015-FA50-6A12-34D0-F6082D56FB13}"/>
              </a:ext>
            </a:extLst>
          </p:cNvPr>
          <p:cNvSpPr/>
          <p:nvPr/>
        </p:nvSpPr>
        <p:spPr>
          <a:xfrm>
            <a:off x="423501" y="739808"/>
            <a:ext cx="8388187" cy="885064"/>
          </a:xfrm>
          <a:prstGeom prst="roundRect">
            <a:avLst>
              <a:gd name="adj" fmla="val 41621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CBAE2D-FDE6-F947-7974-0E67CCEFB7A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D69D55CF-5C75-313D-C883-8E8EE656641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6885044-76E9-CF68-F176-FB2F82E13CD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AD46B1A-B092-6D2A-1FCA-75EAEEE9644B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36B6DA-EA29-D8B5-AD83-947775F80711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27C0214-3769-C484-C4B3-88B25608901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F7D4CB9-20E9-047C-AD5C-49B1DF7C014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3C8856F-DC04-3827-7476-DCB8A4A756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4BA96BC5-AAFC-0147-11AE-866CA22D6427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181D6769-5C71-34D2-DA64-F3D16F0367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4650E080-4D4B-1B10-A91E-B18BCE67B7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BB9C1DF-FF9E-EB65-4C00-D18E0A5D6B2C}"/>
              </a:ext>
            </a:extLst>
          </p:cNvPr>
          <p:cNvSpPr/>
          <p:nvPr/>
        </p:nvSpPr>
        <p:spPr>
          <a:xfrm>
            <a:off x="281889" y="739808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مجموع عددهای طبیعی از 1 تا 100 را حساب کنید.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3B2079A-46E2-7F27-D167-AC94ABD5094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3F9DF46-3D8F-9D46-01F8-E7EB691FFBD0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8" name="Circle B">
                <a:extLst>
                  <a:ext uri="{FF2B5EF4-FFF2-40B4-BE49-F238E27FC236}">
                    <a16:creationId xmlns:a16="http://schemas.microsoft.com/office/drawing/2014/main" id="{537D8A0B-3994-42D7-D306-8B7DE22B6A38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0" name="Oval 73">
                  <a:extLst>
                    <a:ext uri="{FF2B5EF4-FFF2-40B4-BE49-F238E27FC236}">
                      <a16:creationId xmlns:a16="http://schemas.microsoft.com/office/drawing/2014/main" id="{84633635-E632-D5E9-81DE-CC76FEFEA3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1" name="Texture">
                  <a:extLst>
                    <a:ext uri="{FF2B5EF4-FFF2-40B4-BE49-F238E27FC236}">
                      <a16:creationId xmlns:a16="http://schemas.microsoft.com/office/drawing/2014/main" id="{BE392E40-1207-4A11-9BD5-913FC5E696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9" name="B">
                <a:extLst>
                  <a:ext uri="{FF2B5EF4-FFF2-40B4-BE49-F238E27FC236}">
                    <a16:creationId xmlns:a16="http://schemas.microsoft.com/office/drawing/2014/main" id="{6DE62A0A-C947-1656-9778-227FFA7F1D5E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7" name="A">
              <a:extLst>
                <a:ext uri="{FF2B5EF4-FFF2-40B4-BE49-F238E27FC236}">
                  <a16:creationId xmlns:a16="http://schemas.microsoft.com/office/drawing/2014/main" id="{3CF2A4F2-20F9-4969-8BCB-D8E65692D157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379153-BECD-CE9A-0FC3-18C595B963B5}"/>
                  </a:ext>
                </a:extLst>
              </p:cNvPr>
              <p:cNvSpPr txBox="1"/>
              <p:nvPr/>
            </p:nvSpPr>
            <p:spPr>
              <a:xfrm>
                <a:off x="423501" y="2264685"/>
                <a:ext cx="42726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+…+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100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0379153-BECD-CE9A-0FC3-18C595B96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01" y="2264685"/>
                <a:ext cx="4272645" cy="430887"/>
              </a:xfrm>
              <a:prstGeom prst="rect">
                <a:avLst/>
              </a:prstGeom>
              <a:blipFill>
                <a:blip r:embed="rId4"/>
                <a:stretch>
                  <a:fillRect l="-1284" t="-24286" r="-5706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2F22D0-5BB3-5836-89BF-1BABD2DD43C6}"/>
                  </a:ext>
                </a:extLst>
              </p:cNvPr>
              <p:cNvSpPr txBox="1"/>
              <p:nvPr/>
            </p:nvSpPr>
            <p:spPr>
              <a:xfrm>
                <a:off x="531304" y="3504912"/>
                <a:ext cx="25340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8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2F22D0-5BB3-5836-89BF-1BABD2DD4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04" y="3504912"/>
                <a:ext cx="2534027" cy="430887"/>
              </a:xfrm>
              <a:prstGeom prst="rect">
                <a:avLst/>
              </a:prstGeom>
              <a:blipFill>
                <a:blip r:embed="rId5"/>
                <a:stretch>
                  <a:fillRect l="-2644" t="-23944" r="-9615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04772D-2EAF-3393-7B94-2B9B1BDC7076}"/>
                  </a:ext>
                </a:extLst>
              </p:cNvPr>
              <p:cNvSpPr txBox="1"/>
              <p:nvPr/>
            </p:nvSpPr>
            <p:spPr>
              <a:xfrm>
                <a:off x="1371986" y="2910493"/>
                <a:ext cx="489063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104772D-2EAF-3393-7B94-2B9B1BDC7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986" y="2910493"/>
                <a:ext cx="489063" cy="523220"/>
              </a:xfrm>
              <a:prstGeom prst="rect">
                <a:avLst/>
              </a:prstGeom>
              <a:blipFill>
                <a:blip r:embed="rId6"/>
                <a:stretch>
                  <a:fillRect t="-10465" r="-3250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EE8802-07A6-2DA5-9A88-888045B687DC}"/>
                  </a:ext>
                </a:extLst>
              </p:cNvPr>
              <p:cNvSpPr txBox="1"/>
              <p:nvPr/>
            </p:nvSpPr>
            <p:spPr>
              <a:xfrm>
                <a:off x="1390139" y="3928443"/>
                <a:ext cx="489063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EE8802-07A6-2DA5-9A88-888045B68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139" y="3928443"/>
                <a:ext cx="489063" cy="523220"/>
              </a:xfrm>
              <a:prstGeom prst="rect">
                <a:avLst/>
              </a:prstGeom>
              <a:blipFill>
                <a:blip r:embed="rId7"/>
                <a:stretch>
                  <a:fillRect t="-10465" r="-3250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3BA3F8-B027-DFCF-8B4E-46876F2E6490}"/>
                  </a:ext>
                </a:extLst>
              </p:cNvPr>
              <p:cNvSpPr txBox="1"/>
              <p:nvPr/>
            </p:nvSpPr>
            <p:spPr>
              <a:xfrm>
                <a:off x="4437538" y="2184523"/>
                <a:ext cx="22898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101</m:t>
                      </m:r>
                      <m:r>
                        <a:rPr lang="fa-IR" sz="2800" b="0" i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800" b="0" i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</m:t>
                      </m:r>
                      <m:r>
                        <a:rPr lang="fa-IR" sz="280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3BA3F8-B027-DFCF-8B4E-46876F2E6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538" y="2184523"/>
                <a:ext cx="228983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95EA88C-DE0C-DEF4-19ED-46A993230DF9}"/>
                  </a:ext>
                </a:extLst>
              </p:cNvPr>
              <p:cNvSpPr txBox="1"/>
              <p:nvPr/>
            </p:nvSpPr>
            <p:spPr>
              <a:xfrm>
                <a:off x="2941994" y="3412579"/>
                <a:ext cx="21189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fa-IR" sz="2800" b="0" i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800" b="0" i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fa-IR" sz="280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800" b="0" i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fa-IR" sz="280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0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95EA88C-DE0C-DEF4-19ED-46A993230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994" y="3412579"/>
                <a:ext cx="211897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FF59FC2-6312-E117-178A-DD77C750B47E}"/>
                  </a:ext>
                </a:extLst>
              </p:cNvPr>
              <p:cNvSpPr txBox="1"/>
              <p:nvPr/>
            </p:nvSpPr>
            <p:spPr>
              <a:xfrm>
                <a:off x="531304" y="4745139"/>
                <a:ext cx="378603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4</m:t>
                      </m:r>
                      <m:r>
                        <a:rPr lang="fa-IR" sz="28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</m:t>
                      </m:r>
                      <m:r>
                        <a:rPr lang="fa-IR" sz="28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  <m:r>
                        <a:rPr lang="fa-IR" sz="28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6</m:t>
                      </m:r>
                      <m:r>
                        <a:rPr lang="fa-IR" sz="28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FF59FC2-6312-E117-178A-DD77C750B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04" y="4745139"/>
                <a:ext cx="3786036" cy="430887"/>
              </a:xfrm>
              <a:prstGeom prst="rect">
                <a:avLst/>
              </a:prstGeom>
              <a:blipFill>
                <a:blip r:embed="rId10"/>
                <a:stretch>
                  <a:fillRect l="-1610" t="-23944" r="-6280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CE01A52-E07B-210B-60FD-3689F17021DE}"/>
                  </a:ext>
                </a:extLst>
              </p:cNvPr>
              <p:cNvSpPr txBox="1"/>
              <p:nvPr/>
            </p:nvSpPr>
            <p:spPr>
              <a:xfrm>
                <a:off x="4317340" y="4698972"/>
                <a:ext cx="21189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7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3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21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CE01A52-E07B-210B-60FD-3689F1702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340" y="4698972"/>
                <a:ext cx="21189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D27080F-C104-1094-1F9F-A372ABB2DDC5}"/>
              </a:ext>
            </a:extLst>
          </p:cNvPr>
          <p:cNvSpPr/>
          <p:nvPr/>
        </p:nvSpPr>
        <p:spPr>
          <a:xfrm>
            <a:off x="720271" y="3353088"/>
            <a:ext cx="1828800" cy="139412"/>
          </a:xfrm>
          <a:custGeom>
            <a:avLst/>
            <a:gdLst>
              <a:gd name="csX0" fmla="*/ 0 w 1828800"/>
              <a:gd name="csY0" fmla="*/ 206860 h 219560"/>
              <a:gd name="csX1" fmla="*/ 943429 w 1828800"/>
              <a:gd name="csY1" fmla="*/ 31 h 219560"/>
              <a:gd name="csX2" fmla="*/ 1828800 w 1828800"/>
              <a:gd name="csY2" fmla="*/ 219560 h 219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28800" h="219560">
                <a:moveTo>
                  <a:pt x="0" y="206860"/>
                </a:moveTo>
                <a:cubicBezTo>
                  <a:pt x="319314" y="102387"/>
                  <a:pt x="638629" y="-2086"/>
                  <a:pt x="943429" y="31"/>
                </a:cubicBezTo>
                <a:cubicBezTo>
                  <a:pt x="1248229" y="2148"/>
                  <a:pt x="1538514" y="110854"/>
                  <a:pt x="1828800" y="219560"/>
                </a:cubicBezTo>
              </a:path>
            </a:pathLst>
          </a:custGeom>
          <a:noFill/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E035C16-167B-B70A-54C3-51543810237C}"/>
              </a:ext>
            </a:extLst>
          </p:cNvPr>
          <p:cNvSpPr/>
          <p:nvPr/>
        </p:nvSpPr>
        <p:spPr>
          <a:xfrm flipV="1">
            <a:off x="1309893" y="3874920"/>
            <a:ext cx="613250" cy="107046"/>
          </a:xfrm>
          <a:custGeom>
            <a:avLst/>
            <a:gdLst>
              <a:gd name="csX0" fmla="*/ 0 w 1828800"/>
              <a:gd name="csY0" fmla="*/ 206860 h 219560"/>
              <a:gd name="csX1" fmla="*/ 943429 w 1828800"/>
              <a:gd name="csY1" fmla="*/ 31 h 219560"/>
              <a:gd name="csX2" fmla="*/ 1828800 w 1828800"/>
              <a:gd name="csY2" fmla="*/ 219560 h 219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28800" h="219560">
                <a:moveTo>
                  <a:pt x="0" y="206860"/>
                </a:moveTo>
                <a:cubicBezTo>
                  <a:pt x="319314" y="102387"/>
                  <a:pt x="638629" y="-2086"/>
                  <a:pt x="943429" y="31"/>
                </a:cubicBezTo>
                <a:cubicBezTo>
                  <a:pt x="1248229" y="2148"/>
                  <a:pt x="1538514" y="110854"/>
                  <a:pt x="1828800" y="219560"/>
                </a:cubicBezTo>
              </a:path>
            </a:pathLst>
          </a:custGeom>
          <a:noFill/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BDDEE8-05F9-7AE5-EA30-270375720EC5}"/>
                  </a:ext>
                </a:extLst>
              </p:cNvPr>
              <p:cNvSpPr txBox="1"/>
              <p:nvPr/>
            </p:nvSpPr>
            <p:spPr>
              <a:xfrm>
                <a:off x="2060008" y="4087981"/>
                <a:ext cx="489063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7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7BDDEE8-05F9-7AE5-EA30-270375720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008" y="4087981"/>
                <a:ext cx="489063" cy="523220"/>
              </a:xfrm>
              <a:prstGeom prst="rect">
                <a:avLst/>
              </a:prstGeom>
              <a:blipFill>
                <a:blip r:embed="rId12"/>
                <a:stretch>
                  <a:fillRect t="-11765" r="-31250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347AB4D-0355-357B-17B3-E107D8D97506}"/>
              </a:ext>
            </a:extLst>
          </p:cNvPr>
          <p:cNvSpPr/>
          <p:nvPr/>
        </p:nvSpPr>
        <p:spPr>
          <a:xfrm>
            <a:off x="738424" y="4531280"/>
            <a:ext cx="3071576" cy="234151"/>
          </a:xfrm>
          <a:custGeom>
            <a:avLst/>
            <a:gdLst>
              <a:gd name="csX0" fmla="*/ 0 w 1828800"/>
              <a:gd name="csY0" fmla="*/ 206860 h 219560"/>
              <a:gd name="csX1" fmla="*/ 943429 w 1828800"/>
              <a:gd name="csY1" fmla="*/ 31 h 219560"/>
              <a:gd name="csX2" fmla="*/ 1828800 w 1828800"/>
              <a:gd name="csY2" fmla="*/ 219560 h 219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28800" h="219560">
                <a:moveTo>
                  <a:pt x="0" y="206860"/>
                </a:moveTo>
                <a:cubicBezTo>
                  <a:pt x="319314" y="102387"/>
                  <a:pt x="638629" y="-2086"/>
                  <a:pt x="943429" y="31"/>
                </a:cubicBezTo>
                <a:cubicBezTo>
                  <a:pt x="1248229" y="2148"/>
                  <a:pt x="1538514" y="110854"/>
                  <a:pt x="1828800" y="219560"/>
                </a:cubicBezTo>
              </a:path>
            </a:pathLst>
          </a:custGeom>
          <a:noFill/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6903C49-09E9-BF15-1676-A1726F4DB433}"/>
              </a:ext>
            </a:extLst>
          </p:cNvPr>
          <p:cNvSpPr/>
          <p:nvPr/>
        </p:nvSpPr>
        <p:spPr>
          <a:xfrm flipV="1">
            <a:off x="1309893" y="5187255"/>
            <a:ext cx="1901377" cy="173657"/>
          </a:xfrm>
          <a:custGeom>
            <a:avLst/>
            <a:gdLst>
              <a:gd name="csX0" fmla="*/ 0 w 1828800"/>
              <a:gd name="csY0" fmla="*/ 206860 h 219560"/>
              <a:gd name="csX1" fmla="*/ 943429 w 1828800"/>
              <a:gd name="csY1" fmla="*/ 31 h 219560"/>
              <a:gd name="csX2" fmla="*/ 1828800 w 1828800"/>
              <a:gd name="csY2" fmla="*/ 219560 h 219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28800" h="219560">
                <a:moveTo>
                  <a:pt x="0" y="206860"/>
                </a:moveTo>
                <a:cubicBezTo>
                  <a:pt x="319314" y="102387"/>
                  <a:pt x="638629" y="-2086"/>
                  <a:pt x="943429" y="31"/>
                </a:cubicBezTo>
                <a:cubicBezTo>
                  <a:pt x="1248229" y="2148"/>
                  <a:pt x="1538514" y="110854"/>
                  <a:pt x="1828800" y="219560"/>
                </a:cubicBezTo>
              </a:path>
            </a:pathLst>
          </a:custGeom>
          <a:noFill/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56A736D-F042-888A-1506-338CEB820CA9}"/>
                  </a:ext>
                </a:extLst>
              </p:cNvPr>
              <p:cNvSpPr txBox="1"/>
              <p:nvPr/>
            </p:nvSpPr>
            <p:spPr>
              <a:xfrm>
                <a:off x="2029680" y="5420541"/>
                <a:ext cx="489063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7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56A736D-F042-888A-1506-338CEB820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680" y="5420541"/>
                <a:ext cx="489063" cy="523220"/>
              </a:xfrm>
              <a:prstGeom prst="rect">
                <a:avLst/>
              </a:prstGeom>
              <a:blipFill>
                <a:blip r:embed="rId13"/>
                <a:stretch>
                  <a:fillRect t="-10465" r="-3125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9C0A7542-8B32-2099-2C5A-F534FCD96934}"/>
              </a:ext>
            </a:extLst>
          </p:cNvPr>
          <p:cNvSpPr/>
          <p:nvPr/>
        </p:nvSpPr>
        <p:spPr>
          <a:xfrm>
            <a:off x="1690914" y="4665522"/>
            <a:ext cx="1132115" cy="556670"/>
          </a:xfrm>
          <a:prstGeom prst="ellipse">
            <a:avLst/>
          </a:prstGeom>
          <a:noFill/>
          <a:ln>
            <a:solidFill>
              <a:srgbClr val="6699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B100FF-2534-862E-B8F1-12B79FDCE643}"/>
                  </a:ext>
                </a:extLst>
              </p:cNvPr>
              <p:cNvSpPr txBox="1"/>
              <p:nvPr/>
            </p:nvSpPr>
            <p:spPr>
              <a:xfrm>
                <a:off x="1935843" y="1592480"/>
                <a:ext cx="765457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101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4B100FF-2534-862E-B8F1-12B79FDCE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843" y="1592480"/>
                <a:ext cx="765457" cy="523220"/>
              </a:xfrm>
              <a:prstGeom prst="rect">
                <a:avLst/>
              </a:prstGeom>
              <a:blipFill>
                <a:blip r:embed="rId14"/>
                <a:stretch>
                  <a:fillRect l="-4000" t="-10465" r="-2880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A766600-4EDC-5A0E-7F9E-50E7D1E7E16E}"/>
              </a:ext>
            </a:extLst>
          </p:cNvPr>
          <p:cNvSpPr/>
          <p:nvPr/>
        </p:nvSpPr>
        <p:spPr>
          <a:xfrm>
            <a:off x="656159" y="2022163"/>
            <a:ext cx="3273800" cy="182549"/>
          </a:xfrm>
          <a:custGeom>
            <a:avLst/>
            <a:gdLst>
              <a:gd name="csX0" fmla="*/ 0 w 1828800"/>
              <a:gd name="csY0" fmla="*/ 206860 h 219560"/>
              <a:gd name="csX1" fmla="*/ 943429 w 1828800"/>
              <a:gd name="csY1" fmla="*/ 31 h 219560"/>
              <a:gd name="csX2" fmla="*/ 1828800 w 1828800"/>
              <a:gd name="csY2" fmla="*/ 219560 h 219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28800" h="219560">
                <a:moveTo>
                  <a:pt x="0" y="206860"/>
                </a:moveTo>
                <a:cubicBezTo>
                  <a:pt x="319314" y="102387"/>
                  <a:pt x="638629" y="-2086"/>
                  <a:pt x="943429" y="31"/>
                </a:cubicBezTo>
                <a:cubicBezTo>
                  <a:pt x="1248229" y="2148"/>
                  <a:pt x="1538514" y="110854"/>
                  <a:pt x="1828800" y="219560"/>
                </a:cubicBezTo>
              </a:path>
            </a:pathLst>
          </a:custGeom>
          <a:noFill/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BFB243-CE07-D28A-976C-35715D2EAF0D}"/>
                  </a:ext>
                </a:extLst>
              </p:cNvPr>
              <p:cNvSpPr txBox="1"/>
              <p:nvPr/>
            </p:nvSpPr>
            <p:spPr>
              <a:xfrm>
                <a:off x="6468341" y="2184523"/>
                <a:ext cx="9193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5050</m:t>
                      </m:r>
                    </m:oMath>
                  </m:oMathPara>
                </a14:m>
                <a:endParaRPr lang="en-US" sz="2800" dirty="0">
                  <a:solidFill>
                    <a:srgbClr val="6699FF"/>
                  </a:solidFill>
                  <a:latin typeface="Cambria Math" panose="02040503050406030204" pitchFamily="18" charset="0"/>
                  <a:cs typeface="IRANYekanXFaNum" pitchFamily="2" charset="-78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BFB243-CE07-D28A-976C-35715D2EA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41" y="2184523"/>
                <a:ext cx="91936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6293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3" fill="hold">
                          <p:stCondLst>
                            <p:cond delay="indefinite"/>
                          </p:stCondLst>
                          <p:childTnLst>
                            <p:par>
                              <p:cTn id="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0" fill="hold">
                          <p:stCondLst>
                            <p:cond delay="indefinite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2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5" fill="hold">
                          <p:stCondLst>
                            <p:cond delay="indefinite"/>
                          </p:stCondLst>
                          <p:childTnLst>
                            <p:par>
                              <p:cTn id="1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5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1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3" grpId="0"/>
          <p:bldP spid="25" grpId="0"/>
          <p:bldP spid="29" grpId="0"/>
          <p:bldP spid="28" grpId="0"/>
          <p:bldP spid="31" grpId="0"/>
          <p:bldP spid="26" grpId="0"/>
          <p:bldP spid="30" grpId="0"/>
          <p:bldP spid="32" grpId="0" animBg="1"/>
          <p:bldP spid="33" grpId="0" animBg="1"/>
          <p:bldP spid="34" grpId="0"/>
          <p:bldP spid="35" grpId="0" animBg="1"/>
          <p:bldP spid="36" grpId="0" animBg="1"/>
          <p:bldP spid="37" grpId="0"/>
          <p:bldP spid="24" grpId="0" animBg="1"/>
          <p:bldP spid="27" grpId="0"/>
          <p:bldP spid="38" grpId="0" animBg="1"/>
          <p:bldP spid="4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7" fill="hold">
                          <p:stCondLst>
                            <p:cond delay="indefinite"/>
                          </p:stCondLst>
                          <p:childTnLst>
                            <p:par>
                              <p:cTn id="6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9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3" fill="hold">
                          <p:stCondLst>
                            <p:cond delay="indefinite"/>
                          </p:stCondLst>
                          <p:childTnLst>
                            <p:par>
                              <p:cTn id="7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5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3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0" fill="hold">
                          <p:stCondLst>
                            <p:cond delay="indefinite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6" fill="hold">
                          <p:stCondLst>
                            <p:cond delay="indefinite"/>
                          </p:stCondLst>
                          <p:childTnLst>
                            <p:par>
                              <p:cTn id="9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8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2" fill="hold">
                          <p:stCondLst>
                            <p:cond delay="indefinite"/>
                          </p:stCondLst>
                          <p:childTnLst>
                            <p:par>
                              <p:cTn id="10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4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2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9" fill="hold">
                          <p:stCondLst>
                            <p:cond delay="indefinite"/>
                          </p:stCondLst>
                          <p:childTnLst>
                            <p:par>
                              <p:cTn id="1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1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4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5" fill="hold">
                          <p:stCondLst>
                            <p:cond delay="indefinite"/>
                          </p:stCondLst>
                          <p:childTnLst>
                            <p:par>
                              <p:cTn id="1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7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5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7" fill="hold">
                          <p:stCondLst>
                            <p:cond delay="indefinite"/>
                          </p:stCondLst>
                          <p:childTnLst>
                            <p:par>
                              <p:cTn id="1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9" presetID="2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1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2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3" grpId="0"/>
          <p:bldP spid="25" grpId="0"/>
          <p:bldP spid="29" grpId="0"/>
          <p:bldP spid="28" grpId="0"/>
          <p:bldP spid="31" grpId="0"/>
          <p:bldP spid="26" grpId="0"/>
          <p:bldP spid="30" grpId="0"/>
          <p:bldP spid="32" grpId="0" animBg="1"/>
          <p:bldP spid="33" grpId="0" animBg="1"/>
          <p:bldP spid="34" grpId="0"/>
          <p:bldP spid="35" grpId="0" animBg="1"/>
          <p:bldP spid="36" grpId="0" animBg="1"/>
          <p:bldP spid="37" grpId="0"/>
          <p:bldP spid="24" grpId="0" animBg="1"/>
          <p:bldP spid="27" grpId="0"/>
          <p:bldP spid="38" grpId="0" animBg="1"/>
          <p:bldP spid="42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AD46-3B76-C895-CE69-BA2F0641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0B6646-592B-E415-E347-B02672FD736E}"/>
              </a:ext>
            </a:extLst>
          </p:cNvPr>
          <p:cNvSpPr/>
          <p:nvPr/>
        </p:nvSpPr>
        <p:spPr>
          <a:xfrm>
            <a:off x="750470" y="799700"/>
            <a:ext cx="8061218" cy="736831"/>
          </a:xfrm>
          <a:prstGeom prst="roundRect">
            <a:avLst>
              <a:gd name="adj" fmla="val 41621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F9B7E0-2CB7-3ADE-8795-5B2EBA8CF8CC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73877C9E-1837-0C62-1419-8494E53B3867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3D7D207-F903-7779-6105-3A249ECD4837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2F17C3E-3CCC-E7D8-069C-6A60EE2C8B3E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0E254B0-1060-A035-6CD8-EAF52C0AE855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E0D05A8-0687-853C-0C24-59BDDBE20060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4F2C8CD-ADF3-51AF-FC4A-F0D8F9FF105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6D42381-1A56-BBA5-F3BA-8EE1BB78AF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9AF0DDF2-BAEB-A88A-DA8F-B8BAB010171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37EA52B1-AF5D-3D8E-2730-C73AAB7592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A124CCB-C0C4-7911-D5B2-30BC256858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ABABD11-6B64-6824-A9A1-7C4BA0F511B8}"/>
              </a:ext>
            </a:extLst>
          </p:cNvPr>
          <p:cNvSpPr/>
          <p:nvPr/>
        </p:nvSpPr>
        <p:spPr>
          <a:xfrm>
            <a:off x="281889" y="739808"/>
            <a:ext cx="7661072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حاصل را بدست آورید.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F5A02B-F201-EA7B-9AB7-5B22E2B59158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6936DD4-A52C-AC8D-171A-5F392AE871F9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8" name="Circle B">
                <a:extLst>
                  <a:ext uri="{FF2B5EF4-FFF2-40B4-BE49-F238E27FC236}">
                    <a16:creationId xmlns:a16="http://schemas.microsoft.com/office/drawing/2014/main" id="{5D629851-856A-8CF9-B230-5572476BBB42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0" name="Oval 73">
                  <a:extLst>
                    <a:ext uri="{FF2B5EF4-FFF2-40B4-BE49-F238E27FC236}">
                      <a16:creationId xmlns:a16="http://schemas.microsoft.com/office/drawing/2014/main" id="{E4C652C6-8496-7489-FAD7-E9315E354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1" name="Texture">
                  <a:extLst>
                    <a:ext uri="{FF2B5EF4-FFF2-40B4-BE49-F238E27FC236}">
                      <a16:creationId xmlns:a16="http://schemas.microsoft.com/office/drawing/2014/main" id="{2C199940-2026-4693-6CA9-62CFE89AC1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9" name="B">
                <a:extLst>
                  <a:ext uri="{FF2B5EF4-FFF2-40B4-BE49-F238E27FC236}">
                    <a16:creationId xmlns:a16="http://schemas.microsoft.com/office/drawing/2014/main" id="{6EA7A51E-0922-E061-7D44-D4A3AD2AF9B1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7" name="A">
              <a:extLst>
                <a:ext uri="{FF2B5EF4-FFF2-40B4-BE49-F238E27FC236}">
                  <a16:creationId xmlns:a16="http://schemas.microsoft.com/office/drawing/2014/main" id="{5CB55FB3-94A9-7CE4-E070-BC4730531778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Roboto Condensed" panose="02000000000000000000" pitchFamily="2" charset="0"/>
                  <a:ea typeface="Roboto Condensed" panose="02000000000000000000" pitchFamily="2" charset="0"/>
                  <a:cs typeface="IRANYekanXFaNum Heavy" pitchFamily="2" charset="-78"/>
                </a:rPr>
                <a:t>5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5C08C31-2078-6A6E-80B2-D7742942447D}"/>
                  </a:ext>
                </a:extLst>
              </p:cNvPr>
              <p:cNvSpPr txBox="1"/>
              <p:nvPr/>
            </p:nvSpPr>
            <p:spPr>
              <a:xfrm>
                <a:off x="899631" y="2054942"/>
                <a:ext cx="3680623" cy="809452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a-IR" sz="28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fa-IR" sz="280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a-I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fa-IR" sz="28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fa-IR" sz="280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a-I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a-IR" sz="280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fa-IR" sz="280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fa-I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>
                              <a:latin typeface="Cambria Math" panose="02040503050406030204" pitchFamily="18" charset="0"/>
                            </a:rPr>
                            <m:t>99</m:t>
                          </m:r>
                        </m:num>
                        <m:den>
                          <m:r>
                            <a:rPr lang="fa-IR" sz="280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fa-IR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ar-DZ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5C08C31-2078-6A6E-80B2-D77429424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31" y="2054942"/>
                <a:ext cx="3680623" cy="809452"/>
              </a:xfrm>
              <a:prstGeom prst="rect">
                <a:avLst/>
              </a:prstGeom>
              <a:blipFill>
                <a:blip r:embed="rId3"/>
                <a:stretch>
                  <a:fillRect l="-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7F0B6F-DCD2-58D4-FA80-0646E4CE5B20}"/>
                  </a:ext>
                </a:extLst>
              </p:cNvPr>
              <p:cNvSpPr txBox="1"/>
              <p:nvPr/>
            </p:nvSpPr>
            <p:spPr>
              <a:xfrm>
                <a:off x="899631" y="3088058"/>
                <a:ext cx="128041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ar-DZ" sz="2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C7F0B6F-DCD2-58D4-FA80-0646E4CE5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31" y="3088058"/>
                <a:ext cx="1280414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341197-EDDD-E7B7-B22F-AEAFB127E068}"/>
                  </a:ext>
                </a:extLst>
              </p:cNvPr>
              <p:cNvSpPr txBox="1"/>
              <p:nvPr/>
            </p:nvSpPr>
            <p:spPr>
              <a:xfrm>
                <a:off x="909464" y="4062370"/>
                <a:ext cx="189519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341197-EDDD-E7B7-B22F-AEAFB127E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64" y="4062370"/>
                <a:ext cx="1895198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14ECF94-D13D-67DA-F201-CFA1B97D5AF2}"/>
                  </a:ext>
                </a:extLst>
              </p:cNvPr>
              <p:cNvSpPr txBox="1"/>
              <p:nvPr/>
            </p:nvSpPr>
            <p:spPr>
              <a:xfrm>
                <a:off x="913515" y="5036682"/>
                <a:ext cx="2509981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ar-DZ" sz="2800" dirty="0">
                  <a:solidFill>
                    <a:srgbClr val="6699FF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14ECF94-D13D-67DA-F201-CFA1B97D5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15" y="5036682"/>
                <a:ext cx="2509981" cy="8182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F98E5F-BAE6-A9D1-F1C9-1639E069DE16}"/>
                  </a:ext>
                </a:extLst>
              </p:cNvPr>
              <p:cNvSpPr txBox="1"/>
              <p:nvPr/>
            </p:nvSpPr>
            <p:spPr>
              <a:xfrm>
                <a:off x="4907139" y="3793522"/>
                <a:ext cx="1931618" cy="88184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DZ" sz="24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</m:ctrlPr>
                        </m:fPr>
                        <m:num>
                          <m:r>
                            <a:rPr lang="fa-IR" sz="240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اول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 </m:t>
                          </m:r>
                          <m:r>
                            <a:rPr lang="fa-IR" sz="240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کسر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 </m:t>
                          </m:r>
                          <m:r>
                            <a:rPr lang="fa-IR" sz="240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صورت</m:t>
                          </m:r>
                        </m:num>
                        <m:den>
                          <m:r>
                            <a:rPr lang="fa-IR" sz="240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آخر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 </m:t>
                          </m:r>
                          <m:r>
                            <a:rPr lang="fa-IR" sz="240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کسر</m:t>
                          </m:r>
                          <m:r>
                            <a:rPr lang="fa-IR" sz="2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 </m:t>
                          </m:r>
                          <m:r>
                            <a:rPr lang="fa-IR" sz="240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cs typeface="IRANYekanXFaNum" pitchFamily="2" charset="-78"/>
                            </a:rPr>
                            <m:t>مخرج</m:t>
                          </m:r>
                        </m:den>
                      </m:f>
                    </m:oMath>
                  </m:oMathPara>
                </a14:m>
                <a:endParaRPr lang="ar-DZ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F98E5F-BAE6-A9D1-F1C9-1639E069D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139" y="3793522"/>
                <a:ext cx="1931618" cy="881844"/>
              </a:xfrm>
              <a:prstGeom prst="rect">
                <a:avLst/>
              </a:prstGeom>
              <a:blipFill>
                <a:blip r:embed="rId7"/>
                <a:stretch>
                  <a:fillRect r="-11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AAF980B-8B98-1957-B8DB-5D9F3248C198}"/>
              </a:ext>
            </a:extLst>
          </p:cNvPr>
          <p:cNvCxnSpPr>
            <a:cxnSpLocks/>
          </p:cNvCxnSpPr>
          <p:nvPr/>
        </p:nvCxnSpPr>
        <p:spPr>
          <a:xfrm flipH="1">
            <a:off x="909464" y="3593084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1AA60FA1-9CC7-9A82-F9A6-20A77A7B74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4715477"/>
            <a:ext cx="2043078" cy="19789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BEC2FDA-5CCB-4045-F3ED-2E8258CCA9AB}"/>
                  </a:ext>
                </a:extLst>
              </p:cNvPr>
              <p:cNvSpPr txBox="1"/>
              <p:nvPr/>
            </p:nvSpPr>
            <p:spPr>
              <a:xfrm>
                <a:off x="4410475" y="2054942"/>
                <a:ext cx="69570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ar-DZ" sz="28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BEC2FDA-5CCB-4045-F3ED-2E8258CCA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475" y="2054942"/>
                <a:ext cx="695703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0E0BD0-09AD-81AA-8CC0-687D12314065}"/>
              </a:ext>
            </a:extLst>
          </p:cNvPr>
          <p:cNvCxnSpPr>
            <a:cxnSpLocks/>
          </p:cNvCxnSpPr>
          <p:nvPr/>
        </p:nvCxnSpPr>
        <p:spPr>
          <a:xfrm flipH="1">
            <a:off x="1509539" y="3120520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F69909-0AA0-DEE7-70E9-F8B29FF55717}"/>
              </a:ext>
            </a:extLst>
          </p:cNvPr>
          <p:cNvCxnSpPr>
            <a:cxnSpLocks/>
          </p:cNvCxnSpPr>
          <p:nvPr/>
        </p:nvCxnSpPr>
        <p:spPr>
          <a:xfrm flipH="1">
            <a:off x="923071" y="4565853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2511F3-DCCA-6060-856C-E0AA193DE6FF}"/>
              </a:ext>
            </a:extLst>
          </p:cNvPr>
          <p:cNvCxnSpPr>
            <a:cxnSpLocks/>
          </p:cNvCxnSpPr>
          <p:nvPr/>
        </p:nvCxnSpPr>
        <p:spPr>
          <a:xfrm flipH="1">
            <a:off x="1551458" y="4048781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972E76-7927-2F5A-47D3-E2E79CEE2C04}"/>
              </a:ext>
            </a:extLst>
          </p:cNvPr>
          <p:cNvCxnSpPr>
            <a:cxnSpLocks/>
          </p:cNvCxnSpPr>
          <p:nvPr/>
        </p:nvCxnSpPr>
        <p:spPr>
          <a:xfrm flipH="1">
            <a:off x="1551457" y="4582181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F7A77E7-3B36-9CB4-0449-F7130E66B9B1}"/>
              </a:ext>
            </a:extLst>
          </p:cNvPr>
          <p:cNvCxnSpPr>
            <a:cxnSpLocks/>
          </p:cNvCxnSpPr>
          <p:nvPr/>
        </p:nvCxnSpPr>
        <p:spPr>
          <a:xfrm flipH="1">
            <a:off x="2159696" y="4062370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B2359A-3C9C-C780-FE9B-C2B103CC7B86}"/>
              </a:ext>
            </a:extLst>
          </p:cNvPr>
          <p:cNvCxnSpPr>
            <a:cxnSpLocks/>
          </p:cNvCxnSpPr>
          <p:nvPr/>
        </p:nvCxnSpPr>
        <p:spPr>
          <a:xfrm flipH="1">
            <a:off x="953007" y="5540165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27979DC-EEDC-5061-F21F-CEDC2D70DEF3}"/>
              </a:ext>
            </a:extLst>
          </p:cNvPr>
          <p:cNvCxnSpPr>
            <a:cxnSpLocks/>
          </p:cNvCxnSpPr>
          <p:nvPr/>
        </p:nvCxnSpPr>
        <p:spPr>
          <a:xfrm flipH="1">
            <a:off x="1551456" y="5048771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6D309A5-3004-7DE5-E1E6-46A9C702A301}"/>
              </a:ext>
            </a:extLst>
          </p:cNvPr>
          <p:cNvCxnSpPr>
            <a:cxnSpLocks/>
          </p:cNvCxnSpPr>
          <p:nvPr/>
        </p:nvCxnSpPr>
        <p:spPr>
          <a:xfrm flipH="1">
            <a:off x="1551456" y="5559039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BF08FF-DA44-860F-6DC8-B56373A3E541}"/>
              </a:ext>
            </a:extLst>
          </p:cNvPr>
          <p:cNvCxnSpPr>
            <a:cxnSpLocks/>
          </p:cNvCxnSpPr>
          <p:nvPr/>
        </p:nvCxnSpPr>
        <p:spPr>
          <a:xfrm flipH="1">
            <a:off x="2159695" y="5048771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E8AE03B-B5EF-BD7D-8DD9-B4E48C21950D}"/>
              </a:ext>
            </a:extLst>
          </p:cNvPr>
          <p:cNvCxnSpPr>
            <a:cxnSpLocks/>
          </p:cNvCxnSpPr>
          <p:nvPr/>
        </p:nvCxnSpPr>
        <p:spPr>
          <a:xfrm flipH="1">
            <a:off x="2137924" y="5559039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B4AD6C0-893B-BA13-A68F-8D485806D95D}"/>
              </a:ext>
            </a:extLst>
          </p:cNvPr>
          <p:cNvCxnSpPr>
            <a:cxnSpLocks/>
          </p:cNvCxnSpPr>
          <p:nvPr/>
        </p:nvCxnSpPr>
        <p:spPr>
          <a:xfrm flipH="1">
            <a:off x="2752967" y="5067821"/>
            <a:ext cx="275303" cy="342862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703D9C-CC2F-C5D0-654E-4E5CCB58EA2D}"/>
                  </a:ext>
                </a:extLst>
              </p:cNvPr>
              <p:cNvSpPr txBox="1"/>
              <p:nvPr/>
            </p:nvSpPr>
            <p:spPr>
              <a:xfrm>
                <a:off x="2087593" y="3051574"/>
                <a:ext cx="460370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solidFill>
                    <a:srgbClr val="6699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703D9C-CC2F-C5D0-654E-4E5CCB58E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593" y="3051574"/>
                <a:ext cx="460370" cy="8989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CF252E7-2E8C-2876-3604-1889AB4B1448}"/>
                  </a:ext>
                </a:extLst>
              </p:cNvPr>
              <p:cNvSpPr txBox="1"/>
              <p:nvPr/>
            </p:nvSpPr>
            <p:spPr>
              <a:xfrm>
                <a:off x="2739942" y="4017614"/>
                <a:ext cx="460370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solidFill>
                    <a:srgbClr val="6699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CF252E7-2E8C-2876-3604-1889AB4B1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942" y="4017614"/>
                <a:ext cx="460370" cy="89896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A952BCF-EC2F-3E49-2E15-724A0C24E5B1}"/>
                  </a:ext>
                </a:extLst>
              </p:cNvPr>
              <p:cNvSpPr txBox="1"/>
              <p:nvPr/>
            </p:nvSpPr>
            <p:spPr>
              <a:xfrm>
                <a:off x="3296062" y="5007656"/>
                <a:ext cx="460370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a-IR" sz="280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a-IR" sz="2800" i="1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a-IR" sz="2800" b="0" i="1" smtClean="0">
                              <a:solidFill>
                                <a:srgbClr val="6699FF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solidFill>
                    <a:srgbClr val="6699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A952BCF-EC2F-3E49-2E15-724A0C24E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062" y="5007656"/>
                <a:ext cx="460370" cy="8989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>
            <a:extLst>
              <a:ext uri="{FF2B5EF4-FFF2-40B4-BE49-F238E27FC236}">
                <a16:creationId xmlns:a16="http://schemas.microsoft.com/office/drawing/2014/main" id="{F4448958-5BC4-28D4-0F84-16896E76FE10}"/>
              </a:ext>
            </a:extLst>
          </p:cNvPr>
          <p:cNvSpPr/>
          <p:nvPr/>
        </p:nvSpPr>
        <p:spPr>
          <a:xfrm>
            <a:off x="899631" y="3051574"/>
            <a:ext cx="298743" cy="448183"/>
          </a:xfrm>
          <a:prstGeom prst="ellipse">
            <a:avLst/>
          </a:prstGeom>
          <a:noFill/>
          <a:ln w="38100">
            <a:solidFill>
              <a:srgbClr val="F246C9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BE55B52-8B25-50B1-01DE-4E4484781432}"/>
              </a:ext>
            </a:extLst>
          </p:cNvPr>
          <p:cNvSpPr/>
          <p:nvPr/>
        </p:nvSpPr>
        <p:spPr>
          <a:xfrm>
            <a:off x="1521044" y="3569431"/>
            <a:ext cx="298743" cy="448183"/>
          </a:xfrm>
          <a:prstGeom prst="ellipse">
            <a:avLst/>
          </a:prstGeom>
          <a:noFill/>
          <a:ln w="38100">
            <a:solidFill>
              <a:srgbClr val="F246C9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8F60AD2-3A33-EEA6-3E69-F58930B9FE97}"/>
              </a:ext>
            </a:extLst>
          </p:cNvPr>
          <p:cNvSpPr/>
          <p:nvPr/>
        </p:nvSpPr>
        <p:spPr>
          <a:xfrm>
            <a:off x="911350" y="4019658"/>
            <a:ext cx="298743" cy="448183"/>
          </a:xfrm>
          <a:prstGeom prst="ellipse">
            <a:avLst/>
          </a:prstGeom>
          <a:noFill/>
          <a:ln w="38100">
            <a:solidFill>
              <a:srgbClr val="F246C9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9D0FC68-0913-E33D-A0C4-679203CFD127}"/>
              </a:ext>
            </a:extLst>
          </p:cNvPr>
          <p:cNvSpPr/>
          <p:nvPr/>
        </p:nvSpPr>
        <p:spPr>
          <a:xfrm>
            <a:off x="2126203" y="4533199"/>
            <a:ext cx="298743" cy="448183"/>
          </a:xfrm>
          <a:prstGeom prst="ellipse">
            <a:avLst/>
          </a:prstGeom>
          <a:noFill/>
          <a:ln w="38100">
            <a:solidFill>
              <a:srgbClr val="F246C9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5504944-8237-66A5-0EC7-B8D70F4DC94B}"/>
              </a:ext>
            </a:extLst>
          </p:cNvPr>
          <p:cNvSpPr/>
          <p:nvPr/>
        </p:nvSpPr>
        <p:spPr>
          <a:xfrm>
            <a:off x="911350" y="4996110"/>
            <a:ext cx="298743" cy="448183"/>
          </a:xfrm>
          <a:prstGeom prst="ellipse">
            <a:avLst/>
          </a:prstGeom>
          <a:noFill/>
          <a:ln w="38100">
            <a:solidFill>
              <a:srgbClr val="F246C9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6F3AA88-6B84-8985-7C38-EF148187628C}"/>
              </a:ext>
            </a:extLst>
          </p:cNvPr>
          <p:cNvSpPr/>
          <p:nvPr/>
        </p:nvSpPr>
        <p:spPr>
          <a:xfrm>
            <a:off x="2752967" y="5529129"/>
            <a:ext cx="298743" cy="448183"/>
          </a:xfrm>
          <a:prstGeom prst="ellipse">
            <a:avLst/>
          </a:prstGeom>
          <a:noFill/>
          <a:ln w="38100">
            <a:solidFill>
              <a:srgbClr val="F246C9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2EF7B7B-85B7-F6D0-BDBB-7CC3E4C4D087}"/>
              </a:ext>
            </a:extLst>
          </p:cNvPr>
          <p:cNvSpPr/>
          <p:nvPr/>
        </p:nvSpPr>
        <p:spPr>
          <a:xfrm>
            <a:off x="844446" y="2018819"/>
            <a:ext cx="298743" cy="448183"/>
          </a:xfrm>
          <a:prstGeom prst="ellipse">
            <a:avLst/>
          </a:prstGeom>
          <a:noFill/>
          <a:ln w="38100">
            <a:solidFill>
              <a:srgbClr val="F246C9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7F5E46A-2D51-6F3A-8AB2-DE63EA6A4F6C}"/>
              </a:ext>
            </a:extLst>
          </p:cNvPr>
          <p:cNvSpPr/>
          <p:nvPr/>
        </p:nvSpPr>
        <p:spPr>
          <a:xfrm>
            <a:off x="3371200" y="2503715"/>
            <a:ext cx="695703" cy="480784"/>
          </a:xfrm>
          <a:prstGeom prst="ellipse">
            <a:avLst/>
          </a:prstGeom>
          <a:noFill/>
          <a:ln w="38100">
            <a:solidFill>
              <a:srgbClr val="F246C9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40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150"/>
                                </p:stCondLst>
                                <p:childTnLst>
                                  <p:par>
                                    <p:cTn id="40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3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63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6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2" fill="hold">
                          <p:stCondLst>
                            <p:cond delay="indefinite"/>
                          </p:stCondLst>
                          <p:childTnLst>
                            <p:par>
                              <p:cTn id="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6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1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5" fill="hold">
                          <p:stCondLst>
                            <p:cond delay="indefinite"/>
                          </p:stCondLst>
                          <p:childTnLst>
                            <p:par>
                              <p:cTn id="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7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9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0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3" fill="hold">
                          <p:stCondLst>
                            <p:cond delay="indefinite"/>
                          </p:stCondLst>
                          <p:childTnLst>
                            <p:par>
                              <p:cTn id="1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0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8" fill="hold">
                          <p:stCondLst>
                            <p:cond delay="indefinite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1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4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6" fill="hold">
                          <p:stCondLst>
                            <p:cond delay="indefinite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0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35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3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4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46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7" fill="hold">
                          <p:stCondLst>
                            <p:cond delay="indefinite"/>
                          </p:stCondLst>
                          <p:childTnLst>
                            <p:par>
                              <p:cTn id="1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51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54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5" fill="hold">
                          <p:stCondLst>
                            <p:cond delay="indefinite"/>
                          </p:stCondLst>
                          <p:childTnLst>
                            <p:par>
                              <p:cTn id="1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7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59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0" fill="hold">
                          <p:stCondLst>
                            <p:cond delay="indefinite"/>
                          </p:stCondLst>
                          <p:childTnLst>
                            <p:par>
                              <p:cTn id="1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2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6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5" fill="hold">
                          <p:stCondLst>
                            <p:cond delay="indefinite"/>
                          </p:stCondLst>
                          <p:childTnLst>
                            <p:par>
                              <p:cTn id="1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0" fill="hold">
                          <p:stCondLst>
                            <p:cond delay="indefinite"/>
                          </p:stCondLst>
                          <p:childTnLst>
                            <p:par>
                              <p:cTn id="1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2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6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79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2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3" fill="hold">
                          <p:stCondLst>
                            <p:cond delay="indefinite"/>
                          </p:stCondLst>
                          <p:childTnLst>
                            <p:par>
                              <p:cTn id="1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87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8" fill="hold">
                          <p:stCondLst>
                            <p:cond delay="indefinite"/>
                          </p:stCondLst>
                          <p:childTnLst>
                            <p:par>
                              <p:cTn id="1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0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92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3" fill="hold">
                          <p:stCondLst>
                            <p:cond delay="indefinite"/>
                          </p:stCondLst>
                          <p:childTnLst>
                            <p:par>
                              <p:cTn id="1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7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8" fill="hold">
                          <p:stCondLst>
                            <p:cond delay="indefinite"/>
                          </p:stCondLst>
                          <p:childTnLst>
                            <p:par>
                              <p:cTn id="1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0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3" fill="hold">
                          <p:stCondLst>
                            <p:cond delay="indefinite"/>
                          </p:stCondLst>
                          <p:childTnLst>
                            <p:par>
                              <p:cTn id="2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5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6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8" grpId="0"/>
          <p:bldP spid="30" grpId="0"/>
          <p:bldP spid="32" grpId="0"/>
          <p:bldP spid="33" grpId="0"/>
          <p:bldP spid="25" grpId="0"/>
          <p:bldP spid="35" grpId="0"/>
          <p:bldP spid="39" grpId="0"/>
          <p:bldP spid="41" grpId="0"/>
          <p:bldP spid="42" grpId="0" animBg="1"/>
          <p:bldP spid="42" grpId="1" animBg="1"/>
          <p:bldP spid="44" grpId="0" animBg="1"/>
          <p:bldP spid="44" grpId="1" animBg="1"/>
          <p:bldP spid="47" grpId="0" animBg="1"/>
          <p:bldP spid="47" grpId="1" animBg="1"/>
          <p:bldP spid="48" grpId="0" animBg="1"/>
          <p:bldP spid="48" grpId="1" animBg="1"/>
          <p:bldP spid="49" grpId="0" animBg="1"/>
          <p:bldP spid="49" grpId="1" animBg="1"/>
          <p:bldP spid="53" grpId="0" animBg="1"/>
          <p:bldP spid="53" grpId="1" animBg="1"/>
          <p:bldP spid="54" grpId="0" animBg="1"/>
          <p:bldP spid="54" grpId="1" animBg="1"/>
          <p:bldP spid="55" grpId="0" animBg="1"/>
          <p:bldP spid="55" grpId="1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4150"/>
                                </p:stCondLst>
                                <p:childTnLst>
                                  <p:par>
                                    <p:cTn id="40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3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63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6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2" fill="hold">
                          <p:stCondLst>
                            <p:cond delay="indefinite"/>
                          </p:stCondLst>
                          <p:childTnLst>
                            <p:par>
                              <p:cTn id="8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4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6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7" fill="hold">
                          <p:stCondLst>
                            <p:cond delay="indefinite"/>
                          </p:stCondLst>
                          <p:childTnLst>
                            <p:par>
                              <p:cTn id="8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1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5" fill="hold">
                          <p:stCondLst>
                            <p:cond delay="indefinite"/>
                          </p:stCondLst>
                          <p:childTnLst>
                            <p:par>
                              <p:cTn id="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7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9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02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3" fill="hold">
                          <p:stCondLst>
                            <p:cond delay="indefinite"/>
                          </p:stCondLst>
                          <p:childTnLst>
                            <p:par>
                              <p:cTn id="1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0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8" fill="hold">
                          <p:stCondLst>
                            <p:cond delay="indefinite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3" fill="hold">
                          <p:stCondLst>
                            <p:cond delay="indefinite"/>
                          </p:stCondLst>
                          <p:childTnLst>
                            <p:par>
                              <p:cTn id="1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8" fill="hold">
                          <p:stCondLst>
                            <p:cond delay="indefinite"/>
                          </p:stCondLst>
                          <p:childTnLst>
                            <p:par>
                              <p:cTn id="1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0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1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4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6" fill="hold">
                          <p:stCondLst>
                            <p:cond delay="indefinite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0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1" fill="hold">
                          <p:stCondLst>
                            <p:cond delay="indefinite"/>
                          </p:stCondLst>
                          <p:childTnLst>
                            <p:par>
                              <p:cTn id="1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3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35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38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9" fill="hold">
                          <p:stCondLst>
                            <p:cond delay="indefinite"/>
                          </p:stCondLst>
                          <p:childTnLst>
                            <p:par>
                              <p:cTn id="1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4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46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7" fill="hold">
                          <p:stCondLst>
                            <p:cond delay="indefinite"/>
                          </p:stCondLst>
                          <p:childTnLst>
                            <p:par>
                              <p:cTn id="1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9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51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54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5" fill="hold">
                          <p:stCondLst>
                            <p:cond delay="indefinite"/>
                          </p:stCondLst>
                          <p:childTnLst>
                            <p:par>
                              <p:cTn id="1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7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59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0" fill="hold">
                          <p:stCondLst>
                            <p:cond delay="indefinite"/>
                          </p:stCondLst>
                          <p:childTnLst>
                            <p:par>
                              <p:cTn id="1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2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6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65" fill="hold">
                          <p:stCondLst>
                            <p:cond delay="indefinite"/>
                          </p:stCondLst>
                          <p:childTnLst>
                            <p:par>
                              <p:cTn id="1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0" fill="hold">
                          <p:stCondLst>
                            <p:cond delay="indefinite"/>
                          </p:stCondLst>
                          <p:childTnLst>
                            <p:par>
                              <p:cTn id="1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2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3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6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79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2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3" fill="hold">
                          <p:stCondLst>
                            <p:cond delay="indefinite"/>
                          </p:stCondLst>
                          <p:childTnLst>
                            <p:par>
                              <p:cTn id="1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8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87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8" fill="hold">
                          <p:stCondLst>
                            <p:cond delay="indefinite"/>
                          </p:stCondLst>
                          <p:childTnLst>
                            <p:par>
                              <p:cTn id="18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0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92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3" fill="hold">
                          <p:stCondLst>
                            <p:cond delay="indefinite"/>
                          </p:stCondLst>
                          <p:childTnLst>
                            <p:par>
                              <p:cTn id="1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5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7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8" fill="hold">
                          <p:stCondLst>
                            <p:cond delay="indefinite"/>
                          </p:stCondLst>
                          <p:childTnLst>
                            <p:par>
                              <p:cTn id="19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0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03" fill="hold">
                          <p:stCondLst>
                            <p:cond delay="indefinite"/>
                          </p:stCondLst>
                          <p:childTnLst>
                            <p:par>
                              <p:cTn id="20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5" presetID="10" presetClass="exit" presetSubtype="0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6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  <p:bldP spid="22" grpId="0"/>
          <p:bldP spid="28" grpId="0"/>
          <p:bldP spid="30" grpId="0"/>
          <p:bldP spid="32" grpId="0"/>
          <p:bldP spid="33" grpId="0"/>
          <p:bldP spid="25" grpId="0"/>
          <p:bldP spid="35" grpId="0"/>
          <p:bldP spid="39" grpId="0"/>
          <p:bldP spid="41" grpId="0"/>
          <p:bldP spid="42" grpId="0" animBg="1"/>
          <p:bldP spid="42" grpId="1" animBg="1"/>
          <p:bldP spid="44" grpId="0" animBg="1"/>
          <p:bldP spid="44" grpId="1" animBg="1"/>
          <p:bldP spid="47" grpId="0" animBg="1"/>
          <p:bldP spid="47" grpId="1" animBg="1"/>
          <p:bldP spid="48" grpId="0" animBg="1"/>
          <p:bldP spid="48" grpId="1" animBg="1"/>
          <p:bldP spid="49" grpId="0" animBg="1"/>
          <p:bldP spid="49" grpId="1" animBg="1"/>
          <p:bldP spid="53" grpId="0" animBg="1"/>
          <p:bldP spid="53" grpId="1" animBg="1"/>
          <p:bldP spid="54" grpId="0" animBg="1"/>
          <p:bldP spid="54" grpId="1" animBg="1"/>
          <p:bldP spid="55" grpId="0" animBg="1"/>
          <p:bldP spid="55" grpId="1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0FAC-E271-9908-96FB-865BBBA4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A3117D2-538D-FACB-5FD3-FEFAA7C47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39" t="71144"/>
          <a:stretch>
            <a:fillRect/>
          </a:stretch>
        </p:blipFill>
        <p:spPr>
          <a:xfrm>
            <a:off x="10125344" y="0"/>
            <a:ext cx="2043078" cy="197897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0AEA7657-C5B0-0953-6804-8B426D44D1C6}"/>
              </a:ext>
            </a:extLst>
          </p:cNvPr>
          <p:cNvGrpSpPr/>
          <p:nvPr/>
        </p:nvGrpSpPr>
        <p:grpSpPr>
          <a:xfrm>
            <a:off x="7044409" y="2699046"/>
            <a:ext cx="4504135" cy="1446550"/>
            <a:chOff x="7942893" y="807146"/>
            <a:chExt cx="1291543" cy="1216215"/>
          </a:xfrm>
        </p:grpSpPr>
        <p:sp>
          <p:nvSpPr>
            <p:cNvPr id="81" name="Freeform 83">
              <a:extLst>
                <a:ext uri="{FF2B5EF4-FFF2-40B4-BE49-F238E27FC236}">
                  <a16:creationId xmlns:a16="http://schemas.microsoft.com/office/drawing/2014/main" id="{4FB1F4BF-786A-A66D-5311-0D873C359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893" y="1103332"/>
              <a:ext cx="1175822" cy="623844"/>
            </a:xfrm>
            <a:prstGeom prst="roundRect">
              <a:avLst/>
            </a:prstGeom>
            <a:solidFill>
              <a:srgbClr val="4D8FCB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راهبرد حل مسئله ساده‌تر</a:t>
              </a:r>
            </a:p>
          </p:txBody>
        </p:sp>
        <p:sp>
          <p:nvSpPr>
            <p:cNvPr id="82" name="A">
              <a:extLst>
                <a:ext uri="{FF2B5EF4-FFF2-40B4-BE49-F238E27FC236}">
                  <a16:creationId xmlns:a16="http://schemas.microsoft.com/office/drawing/2014/main" id="{A61A987D-B23F-9A4C-8814-762F220F1A25}"/>
                </a:ext>
              </a:extLst>
            </p:cNvPr>
            <p:cNvSpPr txBox="1"/>
            <p:nvPr/>
          </p:nvSpPr>
          <p:spPr>
            <a:xfrm>
              <a:off x="9038374" y="807146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7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B37594-2651-0FAB-C2BC-9692C41B9250}"/>
              </a:ext>
            </a:extLst>
          </p:cNvPr>
          <p:cNvGrpSpPr/>
          <p:nvPr/>
        </p:nvGrpSpPr>
        <p:grpSpPr>
          <a:xfrm>
            <a:off x="5935074" y="2114769"/>
            <a:ext cx="987860" cy="1098000"/>
            <a:chOff x="8141840" y="2433180"/>
            <a:chExt cx="987860" cy="1098000"/>
          </a:xfrm>
        </p:grpSpPr>
        <p:sp>
          <p:nvSpPr>
            <p:cNvPr id="5" name="Line">
              <a:extLst>
                <a:ext uri="{FF2B5EF4-FFF2-40B4-BE49-F238E27FC236}">
                  <a16:creationId xmlns:a16="http://schemas.microsoft.com/office/drawing/2014/main" id="{D6449405-3287-D08D-8006-E9FA12AC37FB}"/>
                </a:ext>
              </a:extLst>
            </p:cNvPr>
            <p:cNvSpPr/>
            <p:nvPr/>
          </p:nvSpPr>
          <p:spPr>
            <a:xfrm>
              <a:off x="8337572" y="2523180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A56CA0-7CD6-06E2-128C-4C9A45BDB0D5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E23654-B376-E490-64E2-47F391B96EFD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B962145-1264-F0F7-78B2-C80020689AF9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46F3A3-0D51-4F38-A25F-41CD114734B2}"/>
              </a:ext>
            </a:extLst>
          </p:cNvPr>
          <p:cNvGrpSpPr/>
          <p:nvPr/>
        </p:nvGrpSpPr>
        <p:grpSpPr>
          <a:xfrm flipV="1">
            <a:off x="5935074" y="3658707"/>
            <a:ext cx="987860" cy="1106777"/>
            <a:chOff x="8141840" y="2433180"/>
            <a:chExt cx="987860" cy="1106777"/>
          </a:xfrm>
        </p:grpSpPr>
        <p:sp>
          <p:nvSpPr>
            <p:cNvPr id="10" name="Line">
              <a:extLst>
                <a:ext uri="{FF2B5EF4-FFF2-40B4-BE49-F238E27FC236}">
                  <a16:creationId xmlns:a16="http://schemas.microsoft.com/office/drawing/2014/main" id="{236B85DB-A9F2-951B-A1E0-90FA86531065}"/>
                </a:ext>
              </a:extLst>
            </p:cNvPr>
            <p:cNvSpPr/>
            <p:nvPr/>
          </p:nvSpPr>
          <p:spPr>
            <a:xfrm>
              <a:off x="8337572" y="2531957"/>
              <a:ext cx="792128" cy="1008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8773ED-A9AB-F999-D61F-F0CBD47B91E7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2A6CBF9-3A66-F1A7-6805-3D38BD0320C3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E4F877-49BD-ACE5-6842-1EE612D59CA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AD4985-1939-E978-B1E2-8A500FD16A4F}"/>
              </a:ext>
            </a:extLst>
          </p:cNvPr>
          <p:cNvSpPr txBox="1"/>
          <p:nvPr/>
        </p:nvSpPr>
        <p:spPr>
          <a:xfrm>
            <a:off x="3626668" y="1987753"/>
            <a:ext cx="2292674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sz="1800" dirty="0"/>
              <a:t>ظاهر سخت و پیچیده</a:t>
            </a:r>
            <a:endParaRPr lang="ar-DZ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658F83-EDF5-8BDD-CC1C-5049EDA0CDFF}"/>
              </a:ext>
            </a:extLst>
          </p:cNvPr>
          <p:cNvSpPr txBox="1"/>
          <p:nvPr/>
        </p:nvSpPr>
        <p:spPr>
          <a:xfrm>
            <a:off x="4736814" y="3230836"/>
            <a:ext cx="1182528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اعداد بزرگ</a:t>
            </a:r>
            <a:endParaRPr lang="ar-DZ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EABA40-F964-E1F2-25C7-FFEC9BE2E1AC}"/>
              </a:ext>
            </a:extLst>
          </p:cNvPr>
          <p:cNvSpPr txBox="1"/>
          <p:nvPr/>
        </p:nvSpPr>
        <p:spPr>
          <a:xfrm>
            <a:off x="2488557" y="4473918"/>
            <a:ext cx="3430785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justLow" rtl="1">
              <a:lnSpc>
                <a:spcPct val="115000"/>
              </a:lnSpc>
              <a:spcAft>
                <a:spcPts val="800"/>
              </a:spcAft>
              <a:defRPr>
                <a:latin typeface="IRANYekanXFaNum" pitchFamily="2" charset="-78"/>
                <a:cs typeface="IRANYekanXFaNum" pitchFamily="2" charset="-78"/>
              </a:defRPr>
            </a:lvl1pPr>
          </a:lstStyle>
          <a:p>
            <a:r>
              <a:rPr lang="fa-IR" dirty="0"/>
              <a:t>استفاده از اعداد ساده تر و الگویابی</a:t>
            </a:r>
            <a:endParaRPr lang="ar-DZ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7644C1-1635-895B-CA33-30920BC61FCD}"/>
              </a:ext>
            </a:extLst>
          </p:cNvPr>
          <p:cNvGrpSpPr/>
          <p:nvPr/>
        </p:nvGrpSpPr>
        <p:grpSpPr>
          <a:xfrm>
            <a:off x="6014860" y="3345738"/>
            <a:ext cx="908074" cy="180000"/>
            <a:chOff x="5925117" y="3393746"/>
            <a:chExt cx="908074" cy="180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33C6FA-8CAF-CA38-2AB4-89F9FBD3DEBC}"/>
                </a:ext>
              </a:extLst>
            </p:cNvPr>
            <p:cNvCxnSpPr>
              <a:cxnSpLocks/>
              <a:endCxn id="21" idx="6"/>
            </p:cNvCxnSpPr>
            <p:nvPr/>
          </p:nvCxnSpPr>
          <p:spPr>
            <a:xfrm flipH="1">
              <a:off x="6105117" y="3471531"/>
              <a:ext cx="728074" cy="12215"/>
            </a:xfrm>
            <a:prstGeom prst="line">
              <a:avLst/>
            </a:prstGeom>
            <a:noFill/>
            <a:ln w="38100" cap="rnd" cmpd="sng">
              <a:solidFill>
                <a:srgbClr val="484848"/>
              </a:solidFill>
              <a:prstDash val="solid"/>
            </a:ln>
          </p:spPr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4537DE9-C1A4-0EE1-C007-2A4044611639}"/>
                </a:ext>
              </a:extLst>
            </p:cNvPr>
            <p:cNvGrpSpPr/>
            <p:nvPr/>
          </p:nvGrpSpPr>
          <p:grpSpPr>
            <a:xfrm>
              <a:off x="5925117" y="3393746"/>
              <a:ext cx="180000" cy="180000"/>
              <a:chOff x="4870113" y="3564437"/>
              <a:chExt cx="180000" cy="1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2FEE91C-DB55-2D89-EBB9-924E8D44CC64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A5CB845-8234-C3CE-07AB-542B85DD4015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077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274</Words>
  <Application>Microsoft Office PowerPoint</Application>
  <PresentationFormat>Widescreen</PresentationFormat>
  <Paragraphs>109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IRANYekanX ExtraBlack</vt:lpstr>
      <vt:lpstr>IRANYekanXFaNum</vt:lpstr>
      <vt:lpstr>IRANYekanXFaNum Heavy</vt:lpstr>
      <vt:lpstr>IRANYekanXVFaNum DemiBold</vt:lpstr>
      <vt:lpstr>Lato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29</cp:revision>
  <dcterms:created xsi:type="dcterms:W3CDTF">2025-10-07T12:35:10Z</dcterms:created>
  <dcterms:modified xsi:type="dcterms:W3CDTF">2026-04-13T13:42:16Z</dcterms:modified>
</cp:coreProperties>
</file>