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8" r:id="rId5"/>
    <p:sldId id="270" r:id="rId6"/>
    <p:sldId id="278" r:id="rId7"/>
    <p:sldId id="277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EF8F1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1" y="233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9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FF4CA18-231C-91FD-6DD1-413F63C86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28F841D5-1861-E412-FA39-689478D87E6F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61" name="Part D">
              <a:extLst>
                <a:ext uri="{FF2B5EF4-FFF2-40B4-BE49-F238E27FC236}">
                  <a16:creationId xmlns:a16="http://schemas.microsoft.com/office/drawing/2014/main" id="{C456211F-1536-71AB-19A4-F52854D08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2" name="Part C">
              <a:extLst>
                <a:ext uri="{FF2B5EF4-FFF2-40B4-BE49-F238E27FC236}">
                  <a16:creationId xmlns:a16="http://schemas.microsoft.com/office/drawing/2014/main" id="{EAA6F712-7774-4637-C631-A1790D3C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3" name="Part F">
              <a:extLst>
                <a:ext uri="{FF2B5EF4-FFF2-40B4-BE49-F238E27FC236}">
                  <a16:creationId xmlns:a16="http://schemas.microsoft.com/office/drawing/2014/main" id="{86767D11-86B4-8785-2240-C21773517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4" name="Part A">
              <a:extLst>
                <a:ext uri="{FF2B5EF4-FFF2-40B4-BE49-F238E27FC236}">
                  <a16:creationId xmlns:a16="http://schemas.microsoft.com/office/drawing/2014/main" id="{142D5EEC-4C8D-3478-BF14-50D548F37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5" name="Part E">
              <a:extLst>
                <a:ext uri="{FF2B5EF4-FFF2-40B4-BE49-F238E27FC236}">
                  <a16:creationId xmlns:a16="http://schemas.microsoft.com/office/drawing/2014/main" id="{5BEADAA3-9C6D-39F4-DF50-3AF550ACC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6" name="Part B">
              <a:extLst>
                <a:ext uri="{FF2B5EF4-FFF2-40B4-BE49-F238E27FC236}">
                  <a16:creationId xmlns:a16="http://schemas.microsoft.com/office/drawing/2014/main" id="{98A79723-96FF-EE57-4DA6-A627FF1F2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7" name="Big shape">
              <a:extLst>
                <a:ext uri="{FF2B5EF4-FFF2-40B4-BE49-F238E27FC236}">
                  <a16:creationId xmlns:a16="http://schemas.microsoft.com/office/drawing/2014/main" id="{E7D36597-431F-EE7E-AD9C-E4E043F41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68" name="Main circle">
            <a:extLst>
              <a:ext uri="{FF2B5EF4-FFF2-40B4-BE49-F238E27FC236}">
                <a16:creationId xmlns:a16="http://schemas.microsoft.com/office/drawing/2014/main" id="{CAEB63DD-5546-06ED-6B66-199FA791FE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066945-BD31-3352-0BE8-2250EABFBBAB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160BC5-DD49-C753-B126-B26BAC032181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220E933-8C95-39BB-A755-F2D22CA980CD}"/>
              </a:ext>
            </a:extLst>
          </p:cNvPr>
          <p:cNvGrpSpPr/>
          <p:nvPr/>
        </p:nvGrpSpPr>
        <p:grpSpPr>
          <a:xfrm>
            <a:off x="940235" y="378450"/>
            <a:ext cx="6401101" cy="3633777"/>
            <a:chOff x="940235" y="378450"/>
            <a:chExt cx="6401101" cy="3633777"/>
          </a:xfrm>
        </p:grpSpPr>
        <p:grpSp>
          <p:nvGrpSpPr>
            <p:cNvPr id="44" name="Connector B">
              <a:extLst>
                <a:ext uri="{FF2B5EF4-FFF2-40B4-BE49-F238E27FC236}">
                  <a16:creationId xmlns:a16="http://schemas.microsoft.com/office/drawing/2014/main" id="{D1D3B49A-3255-2810-7412-0D17205846F7}"/>
                </a:ext>
              </a:extLst>
            </p:cNvPr>
            <p:cNvGrpSpPr/>
            <p:nvPr/>
          </p:nvGrpSpPr>
          <p:grpSpPr>
            <a:xfrm flipH="1">
              <a:off x="5518597" y="2299475"/>
              <a:ext cx="1487644" cy="481092"/>
              <a:chOff x="3908440" y="2300061"/>
              <a:chExt cx="1487644" cy="481092"/>
            </a:xfrm>
          </p:grpSpPr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65CF1CC6-42B3-A7A1-9218-DA04CC9D7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4" y="2300061"/>
                <a:ext cx="1352270" cy="414009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430"/>
                    </a:moveTo>
                    <a:lnTo>
                      <a:pt x="799" y="430"/>
                    </a:lnTo>
                    <a:lnTo>
                      <a:pt x="1227" y="0"/>
                    </a:lnTo>
                    <a:lnTo>
                      <a:pt x="1955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6" name="Oval 64">
                <a:extLst>
                  <a:ext uri="{FF2B5EF4-FFF2-40B4-BE49-F238E27FC236}">
                    <a16:creationId xmlns:a16="http://schemas.microsoft.com/office/drawing/2014/main" id="{926428B1-F6E8-06B3-839B-D38FC6F8F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2645177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7" name="Oval 65">
                <a:extLst>
                  <a:ext uri="{FF2B5EF4-FFF2-40B4-BE49-F238E27FC236}">
                    <a16:creationId xmlns:a16="http://schemas.microsoft.com/office/drawing/2014/main" id="{DC5A1030-9B65-FD8E-F1F7-B461E88C6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2685028"/>
                <a:ext cx="60434" cy="610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48" name="Connector A">
              <a:extLst>
                <a:ext uri="{FF2B5EF4-FFF2-40B4-BE49-F238E27FC236}">
                  <a16:creationId xmlns:a16="http://schemas.microsoft.com/office/drawing/2014/main" id="{69AC4189-FCB9-89D0-8F88-1A4BE8C77BFE}"/>
                </a:ext>
              </a:extLst>
            </p:cNvPr>
            <p:cNvGrpSpPr/>
            <p:nvPr/>
          </p:nvGrpSpPr>
          <p:grpSpPr>
            <a:xfrm flipH="1">
              <a:off x="5637561" y="1112747"/>
              <a:ext cx="1703775" cy="1214949"/>
              <a:chOff x="3383877" y="1044662"/>
              <a:chExt cx="1703775" cy="1214949"/>
            </a:xfrm>
          </p:grpSpPr>
          <p:sp>
            <p:nvSpPr>
              <p:cNvPr id="49" name="Freeform 60">
                <a:extLst>
                  <a:ext uri="{FF2B5EF4-FFF2-40B4-BE49-F238E27FC236}">
                    <a16:creationId xmlns:a16="http://schemas.microsoft.com/office/drawing/2014/main" id="{0BF1285B-D68B-F5A2-B1F5-A04E2CB7F3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041" y="1044662"/>
                <a:ext cx="1569611" cy="1147867"/>
              </a:xfrm>
              <a:custGeom>
                <a:avLst/>
                <a:gdLst>
                  <a:gd name="T0" fmla="*/ 0 w 2773"/>
                  <a:gd name="T1" fmla="*/ 1196 h 1196"/>
                  <a:gd name="T2" fmla="*/ 646 w 2773"/>
                  <a:gd name="T3" fmla="*/ 1196 h 1196"/>
                  <a:gd name="T4" fmla="*/ 1842 w 2773"/>
                  <a:gd name="T5" fmla="*/ 0 h 1196"/>
                  <a:gd name="T6" fmla="*/ 2773 w 2773"/>
                  <a:gd name="T7" fmla="*/ 0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73" h="1196">
                    <a:moveTo>
                      <a:pt x="0" y="1196"/>
                    </a:moveTo>
                    <a:lnTo>
                      <a:pt x="646" y="1196"/>
                    </a:lnTo>
                    <a:lnTo>
                      <a:pt x="1842" y="0"/>
                    </a:lnTo>
                    <a:lnTo>
                      <a:pt x="2773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0" name="Oval 61">
                <a:extLst>
                  <a:ext uri="{FF2B5EF4-FFF2-40B4-BE49-F238E27FC236}">
                    <a16:creationId xmlns:a16="http://schemas.microsoft.com/office/drawing/2014/main" id="{78BCD97C-DBB2-FE6A-B2E4-6B299E099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877" y="2124240"/>
                <a:ext cx="134162" cy="135371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1" name="Oval 62">
                <a:extLst>
                  <a:ext uri="{FF2B5EF4-FFF2-40B4-BE49-F238E27FC236}">
                    <a16:creationId xmlns:a16="http://schemas.microsoft.com/office/drawing/2014/main" id="{6554C827-05B2-44ED-D4D3-3565D4150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3727" y="2163485"/>
                <a:ext cx="59829" cy="616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56" name="Connector D">
              <a:extLst>
                <a:ext uri="{FF2B5EF4-FFF2-40B4-BE49-F238E27FC236}">
                  <a16:creationId xmlns:a16="http://schemas.microsoft.com/office/drawing/2014/main" id="{4D04AC9E-DB53-0A32-2E26-2D569E1FE75E}"/>
                </a:ext>
              </a:extLst>
            </p:cNvPr>
            <p:cNvGrpSpPr/>
            <p:nvPr/>
          </p:nvGrpSpPr>
          <p:grpSpPr>
            <a:xfrm flipH="1">
              <a:off x="5002178" y="3344611"/>
              <a:ext cx="1839839" cy="168811"/>
              <a:chOff x="3908440" y="4075035"/>
              <a:chExt cx="1839839" cy="168811"/>
            </a:xfrm>
          </p:grpSpPr>
          <p:sp>
            <p:nvSpPr>
              <p:cNvPr id="57" name="Freeform 69">
                <a:extLst>
                  <a:ext uri="{FF2B5EF4-FFF2-40B4-BE49-F238E27FC236}">
                    <a16:creationId xmlns:a16="http://schemas.microsoft.com/office/drawing/2014/main" id="{2C14933E-1630-0BF1-2150-C5818CDC8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9"/>
                <a:ext cx="1704467" cy="101127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8" name="Oval 70">
                <a:extLst>
                  <a:ext uri="{FF2B5EF4-FFF2-40B4-BE49-F238E27FC236}">
                    <a16:creationId xmlns:a16="http://schemas.microsoft.com/office/drawing/2014/main" id="{99440B97-C2F1-AEB7-2806-BC7F92734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9" name="Oval 71">
                <a:extLst>
                  <a:ext uri="{FF2B5EF4-FFF2-40B4-BE49-F238E27FC236}">
                    <a16:creationId xmlns:a16="http://schemas.microsoft.com/office/drawing/2014/main" id="{F4B15EF4-4B82-A647-72B3-65A46F3E8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479A3F6-EEB1-7444-AE3D-91A7DA38FF3F}"/>
                </a:ext>
              </a:extLst>
            </p:cNvPr>
            <p:cNvGrpSpPr/>
            <p:nvPr/>
          </p:nvGrpSpPr>
          <p:grpSpPr>
            <a:xfrm>
              <a:off x="3776737" y="378450"/>
              <a:ext cx="2000331" cy="1446550"/>
              <a:chOff x="7803739" y="878197"/>
              <a:chExt cx="1469629" cy="1216215"/>
            </a:xfrm>
          </p:grpSpPr>
          <p:sp>
            <p:nvSpPr>
              <p:cNvPr id="72" name="Freeform 83">
                <a:extLst>
                  <a:ext uri="{FF2B5EF4-FFF2-40B4-BE49-F238E27FC236}">
                    <a16:creationId xmlns:a16="http://schemas.microsoft.com/office/drawing/2014/main" id="{0E88557E-6C93-485D-7A89-6B1946936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رسم شکل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3" name="A">
                <a:extLst>
                  <a:ext uri="{FF2B5EF4-FFF2-40B4-BE49-F238E27FC236}">
                    <a16:creationId xmlns:a16="http://schemas.microsoft.com/office/drawing/2014/main" id="{4021B84D-FD46-3FB8-85C7-F65FF2BA4E7A}"/>
                  </a:ext>
                </a:extLst>
              </p:cNvPr>
              <p:cNvSpPr txBox="1"/>
              <p:nvPr/>
            </p:nvSpPr>
            <p:spPr>
              <a:xfrm>
                <a:off x="9077306" y="878197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1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6B42B16-61EF-453E-B73E-95BBBBA1E54D}"/>
                </a:ext>
              </a:extLst>
            </p:cNvPr>
            <p:cNvGrpSpPr/>
            <p:nvPr/>
          </p:nvGrpSpPr>
          <p:grpSpPr>
            <a:xfrm>
              <a:off x="3574867" y="1511568"/>
              <a:ext cx="2127686" cy="1446550"/>
              <a:chOff x="7803739" y="882620"/>
              <a:chExt cx="1563196" cy="1216215"/>
            </a:xfrm>
          </p:grpSpPr>
          <p:sp>
            <p:nvSpPr>
              <p:cNvPr id="75" name="Freeform 83">
                <a:extLst>
                  <a:ext uri="{FF2B5EF4-FFF2-40B4-BE49-F238E27FC236}">
                    <a16:creationId xmlns:a16="http://schemas.microsoft.com/office/drawing/2014/main" id="{A1A42302-5F64-D789-906B-A277072CA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solidFill>
                <a:srgbClr val="E8782D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سازی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6" name="A">
                <a:extLst>
                  <a:ext uri="{FF2B5EF4-FFF2-40B4-BE49-F238E27FC236}">
                    <a16:creationId xmlns:a16="http://schemas.microsoft.com/office/drawing/2014/main" id="{7244B31D-6FAF-0228-237C-6DBD32D5795C}"/>
                  </a:ext>
                </a:extLst>
              </p:cNvPr>
              <p:cNvSpPr txBox="1"/>
              <p:nvPr/>
            </p:nvSpPr>
            <p:spPr>
              <a:xfrm>
                <a:off x="9170873" y="88262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2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539F7D6-3C90-A86D-6DE4-CEE54BFB2903}"/>
                </a:ext>
              </a:extLst>
            </p:cNvPr>
            <p:cNvGrpSpPr/>
            <p:nvPr/>
          </p:nvGrpSpPr>
          <p:grpSpPr>
            <a:xfrm>
              <a:off x="940235" y="2565677"/>
              <a:ext cx="4344071" cy="1446550"/>
              <a:chOff x="6220080" y="901710"/>
              <a:chExt cx="3191558" cy="1216215"/>
            </a:xfrm>
          </p:grpSpPr>
          <p:sp>
            <p:nvSpPr>
              <p:cNvPr id="78" name="Freeform 83">
                <a:extLst>
                  <a:ext uri="{FF2B5EF4-FFF2-40B4-BE49-F238E27FC236}">
                    <a16:creationId xmlns:a16="http://schemas.microsoft.com/office/drawing/2014/main" id="{A2B9F91D-6E5F-B409-AA29-331608BE4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80" y="1148135"/>
                <a:ext cx="2903461" cy="623844"/>
              </a:xfrm>
              <a:prstGeom prst="roundRect">
                <a:avLst/>
              </a:prstGeom>
              <a:solidFill>
                <a:srgbClr val="F2B6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حذف حالت‌های نامطلوب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9" name="A">
                <a:extLst>
                  <a:ext uri="{FF2B5EF4-FFF2-40B4-BE49-F238E27FC236}">
                    <a16:creationId xmlns:a16="http://schemas.microsoft.com/office/drawing/2014/main" id="{A42CD5BD-4ECF-3B0F-F5B2-4084B031EED9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3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35EF12E-4B74-34DE-5858-3191552E3F48}"/>
              </a:ext>
            </a:extLst>
          </p:cNvPr>
          <p:cNvGrpSpPr/>
          <p:nvPr/>
        </p:nvGrpSpPr>
        <p:grpSpPr>
          <a:xfrm>
            <a:off x="3032571" y="3695800"/>
            <a:ext cx="3919591" cy="1446550"/>
            <a:chOff x="3032571" y="3695800"/>
            <a:chExt cx="3919591" cy="1446550"/>
          </a:xfrm>
        </p:grpSpPr>
        <p:grpSp>
          <p:nvGrpSpPr>
            <p:cNvPr id="32" name="Connector D">
              <a:extLst>
                <a:ext uri="{FF2B5EF4-FFF2-40B4-BE49-F238E27FC236}">
                  <a16:creationId xmlns:a16="http://schemas.microsoft.com/office/drawing/2014/main" id="{54A0E45F-16C3-5527-DB1C-2A3D70E79D9F}"/>
                </a:ext>
              </a:extLst>
            </p:cNvPr>
            <p:cNvGrpSpPr/>
            <p:nvPr/>
          </p:nvGrpSpPr>
          <p:grpSpPr>
            <a:xfrm flipH="1">
              <a:off x="4635398" y="4156172"/>
              <a:ext cx="2316764" cy="449798"/>
              <a:chOff x="3898359" y="4075035"/>
              <a:chExt cx="2340121" cy="400536"/>
            </a:xfrm>
          </p:grpSpPr>
          <p:sp>
            <p:nvSpPr>
              <p:cNvPr id="33" name="Freeform 69">
                <a:extLst>
                  <a:ext uri="{FF2B5EF4-FFF2-40B4-BE49-F238E27FC236}">
                    <a16:creationId xmlns:a16="http://schemas.microsoft.com/office/drawing/2014/main" id="{9BD134CD-5A26-550F-C03D-73A19E397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9"/>
                <a:ext cx="2194668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4" name="Oval 70">
                <a:extLst>
                  <a:ext uri="{FF2B5EF4-FFF2-40B4-BE49-F238E27FC236}">
                    <a16:creationId xmlns:a16="http://schemas.microsoft.com/office/drawing/2014/main" id="{FB69CF64-15AB-BA96-53F0-983FE9FA9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8359" y="4075035"/>
                <a:ext cx="145452" cy="128229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5" name="Oval 71">
                <a:extLst>
                  <a:ext uri="{FF2B5EF4-FFF2-40B4-BE49-F238E27FC236}">
                    <a16:creationId xmlns:a16="http://schemas.microsoft.com/office/drawing/2014/main" id="{045C7C12-A233-CDAB-BBC5-14B11D02F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018" y="4111291"/>
                <a:ext cx="72726" cy="641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8AC5CDE-B6E4-2C39-097C-108185C42B83}"/>
                </a:ext>
              </a:extLst>
            </p:cNvPr>
            <p:cNvGrpSpPr/>
            <p:nvPr/>
          </p:nvGrpSpPr>
          <p:grpSpPr>
            <a:xfrm>
              <a:off x="3032571" y="3695800"/>
              <a:ext cx="1992559" cy="1446550"/>
              <a:chOff x="7947719" y="901710"/>
              <a:chExt cx="1463919" cy="1216215"/>
            </a:xfrm>
          </p:grpSpPr>
          <p:sp>
            <p:nvSpPr>
              <p:cNvPr id="81" name="Freeform 83">
                <a:extLst>
                  <a:ext uri="{FF2B5EF4-FFF2-40B4-BE49-F238E27FC236}">
                    <a16:creationId xmlns:a16="http://schemas.microsoft.com/office/drawing/2014/main" id="{47248E00-1BF2-2D73-B962-31D361782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719" y="1148135"/>
                <a:ext cx="1175822" cy="623844"/>
              </a:xfrm>
              <a:prstGeom prst="roundRect">
                <a:avLst/>
              </a:prstGeom>
              <a:solidFill>
                <a:srgbClr val="4D8FCB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یابی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82" name="A">
                <a:extLst>
                  <a:ext uri="{FF2B5EF4-FFF2-40B4-BE49-F238E27FC236}">
                    <a16:creationId xmlns:a16="http://schemas.microsoft.com/office/drawing/2014/main" id="{A151F6F6-E271-0C5B-8378-376EAE04D5E6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4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3 عدد بعدی الگوهای زیر را بنویسید.</a:t>
            </a:r>
          </a:p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رابطه بین عددها را توضیح دهید.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738BD26-E074-B999-FABB-C8FF0A6430F8}"/>
              </a:ext>
            </a:extLst>
          </p:cNvPr>
          <p:cNvSpPr txBox="1"/>
          <p:nvPr/>
        </p:nvSpPr>
        <p:spPr>
          <a:xfrm>
            <a:off x="351016" y="2340817"/>
            <a:ext cx="3856492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   </a:t>
            </a:r>
            <a:r>
              <a:rPr lang="en-US" sz="2400" dirty="0">
                <a:latin typeface="IRANYekanXFaNum" pitchFamily="2" charset="-78"/>
                <a:cs typeface="IRANYekanXFaNum" pitchFamily="2" charset="-78"/>
              </a:rPr>
              <a:t> , 2 , 3, 4, …… , …… , …….</a:t>
            </a: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5D97A3-8A11-A14D-91E7-A56A563A76C9}"/>
              </a:ext>
            </a:extLst>
          </p:cNvPr>
          <p:cNvSpPr txBox="1"/>
          <p:nvPr/>
        </p:nvSpPr>
        <p:spPr>
          <a:xfrm>
            <a:off x="256236" y="3388772"/>
            <a:ext cx="3856492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   </a:t>
            </a:r>
            <a:r>
              <a:rPr lang="en-US" sz="2400" dirty="0">
                <a:latin typeface="IRANYekanXFaNum" pitchFamily="2" charset="-78"/>
                <a:cs typeface="IRANYekanXFaNum" pitchFamily="2" charset="-78"/>
              </a:rPr>
              <a:t> , 4 , 6 , …… , …… , …….</a:t>
            </a: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2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CCB994-D8D6-2729-067C-F72BC285FE06}"/>
              </a:ext>
            </a:extLst>
          </p:cNvPr>
          <p:cNvSpPr txBox="1"/>
          <p:nvPr/>
        </p:nvSpPr>
        <p:spPr>
          <a:xfrm>
            <a:off x="138247" y="4436727"/>
            <a:ext cx="4895869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   </a:t>
            </a:r>
            <a:r>
              <a:rPr lang="en-US" sz="2400" dirty="0">
                <a:latin typeface="IRANYekanXFaNum" pitchFamily="2" charset="-78"/>
                <a:cs typeface="IRANYekanXFaNum" pitchFamily="2" charset="-78"/>
              </a:rPr>
              <a:t> , 5 , 9 , 13 , 17, …… , …… , …….</a:t>
            </a: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526C31-A017-EB98-C5B8-500856DC6310}"/>
              </a:ext>
            </a:extLst>
          </p:cNvPr>
          <p:cNvSpPr txBox="1"/>
          <p:nvPr/>
        </p:nvSpPr>
        <p:spPr>
          <a:xfrm>
            <a:off x="523577" y="5484683"/>
            <a:ext cx="4758218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 </a:t>
            </a:r>
            <a:r>
              <a:rPr lang="en-US" sz="2400" dirty="0">
                <a:latin typeface="IRANYekanXFaNum" pitchFamily="2" charset="-78"/>
                <a:cs typeface="IRANYekanXFaNum" pitchFamily="2" charset="-78"/>
              </a:rPr>
              <a:t>60 , 56 , 52, 48 , …… , …… , …….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BE88CC8-2784-4155-1D88-5D3433D323AA}"/>
              </a:ext>
            </a:extLst>
          </p:cNvPr>
          <p:cNvSpPr/>
          <p:nvPr/>
        </p:nvSpPr>
        <p:spPr>
          <a:xfrm>
            <a:off x="1822416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0BC0A3-E476-EEF2-A16D-172055725906}"/>
              </a:ext>
            </a:extLst>
          </p:cNvPr>
          <p:cNvSpPr/>
          <p:nvPr/>
        </p:nvSpPr>
        <p:spPr>
          <a:xfrm>
            <a:off x="2474827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CD60C-F2A2-FA02-7E1F-8621C0E03B99}"/>
              </a:ext>
            </a:extLst>
          </p:cNvPr>
          <p:cNvSpPr/>
          <p:nvPr/>
        </p:nvSpPr>
        <p:spPr>
          <a:xfrm>
            <a:off x="3270818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7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6159CD-4E96-CD12-5894-8F30FF036B7F}"/>
              </a:ext>
            </a:extLst>
          </p:cNvPr>
          <p:cNvSpPr/>
          <p:nvPr/>
        </p:nvSpPr>
        <p:spPr>
          <a:xfrm>
            <a:off x="1631191" y="332527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79E41-F926-2053-AE21-F25887CF0E74}"/>
              </a:ext>
            </a:extLst>
          </p:cNvPr>
          <p:cNvSpPr/>
          <p:nvPr/>
        </p:nvSpPr>
        <p:spPr>
          <a:xfrm>
            <a:off x="2316113" y="332527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E9E1AE-CAAB-EB9B-4362-717924C8275D}"/>
              </a:ext>
            </a:extLst>
          </p:cNvPr>
          <p:cNvSpPr/>
          <p:nvPr/>
        </p:nvSpPr>
        <p:spPr>
          <a:xfrm>
            <a:off x="3030327" y="330560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12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739605-75E0-E561-EBF6-A013850DCB31}"/>
              </a:ext>
            </a:extLst>
          </p:cNvPr>
          <p:cNvSpPr/>
          <p:nvPr/>
        </p:nvSpPr>
        <p:spPr>
          <a:xfrm>
            <a:off x="2362551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EEF8B-32AE-C888-CB5F-5433DA42DE7A}"/>
              </a:ext>
            </a:extLst>
          </p:cNvPr>
          <p:cNvSpPr/>
          <p:nvPr/>
        </p:nvSpPr>
        <p:spPr>
          <a:xfrm>
            <a:off x="3106135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25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DE8FB0-9CC3-0774-65FC-82E5C173E1FA}"/>
              </a:ext>
            </a:extLst>
          </p:cNvPr>
          <p:cNvSpPr/>
          <p:nvPr/>
        </p:nvSpPr>
        <p:spPr>
          <a:xfrm>
            <a:off x="3836642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29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82FE7F-60E0-7BD8-CAED-C8FA944E89AE}"/>
              </a:ext>
            </a:extLst>
          </p:cNvPr>
          <p:cNvSpPr/>
          <p:nvPr/>
        </p:nvSpPr>
        <p:spPr>
          <a:xfrm>
            <a:off x="2904979" y="5401519"/>
            <a:ext cx="54808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44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19E852-0126-4184-4780-0BAEA42A3FFB}"/>
              </a:ext>
            </a:extLst>
          </p:cNvPr>
          <p:cNvSpPr/>
          <p:nvPr/>
        </p:nvSpPr>
        <p:spPr>
          <a:xfrm>
            <a:off x="3601975" y="540151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40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EB6E4-C476-B17C-4881-B35A5957C17D}"/>
              </a:ext>
            </a:extLst>
          </p:cNvPr>
          <p:cNvSpPr/>
          <p:nvPr/>
        </p:nvSpPr>
        <p:spPr>
          <a:xfrm>
            <a:off x="4369675" y="540151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36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EDE033-0365-208B-A1B7-40B48D1FF8EB}"/>
              </a:ext>
            </a:extLst>
          </p:cNvPr>
          <p:cNvSpPr txBox="1"/>
          <p:nvPr/>
        </p:nvSpPr>
        <p:spPr>
          <a:xfrm>
            <a:off x="4328556" y="2504436"/>
            <a:ext cx="369524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یک واحد یک واحد افزایش می‌یابد.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03A2A-8C81-4264-CB74-364E206177F3}"/>
              </a:ext>
            </a:extLst>
          </p:cNvPr>
          <p:cNvSpPr txBox="1"/>
          <p:nvPr/>
        </p:nvSpPr>
        <p:spPr>
          <a:xfrm>
            <a:off x="4316846" y="3480607"/>
            <a:ext cx="355097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دو واحد دو واحد افزایش می‌یابد.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CA8DF-C2A1-CAE9-884A-80DB941F4007}"/>
              </a:ext>
            </a:extLst>
          </p:cNvPr>
          <p:cNvSpPr txBox="1"/>
          <p:nvPr/>
        </p:nvSpPr>
        <p:spPr>
          <a:xfrm>
            <a:off x="4641505" y="4605158"/>
            <a:ext cx="409599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چهار واحد چهار واحد افزایش می‌یابد.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85867-3BEF-EF7B-B887-1071C59036E0}"/>
              </a:ext>
            </a:extLst>
          </p:cNvPr>
          <p:cNvSpPr txBox="1"/>
          <p:nvPr/>
        </p:nvSpPr>
        <p:spPr>
          <a:xfrm>
            <a:off x="5105570" y="5653526"/>
            <a:ext cx="404790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چهار واحد چهار واحد کاهش می‌یابد.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1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9" grpId="0"/>
          <p:bldP spid="42" grpId="0"/>
          <p:bldP spid="55" grpId="0"/>
          <p:bldP spid="56" grpId="0"/>
          <p:bldP spid="57" grpId="0"/>
          <p:bldP spid="4" grpId="0"/>
          <p:bldP spid="5" grpId="0"/>
          <p:bldP spid="6" grpId="0"/>
          <p:bldP spid="7" grpId="0"/>
          <p:bldP spid="8" grpId="0"/>
          <p:bldP spid="9" grpId="0"/>
          <p:bldP spid="10" grpId="0"/>
          <p:bldP spid="11" grpId="0"/>
          <p:bldP spid="12" grpId="0"/>
          <p:bldP spid="13" grpId="0"/>
          <p:bldP spid="14" grpId="0"/>
          <p:bldP spid="15" grpId="0"/>
          <p:bldP spid="16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7" fill="hold">
                          <p:stCondLst>
                            <p:cond delay="indefinite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7" fill="hold">
                          <p:stCondLst>
                            <p:cond delay="indefinite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1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9" grpId="0"/>
          <p:bldP spid="42" grpId="0"/>
          <p:bldP spid="55" grpId="0"/>
          <p:bldP spid="56" grpId="0"/>
          <p:bldP spid="57" grpId="0"/>
          <p:bldP spid="4" grpId="0"/>
          <p:bldP spid="5" grpId="0"/>
          <p:bldP spid="6" grpId="0"/>
          <p:bldP spid="7" grpId="0"/>
          <p:bldP spid="8" grpId="0"/>
          <p:bldP spid="9" grpId="0"/>
          <p:bldP spid="10" grpId="0"/>
          <p:bldP spid="11" grpId="0"/>
          <p:bldP spid="12" grpId="0"/>
          <p:bldP spid="13" grpId="0"/>
          <p:bldP spid="14" grpId="0"/>
          <p:bldP spid="15" grpId="0"/>
          <p:bldP spid="16" grpId="0"/>
          <p:bldP spid="17" grpId="0"/>
          <p:bldP spid="1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728352"/>
            <a:ext cx="8632177" cy="1129829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341025" y="828046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شکل دهم با چند چوب کبریت ساخته میشود؟چرا؟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9B751A2-04FF-B63B-876F-E283EE0FA473}"/>
              </a:ext>
            </a:extLst>
          </p:cNvPr>
          <p:cNvSpPr/>
          <p:nvPr/>
        </p:nvSpPr>
        <p:spPr>
          <a:xfrm>
            <a:off x="408506" y="379036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F1BE8-5EE8-CD79-6BF6-EA6E01CE12B3}"/>
              </a:ext>
            </a:extLst>
          </p:cNvPr>
          <p:cNvSpPr/>
          <p:nvPr/>
        </p:nvSpPr>
        <p:spPr>
          <a:xfrm>
            <a:off x="1571917" y="379036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B1AA0E-CF6B-7815-E150-AC960A40412F}"/>
              </a:ext>
            </a:extLst>
          </p:cNvPr>
          <p:cNvSpPr/>
          <p:nvPr/>
        </p:nvSpPr>
        <p:spPr>
          <a:xfrm>
            <a:off x="3236757" y="379036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7</a:t>
            </a:r>
            <a:endParaRPr lang="en-US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1E59DA-C70D-FA9E-BCBD-CE872FF8898B}"/>
              </a:ext>
            </a:extLst>
          </p:cNvPr>
          <p:cNvSpPr/>
          <p:nvPr/>
        </p:nvSpPr>
        <p:spPr>
          <a:xfrm>
            <a:off x="6116043" y="379036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B94E84-3697-1ADE-12BF-AFA077D5A040}"/>
              </a:ext>
            </a:extLst>
          </p:cNvPr>
          <p:cNvSpPr txBox="1"/>
          <p:nvPr/>
        </p:nvSpPr>
        <p:spPr>
          <a:xfrm>
            <a:off x="246489" y="5394685"/>
            <a:ext cx="219002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(3×شماره</a:t>
            </a:r>
            <a:r>
              <a:rPr lang="fa-IR" sz="2400" dirty="0">
                <a:solidFill>
                  <a:srgbClr val="6699FF"/>
                </a:solidFill>
              </a:rPr>
              <a:t> 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شکل</a:t>
            </a:r>
            <a:r>
              <a:rPr lang="fa-IR" sz="2400" dirty="0">
                <a:solidFill>
                  <a:srgbClr val="6699FF"/>
                </a:solidFill>
              </a:rPr>
              <a:t>)</a:t>
            </a:r>
            <a:endParaRPr lang="ar-DZ" sz="2400" dirty="0">
              <a:solidFill>
                <a:srgbClr val="6699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E429F09-1B3C-C4BE-996C-87DAB231FE3D}"/>
                  </a:ext>
                </a:extLst>
              </p:cNvPr>
              <p:cNvSpPr txBox="1"/>
              <p:nvPr/>
            </p:nvSpPr>
            <p:spPr>
              <a:xfrm>
                <a:off x="420535" y="5774105"/>
                <a:ext cx="2277494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 rtl="1">
                  <a:lnSpc>
                    <a:spcPct val="170000"/>
                  </a:lnSpc>
                  <a:defRPr sz="2400">
                    <a:solidFill>
                      <a:srgbClr val="0070C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a-IR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    ×</m:t>
                          </m:r>
                          <m:r>
                            <a:rPr lang="fa-IR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fa-IR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a-IR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r-DZ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E429F09-1B3C-C4BE-996C-87DAB231F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35" y="5774105"/>
                <a:ext cx="2277494" cy="720197"/>
              </a:xfrm>
              <a:prstGeom prst="rect">
                <a:avLst/>
              </a:prstGeom>
              <a:blipFill>
                <a:blip r:embed="rId5"/>
                <a:stretch>
                  <a:fillRect r="-1337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CAA96D9D-F658-CCD4-88DB-72CBE61E1758}"/>
              </a:ext>
            </a:extLst>
          </p:cNvPr>
          <p:cNvSpPr txBox="1"/>
          <p:nvPr/>
        </p:nvSpPr>
        <p:spPr>
          <a:xfrm>
            <a:off x="2338701" y="5422496"/>
            <a:ext cx="41389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6699FF"/>
                </a:solidFill>
              </a:rPr>
              <a:t>2-</a:t>
            </a:r>
            <a:endParaRPr lang="en-US" dirty="0">
              <a:solidFill>
                <a:srgbClr val="6699FF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F0BB972-5239-CD33-8E0C-35B3165CE360}"/>
              </a:ext>
            </a:extLst>
          </p:cNvPr>
          <p:cNvGrpSpPr/>
          <p:nvPr/>
        </p:nvGrpSpPr>
        <p:grpSpPr>
          <a:xfrm>
            <a:off x="361581" y="2510027"/>
            <a:ext cx="7136530" cy="1394256"/>
            <a:chOff x="361581" y="2510027"/>
            <a:chExt cx="7136530" cy="13942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9A56B1C-FADB-19F6-A1D0-554A9A7E5D5E}"/>
                </a:ext>
              </a:extLst>
            </p:cNvPr>
            <p:cNvGrpSpPr/>
            <p:nvPr/>
          </p:nvGrpSpPr>
          <p:grpSpPr>
            <a:xfrm rot="16200000">
              <a:off x="291210" y="2918640"/>
              <a:ext cx="675381" cy="99346"/>
              <a:chOff x="5314543" y="2968337"/>
              <a:chExt cx="2097225" cy="22311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A2B4C73-A752-F3C0-841B-F1662678FD4F}"/>
                  </a:ext>
                </a:extLst>
              </p:cNvPr>
              <p:cNvSpPr/>
              <p:nvPr/>
            </p:nvSpPr>
            <p:spPr>
              <a:xfrm>
                <a:off x="5314543" y="3021452"/>
                <a:ext cx="1842977" cy="1168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A4BFDB6-8817-616E-CE78-A02CEE5DBDDB}"/>
                  </a:ext>
                </a:extLst>
              </p:cNvPr>
              <p:cNvSpPr/>
              <p:nvPr/>
            </p:nvSpPr>
            <p:spPr>
              <a:xfrm>
                <a:off x="6981670" y="2968337"/>
                <a:ext cx="430098" cy="2231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E493EA5-9992-30CB-9657-31110B9FBA9D}"/>
                </a:ext>
              </a:extLst>
            </p:cNvPr>
            <p:cNvGrpSpPr/>
            <p:nvPr/>
          </p:nvGrpSpPr>
          <p:grpSpPr>
            <a:xfrm>
              <a:off x="1341502" y="2557423"/>
              <a:ext cx="861621" cy="847927"/>
              <a:chOff x="4258873" y="4833573"/>
              <a:chExt cx="861621" cy="847927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60D44E2-FFB9-E963-06D6-B23068A1C468}"/>
                  </a:ext>
                </a:extLst>
              </p:cNvPr>
              <p:cNvGrpSpPr/>
              <p:nvPr/>
            </p:nvGrpSpPr>
            <p:grpSpPr>
              <a:xfrm rot="16200000">
                <a:off x="3970855" y="5220937"/>
                <a:ext cx="675381" cy="99346"/>
                <a:chOff x="5314543" y="2968337"/>
                <a:chExt cx="2097225" cy="223117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F77E59E-667F-0D61-1FB6-4D228B66D00A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323A5F3-E4D2-777A-5EB8-13D1D62CB833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C20C725-66BE-60C4-5C3F-830CF856751D}"/>
                  </a:ext>
                </a:extLst>
              </p:cNvPr>
              <p:cNvGrpSpPr/>
              <p:nvPr/>
            </p:nvGrpSpPr>
            <p:grpSpPr>
              <a:xfrm>
                <a:off x="4369416" y="4833573"/>
                <a:ext cx="675381" cy="99346"/>
                <a:chOff x="5314543" y="2968337"/>
                <a:chExt cx="2097225" cy="223117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CF17651-6AD9-AFB5-4CA6-B0CA45F8F834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17CF8834-D281-9B5B-3A33-5C4CB0674A4E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BFF7FE7-9652-997C-6DF4-2E3C02BFAFB9}"/>
                  </a:ext>
                </a:extLst>
              </p:cNvPr>
              <p:cNvGrpSpPr/>
              <p:nvPr/>
            </p:nvGrpSpPr>
            <p:grpSpPr>
              <a:xfrm rot="16200000">
                <a:off x="4733130" y="5220938"/>
                <a:ext cx="675381" cy="99346"/>
                <a:chOff x="5314543" y="2968337"/>
                <a:chExt cx="2097225" cy="223117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4A46A05-EC5C-0E21-1403-481C800D0FA7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DD984B7-0B64-BC12-79C9-C01056863C6C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0783EB9-218A-7030-0653-575F50EFE666}"/>
                  </a:ext>
                </a:extLst>
              </p:cNvPr>
              <p:cNvGrpSpPr/>
              <p:nvPr/>
            </p:nvGrpSpPr>
            <p:grpSpPr>
              <a:xfrm>
                <a:off x="4357591" y="5582154"/>
                <a:ext cx="675381" cy="99346"/>
                <a:chOff x="5314543" y="2968337"/>
                <a:chExt cx="2097225" cy="223117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4024508-DCD1-50E6-65BB-246FCE415DE0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1EF39A43-7CFE-272E-F5BF-70929B042B7F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5416936-1E7D-2C9C-D1B3-67544B0F3EF2}"/>
                </a:ext>
              </a:extLst>
            </p:cNvPr>
            <p:cNvGrpSpPr/>
            <p:nvPr/>
          </p:nvGrpSpPr>
          <p:grpSpPr>
            <a:xfrm>
              <a:off x="2671228" y="2510027"/>
              <a:ext cx="1655102" cy="855850"/>
              <a:chOff x="5708851" y="4849300"/>
              <a:chExt cx="1655102" cy="85585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143F895-6BBD-C63C-AE92-837266867A63}"/>
                  </a:ext>
                </a:extLst>
              </p:cNvPr>
              <p:cNvGrpSpPr/>
              <p:nvPr/>
            </p:nvGrpSpPr>
            <p:grpSpPr>
              <a:xfrm rot="16200000">
                <a:off x="6976589" y="5223590"/>
                <a:ext cx="675381" cy="99346"/>
                <a:chOff x="5314543" y="2968337"/>
                <a:chExt cx="2097225" cy="223117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186DD6E-8299-EC99-8D9E-0E92C4858338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D58825D-4DE2-84FE-76F4-D10A4B1656D8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6C9441D-BB95-01BC-E3FC-775B624B73C6}"/>
                  </a:ext>
                </a:extLst>
              </p:cNvPr>
              <p:cNvGrpSpPr/>
              <p:nvPr/>
            </p:nvGrpSpPr>
            <p:grpSpPr>
              <a:xfrm>
                <a:off x="6560239" y="4849300"/>
                <a:ext cx="675381" cy="99346"/>
                <a:chOff x="5314543" y="2968337"/>
                <a:chExt cx="2097225" cy="223117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C14D637-46E6-196A-0CCD-E8BAFD4E111C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1C47B28-2E04-0061-AF64-9C3719DF8729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BF09B5F5-3805-8B79-4515-36128BC2A86E}"/>
                  </a:ext>
                </a:extLst>
              </p:cNvPr>
              <p:cNvGrpSpPr/>
              <p:nvPr/>
            </p:nvGrpSpPr>
            <p:grpSpPr>
              <a:xfrm>
                <a:off x="5708851" y="4849300"/>
                <a:ext cx="861621" cy="847927"/>
                <a:chOff x="4258873" y="4833573"/>
                <a:chExt cx="861621" cy="847927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224CF0C-7DDE-CDF7-4F27-621599B1DB10}"/>
                    </a:ext>
                  </a:extLst>
                </p:cNvPr>
                <p:cNvGrpSpPr/>
                <p:nvPr/>
              </p:nvGrpSpPr>
              <p:grpSpPr>
                <a:xfrm rot="16200000">
                  <a:off x="3970855" y="5220937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5647A8A1-3A07-F0ED-FAA3-66C949B5BF52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31BB3C42-98D7-E71C-A1B6-2C27FCA7F9CA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D0C11480-7D16-16EF-4CA0-3D3C1D907DCD}"/>
                    </a:ext>
                  </a:extLst>
                </p:cNvPr>
                <p:cNvGrpSpPr/>
                <p:nvPr/>
              </p:nvGrpSpPr>
              <p:grpSpPr>
                <a:xfrm>
                  <a:off x="4369416" y="4833573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56306EE3-B2D8-AD6B-568C-2615A9DA8691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E86EA9BC-F8FC-4B8A-3188-771FBAF0A079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6C7901F1-53A5-144B-1A56-CD22AAD6FAB8}"/>
                    </a:ext>
                  </a:extLst>
                </p:cNvPr>
                <p:cNvGrpSpPr/>
                <p:nvPr/>
              </p:nvGrpSpPr>
              <p:grpSpPr>
                <a:xfrm rot="16200000">
                  <a:off x="4733130" y="5220938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A0788411-4D82-22F5-7956-65D946A3E289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97A84A84-1A6A-5060-B8FF-B1E2EB5882B2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21C15C38-E29E-D8CE-6486-1799F2EBDAE6}"/>
                    </a:ext>
                  </a:extLst>
                </p:cNvPr>
                <p:cNvGrpSpPr/>
                <p:nvPr/>
              </p:nvGrpSpPr>
              <p:grpSpPr>
                <a:xfrm>
                  <a:off x="4357591" y="5582154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D248BDF4-81B7-706C-7598-7529F2B2EEFA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75873AE4-D651-A295-5CB8-BD655BA741AF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73B3DF62-F7F2-8B75-099E-56EAD32C5F65}"/>
                  </a:ext>
                </a:extLst>
              </p:cNvPr>
              <p:cNvGrpSpPr/>
              <p:nvPr/>
            </p:nvGrpSpPr>
            <p:grpSpPr>
              <a:xfrm>
                <a:off x="6580350" y="5605804"/>
                <a:ext cx="675381" cy="99346"/>
                <a:chOff x="5314543" y="2968337"/>
                <a:chExt cx="2097225" cy="223117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769E2431-6B23-982B-7427-CA175A34E266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45025010-1693-AFED-2595-587902B89819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00A8C8C-B055-75E4-7182-8193B54B9DEE}"/>
                </a:ext>
              </a:extLst>
            </p:cNvPr>
            <p:cNvGrpSpPr/>
            <p:nvPr/>
          </p:nvGrpSpPr>
          <p:grpSpPr>
            <a:xfrm>
              <a:off x="5067765" y="2510027"/>
              <a:ext cx="2430346" cy="879500"/>
              <a:chOff x="7760611" y="3508573"/>
              <a:chExt cx="2430346" cy="87950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F9A10DF-2545-B44F-9C6C-0E1160BBEF8D}"/>
                  </a:ext>
                </a:extLst>
              </p:cNvPr>
              <p:cNvGrpSpPr/>
              <p:nvPr/>
            </p:nvGrpSpPr>
            <p:grpSpPr>
              <a:xfrm rot="16200000">
                <a:off x="9803593" y="3901364"/>
                <a:ext cx="675381" cy="99346"/>
                <a:chOff x="5314543" y="2968337"/>
                <a:chExt cx="2097225" cy="223117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D036145-C08F-C591-7829-637A1F59993F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5EEF09F-9968-8D84-3774-6316E6BBDCCE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FFE41871-48EC-2C15-5A1D-C6778727E823}"/>
                  </a:ext>
                </a:extLst>
              </p:cNvPr>
              <p:cNvGrpSpPr/>
              <p:nvPr/>
            </p:nvGrpSpPr>
            <p:grpSpPr>
              <a:xfrm>
                <a:off x="7760611" y="3508573"/>
                <a:ext cx="1655102" cy="855850"/>
                <a:chOff x="5708851" y="4849300"/>
                <a:chExt cx="1655102" cy="855850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FC0C6ACD-1507-A94E-C8F6-3F36D5F77AB8}"/>
                    </a:ext>
                  </a:extLst>
                </p:cNvPr>
                <p:cNvGrpSpPr/>
                <p:nvPr/>
              </p:nvGrpSpPr>
              <p:grpSpPr>
                <a:xfrm rot="16200000">
                  <a:off x="6976589" y="5223590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82BA25A5-F00E-A023-BAF5-8964F7B03E8A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4815FBD1-6A91-FCC9-7784-3713B5FA281D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A9118E25-39A4-96E5-9FD8-E125C06E7F35}"/>
                    </a:ext>
                  </a:extLst>
                </p:cNvPr>
                <p:cNvGrpSpPr/>
                <p:nvPr/>
              </p:nvGrpSpPr>
              <p:grpSpPr>
                <a:xfrm>
                  <a:off x="6560239" y="4849300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A1C86010-B8DF-0AB9-93E2-5782ABA2E44A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09B0A3BC-42AC-C6DF-53C9-C881832950AB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F18C5F57-F585-59BB-2801-CE5E728F4AEE}"/>
                    </a:ext>
                  </a:extLst>
                </p:cNvPr>
                <p:cNvGrpSpPr/>
                <p:nvPr/>
              </p:nvGrpSpPr>
              <p:grpSpPr>
                <a:xfrm>
                  <a:off x="5708851" y="4849300"/>
                  <a:ext cx="861621" cy="847927"/>
                  <a:chOff x="4258873" y="4833573"/>
                  <a:chExt cx="861621" cy="847927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5E7D92BC-D2E2-249A-F82B-DC9A6ECB365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3970855" y="5220937"/>
                    <a:ext cx="675381" cy="99346"/>
                    <a:chOff x="5314543" y="2968337"/>
                    <a:chExt cx="2097225" cy="223117"/>
                  </a:xfrm>
                </p:grpSpPr>
                <p:sp>
                  <p:nvSpPr>
                    <p:cNvPr id="98" name="Rectangle 97">
                      <a:extLst>
                        <a:ext uri="{FF2B5EF4-FFF2-40B4-BE49-F238E27FC236}">
                          <a16:creationId xmlns:a16="http://schemas.microsoft.com/office/drawing/2014/main" id="{3B7FFC35-C676-667F-58B4-3CB32E1D74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4543" y="3021452"/>
                      <a:ext cx="1842977" cy="11688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9" name="Oval 98">
                      <a:extLst>
                        <a:ext uri="{FF2B5EF4-FFF2-40B4-BE49-F238E27FC236}">
                          <a16:creationId xmlns:a16="http://schemas.microsoft.com/office/drawing/2014/main" id="{844BA629-FF05-CFF7-2DF8-FBC991114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1670" y="2968337"/>
                      <a:ext cx="430098" cy="22311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2A15B3A6-0A70-E0E8-E218-AC0C401CC093}"/>
                      </a:ext>
                    </a:extLst>
                  </p:cNvPr>
                  <p:cNvGrpSpPr/>
                  <p:nvPr/>
                </p:nvGrpSpPr>
                <p:grpSpPr>
                  <a:xfrm>
                    <a:off x="4369416" y="4833573"/>
                    <a:ext cx="675381" cy="99346"/>
                    <a:chOff x="5314543" y="2968337"/>
                    <a:chExt cx="2097225" cy="223117"/>
                  </a:xfrm>
                </p:grpSpPr>
                <p:sp>
                  <p:nvSpPr>
                    <p:cNvPr id="96" name="Rectangle 95">
                      <a:extLst>
                        <a:ext uri="{FF2B5EF4-FFF2-40B4-BE49-F238E27FC236}">
                          <a16:creationId xmlns:a16="http://schemas.microsoft.com/office/drawing/2014/main" id="{C5BA0440-C636-EB3F-2950-0B5F352C70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4543" y="3021452"/>
                      <a:ext cx="1842977" cy="11688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7" name="Oval 96">
                      <a:extLst>
                        <a:ext uri="{FF2B5EF4-FFF2-40B4-BE49-F238E27FC236}">
                          <a16:creationId xmlns:a16="http://schemas.microsoft.com/office/drawing/2014/main" id="{AAF3D29B-629E-1E1D-BF40-CB4F7DF53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1670" y="2968337"/>
                      <a:ext cx="430098" cy="22311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C9678980-E63A-897F-85BD-60FCDA79C985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4733130" y="5220938"/>
                    <a:ext cx="675381" cy="99346"/>
                    <a:chOff x="5314543" y="2968337"/>
                    <a:chExt cx="2097225" cy="223117"/>
                  </a:xfrm>
                </p:grpSpPr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3B263A0B-055D-9BCE-40CB-6BA9451A67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4543" y="3021452"/>
                      <a:ext cx="1842977" cy="11688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5" name="Oval 94">
                      <a:extLst>
                        <a:ext uri="{FF2B5EF4-FFF2-40B4-BE49-F238E27FC236}">
                          <a16:creationId xmlns:a16="http://schemas.microsoft.com/office/drawing/2014/main" id="{97596ECA-7D01-2305-66A8-13DDE18D4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1670" y="2968337"/>
                      <a:ext cx="430098" cy="22311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AECEEDC4-216D-1C6E-49A9-80526734E841}"/>
                      </a:ext>
                    </a:extLst>
                  </p:cNvPr>
                  <p:cNvGrpSpPr/>
                  <p:nvPr/>
                </p:nvGrpSpPr>
                <p:grpSpPr>
                  <a:xfrm>
                    <a:off x="4357591" y="5582154"/>
                    <a:ext cx="675381" cy="99346"/>
                    <a:chOff x="5314543" y="2968337"/>
                    <a:chExt cx="2097225" cy="223117"/>
                  </a:xfrm>
                </p:grpSpPr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F11811C9-D889-41C4-B3A4-823A679BFB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4543" y="3021452"/>
                      <a:ext cx="1842977" cy="11688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3" name="Oval 92">
                      <a:extLst>
                        <a:ext uri="{FF2B5EF4-FFF2-40B4-BE49-F238E27FC236}">
                          <a16:creationId xmlns:a16="http://schemas.microsoft.com/office/drawing/2014/main" id="{27C53EBE-7318-28BB-7325-4C1A3B5E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1670" y="2968337"/>
                      <a:ext cx="430098" cy="22311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930602F3-EA34-F872-851A-34226CCCE84B}"/>
                    </a:ext>
                  </a:extLst>
                </p:cNvPr>
                <p:cNvGrpSpPr/>
                <p:nvPr/>
              </p:nvGrpSpPr>
              <p:grpSpPr>
                <a:xfrm>
                  <a:off x="6580350" y="5605804"/>
                  <a:ext cx="675381" cy="99346"/>
                  <a:chOff x="5314543" y="2968337"/>
                  <a:chExt cx="2097225" cy="223117"/>
                </a:xfrm>
              </p:grpSpPr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C35297A2-907D-0F93-01F2-AEEA042EDF99}"/>
                      </a:ext>
                    </a:extLst>
                  </p:cNvPr>
                  <p:cNvSpPr/>
                  <p:nvPr/>
                </p:nvSpPr>
                <p:spPr>
                  <a:xfrm>
                    <a:off x="5314543" y="3021452"/>
                    <a:ext cx="1842977" cy="11688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AA3EFABF-B70F-0ECD-120A-459123CA7AE9}"/>
                      </a:ext>
                    </a:extLst>
                  </p:cNvPr>
                  <p:cNvSpPr/>
                  <p:nvPr/>
                </p:nvSpPr>
                <p:spPr>
                  <a:xfrm>
                    <a:off x="6981670" y="2968337"/>
                    <a:ext cx="430098" cy="22311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4FE5F1B6-938B-EC03-6086-6BC1DC6919B2}"/>
                  </a:ext>
                </a:extLst>
              </p:cNvPr>
              <p:cNvGrpSpPr/>
              <p:nvPr/>
            </p:nvGrpSpPr>
            <p:grpSpPr>
              <a:xfrm>
                <a:off x="9434466" y="3508573"/>
                <a:ext cx="675381" cy="99346"/>
                <a:chOff x="5314543" y="2968337"/>
                <a:chExt cx="2097225" cy="223117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FF434E42-25A2-D79A-F529-66DE658D3D0A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704EC8C3-347D-D7E9-DFC2-4F1F5C84BF35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D0FBBC56-F3C2-6B9A-DBAC-352C243BDA66}"/>
                  </a:ext>
                </a:extLst>
              </p:cNvPr>
              <p:cNvGrpSpPr/>
              <p:nvPr/>
            </p:nvGrpSpPr>
            <p:grpSpPr>
              <a:xfrm>
                <a:off x="9415713" y="4288727"/>
                <a:ext cx="675381" cy="99346"/>
                <a:chOff x="5314543" y="2968337"/>
                <a:chExt cx="2097225" cy="223117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30DD76E6-B2C7-BA69-8C78-56AEB0763A50}"/>
                    </a:ext>
                  </a:extLst>
                </p:cNvPr>
                <p:cNvSpPr/>
                <p:nvPr/>
              </p:nvSpPr>
              <p:spPr>
                <a:xfrm>
                  <a:off x="5314543" y="3021452"/>
                  <a:ext cx="1842977" cy="1168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5193E7F8-416D-E95A-4A7E-B6B02D4A98FF}"/>
                    </a:ext>
                  </a:extLst>
                </p:cNvPr>
                <p:cNvSpPr/>
                <p:nvPr/>
              </p:nvSpPr>
              <p:spPr>
                <a:xfrm>
                  <a:off x="6981670" y="2968337"/>
                  <a:ext cx="430098" cy="22311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A3CDA74-C31A-2A8B-4D56-F049F8FA0CAB}"/>
                </a:ext>
              </a:extLst>
            </p:cNvPr>
            <p:cNvSpPr/>
            <p:nvPr/>
          </p:nvSpPr>
          <p:spPr>
            <a:xfrm>
              <a:off x="361581" y="3389527"/>
              <a:ext cx="540135" cy="514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70000"/>
                </a:lnSpc>
              </a:pPr>
              <a:r>
                <a:rPr lang="fa-IR" dirty="0">
                  <a:latin typeface="IRANYekanXFaNum" pitchFamily="2" charset="-78"/>
                  <a:cs typeface="IRANYekanXFaNum" pitchFamily="2" charset="-78"/>
                </a:rPr>
                <a:t>(1)</a:t>
              </a:r>
              <a:endParaRPr lang="en-US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FB145DA-20BF-3197-E247-4A7C8AEBADE2}"/>
                </a:ext>
              </a:extLst>
            </p:cNvPr>
            <p:cNvSpPr/>
            <p:nvPr/>
          </p:nvSpPr>
          <p:spPr>
            <a:xfrm>
              <a:off x="1454935" y="3389527"/>
              <a:ext cx="540135" cy="514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70000"/>
                </a:lnSpc>
              </a:pPr>
              <a:r>
                <a:rPr lang="fa-IR" dirty="0">
                  <a:latin typeface="IRANYekanXFaNum" pitchFamily="2" charset="-78"/>
                  <a:cs typeface="IRANYekanXFaNum" pitchFamily="2" charset="-78"/>
                </a:rPr>
                <a:t>(2)</a:t>
              </a:r>
              <a:endParaRPr lang="en-US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DD4D170-3472-29B7-00CE-9F2A66801C85}"/>
                </a:ext>
              </a:extLst>
            </p:cNvPr>
            <p:cNvSpPr/>
            <p:nvPr/>
          </p:nvSpPr>
          <p:spPr>
            <a:xfrm>
              <a:off x="3216918" y="3389527"/>
              <a:ext cx="540135" cy="514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70000"/>
                </a:lnSpc>
              </a:pPr>
              <a:r>
                <a:rPr lang="fa-IR" dirty="0">
                  <a:latin typeface="IRANYekanXFaNum" pitchFamily="2" charset="-78"/>
                  <a:cs typeface="IRANYekanXFaNum" pitchFamily="2" charset="-78"/>
                </a:rPr>
                <a:t>(3)</a:t>
              </a:r>
              <a:endParaRPr lang="en-US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41F1FA0-1471-CE47-5214-E829F0DC8FF2}"/>
                </a:ext>
              </a:extLst>
            </p:cNvPr>
            <p:cNvSpPr/>
            <p:nvPr/>
          </p:nvSpPr>
          <p:spPr>
            <a:xfrm>
              <a:off x="5920452" y="3389527"/>
              <a:ext cx="540135" cy="514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70000"/>
                </a:lnSpc>
              </a:pPr>
              <a:r>
                <a:rPr lang="fa-IR" dirty="0">
                  <a:latin typeface="IRANYekanXFaNum" pitchFamily="2" charset="-78"/>
                  <a:cs typeface="IRANYekanXFaNum" pitchFamily="2" charset="-78"/>
                </a:rPr>
                <a:t>(4)</a:t>
              </a:r>
              <a:endParaRPr lang="en-US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55A6CC3-F7C6-B34D-B376-CC5E3251F840}"/>
              </a:ext>
            </a:extLst>
          </p:cNvPr>
          <p:cNvGrpSpPr/>
          <p:nvPr/>
        </p:nvGrpSpPr>
        <p:grpSpPr>
          <a:xfrm>
            <a:off x="692811" y="4360642"/>
            <a:ext cx="1045028" cy="838008"/>
            <a:chOff x="692811" y="4360642"/>
            <a:chExt cx="1045028" cy="838008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F700967-9950-F8B0-3235-5DE57C09B982}"/>
                </a:ext>
              </a:extLst>
            </p:cNvPr>
            <p:cNvSpPr/>
            <p:nvPr/>
          </p:nvSpPr>
          <p:spPr>
            <a:xfrm>
              <a:off x="692811" y="4360642"/>
              <a:ext cx="1045028" cy="283160"/>
            </a:xfrm>
            <a:custGeom>
              <a:avLst/>
              <a:gdLst>
                <a:gd name="connsiteX0" fmla="*/ 0 w 1045028"/>
                <a:gd name="connsiteY0" fmla="*/ 29029 h 283160"/>
                <a:gd name="connsiteX1" fmla="*/ 551543 w 1045028"/>
                <a:gd name="connsiteY1" fmla="*/ 283029 h 283160"/>
                <a:gd name="connsiteX2" fmla="*/ 1045028 w 1045028"/>
                <a:gd name="connsiteY2" fmla="*/ 0 h 28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5028" h="283160">
                  <a:moveTo>
                    <a:pt x="0" y="29029"/>
                  </a:moveTo>
                  <a:cubicBezTo>
                    <a:pt x="188686" y="158448"/>
                    <a:pt x="377372" y="287867"/>
                    <a:pt x="551543" y="283029"/>
                  </a:cubicBezTo>
                  <a:cubicBezTo>
                    <a:pt x="725714" y="278191"/>
                    <a:pt x="885371" y="139095"/>
                    <a:pt x="1045028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5423CA3-4587-E838-C760-356383EF0021}"/>
                </a:ext>
              </a:extLst>
            </p:cNvPr>
            <p:cNvSpPr txBox="1"/>
            <p:nvPr/>
          </p:nvSpPr>
          <p:spPr>
            <a:xfrm>
              <a:off x="974530" y="4736985"/>
              <a:ext cx="561372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r>
                <a:rPr lang="fa-I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3+</a:t>
              </a:r>
              <a:endParaRPr lang="en-US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A3C8FBD-A7D4-42BC-15DA-FF3572F7E904}"/>
              </a:ext>
            </a:extLst>
          </p:cNvPr>
          <p:cNvGrpSpPr/>
          <p:nvPr/>
        </p:nvGrpSpPr>
        <p:grpSpPr>
          <a:xfrm>
            <a:off x="1883102" y="4352489"/>
            <a:ext cx="1539097" cy="846161"/>
            <a:chOff x="1883102" y="4352489"/>
            <a:chExt cx="1539097" cy="846161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A95C210-E18A-063E-F3A0-BBAD22E31937}"/>
                </a:ext>
              </a:extLst>
            </p:cNvPr>
            <p:cNvSpPr/>
            <p:nvPr/>
          </p:nvSpPr>
          <p:spPr>
            <a:xfrm>
              <a:off x="1883102" y="4352489"/>
              <a:ext cx="1539097" cy="283160"/>
            </a:xfrm>
            <a:custGeom>
              <a:avLst/>
              <a:gdLst>
                <a:gd name="connsiteX0" fmla="*/ 0 w 1045028"/>
                <a:gd name="connsiteY0" fmla="*/ 29029 h 283160"/>
                <a:gd name="connsiteX1" fmla="*/ 551543 w 1045028"/>
                <a:gd name="connsiteY1" fmla="*/ 283029 h 283160"/>
                <a:gd name="connsiteX2" fmla="*/ 1045028 w 1045028"/>
                <a:gd name="connsiteY2" fmla="*/ 0 h 28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5028" h="283160">
                  <a:moveTo>
                    <a:pt x="0" y="29029"/>
                  </a:moveTo>
                  <a:cubicBezTo>
                    <a:pt x="188686" y="158448"/>
                    <a:pt x="377372" y="287867"/>
                    <a:pt x="551543" y="283029"/>
                  </a:cubicBezTo>
                  <a:cubicBezTo>
                    <a:pt x="725714" y="278191"/>
                    <a:pt x="885371" y="139095"/>
                    <a:pt x="1045028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FA08BDB-4A78-955B-4F35-461638EC0C87}"/>
                </a:ext>
              </a:extLst>
            </p:cNvPr>
            <p:cNvSpPr txBox="1"/>
            <p:nvPr/>
          </p:nvSpPr>
          <p:spPr>
            <a:xfrm>
              <a:off x="2405617" y="4736985"/>
              <a:ext cx="561372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r>
                <a:rPr lang="fa-I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3+</a:t>
              </a:r>
              <a:endParaRPr lang="en-US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2AE8356-E2CF-21F5-CEC2-F8B9F9E36461}"/>
              </a:ext>
            </a:extLst>
          </p:cNvPr>
          <p:cNvGrpSpPr/>
          <p:nvPr/>
        </p:nvGrpSpPr>
        <p:grpSpPr>
          <a:xfrm>
            <a:off x="3621057" y="4380341"/>
            <a:ext cx="2648076" cy="818309"/>
            <a:chOff x="3621057" y="4380341"/>
            <a:chExt cx="2648076" cy="818309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0FA8CDD-E2F9-D6B8-34DC-23D3BB3B5C44}"/>
                </a:ext>
              </a:extLst>
            </p:cNvPr>
            <p:cNvSpPr/>
            <p:nvPr/>
          </p:nvSpPr>
          <p:spPr>
            <a:xfrm>
              <a:off x="3621057" y="4380341"/>
              <a:ext cx="2648076" cy="313836"/>
            </a:xfrm>
            <a:custGeom>
              <a:avLst/>
              <a:gdLst>
                <a:gd name="connsiteX0" fmla="*/ 0 w 1045028"/>
                <a:gd name="connsiteY0" fmla="*/ 29029 h 283160"/>
                <a:gd name="connsiteX1" fmla="*/ 551543 w 1045028"/>
                <a:gd name="connsiteY1" fmla="*/ 283029 h 283160"/>
                <a:gd name="connsiteX2" fmla="*/ 1045028 w 1045028"/>
                <a:gd name="connsiteY2" fmla="*/ 0 h 28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5028" h="283160">
                  <a:moveTo>
                    <a:pt x="0" y="29029"/>
                  </a:moveTo>
                  <a:cubicBezTo>
                    <a:pt x="188686" y="158448"/>
                    <a:pt x="377372" y="287867"/>
                    <a:pt x="551543" y="283029"/>
                  </a:cubicBezTo>
                  <a:cubicBezTo>
                    <a:pt x="725714" y="278191"/>
                    <a:pt x="885371" y="139095"/>
                    <a:pt x="1045028" y="0"/>
                  </a:cubicBezTo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A9E0159B-1945-7C71-EADD-0414AE93B584}"/>
                </a:ext>
              </a:extLst>
            </p:cNvPr>
            <p:cNvSpPr txBox="1"/>
            <p:nvPr/>
          </p:nvSpPr>
          <p:spPr>
            <a:xfrm>
              <a:off x="4667585" y="4736985"/>
              <a:ext cx="561372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r>
                <a:rPr lang="fa-I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3+</a:t>
              </a:r>
              <a:endParaRPr lang="en-US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DB56E4FC-4503-B791-8E3E-4961DAE54079}"/>
              </a:ext>
            </a:extLst>
          </p:cNvPr>
          <p:cNvSpPr txBox="1"/>
          <p:nvPr/>
        </p:nvSpPr>
        <p:spPr>
          <a:xfrm>
            <a:off x="772514" y="5977126"/>
            <a:ext cx="25840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E1BD76A-E9EC-159E-BBAC-BF651B5D0640}"/>
              </a:ext>
            </a:extLst>
          </p:cNvPr>
          <p:cNvSpPr txBox="1"/>
          <p:nvPr/>
        </p:nvSpPr>
        <p:spPr>
          <a:xfrm>
            <a:off x="2523367" y="5977126"/>
            <a:ext cx="25840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41A60DE-A3FF-6986-5445-2F1990C96026}"/>
              </a:ext>
            </a:extLst>
          </p:cNvPr>
          <p:cNvSpPr txBox="1"/>
          <p:nvPr/>
        </p:nvSpPr>
        <p:spPr>
          <a:xfrm>
            <a:off x="772514" y="5970181"/>
            <a:ext cx="32893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EA5E79C-6203-303D-0837-EC46F1F50036}"/>
              </a:ext>
            </a:extLst>
          </p:cNvPr>
          <p:cNvSpPr txBox="1"/>
          <p:nvPr/>
        </p:nvSpPr>
        <p:spPr>
          <a:xfrm>
            <a:off x="2523367" y="5970181"/>
            <a:ext cx="3658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29D92AB-585B-8135-6A16-CB36E384A01C}"/>
              </a:ext>
            </a:extLst>
          </p:cNvPr>
          <p:cNvSpPr txBox="1"/>
          <p:nvPr/>
        </p:nvSpPr>
        <p:spPr>
          <a:xfrm>
            <a:off x="772514" y="5960561"/>
            <a:ext cx="38664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AD47F99-5655-9F60-971E-CB6721730C20}"/>
              </a:ext>
            </a:extLst>
          </p:cNvPr>
          <p:cNvSpPr txBox="1"/>
          <p:nvPr/>
        </p:nvSpPr>
        <p:spPr>
          <a:xfrm>
            <a:off x="2523367" y="5960561"/>
            <a:ext cx="3658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61BE982-19E9-62ED-BE03-E51C63A909D3}"/>
              </a:ext>
            </a:extLst>
          </p:cNvPr>
          <p:cNvSpPr txBox="1"/>
          <p:nvPr/>
        </p:nvSpPr>
        <p:spPr>
          <a:xfrm>
            <a:off x="779399" y="5965455"/>
            <a:ext cx="3658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4D39B47-8384-C689-DB43-095BFD4C9703}"/>
              </a:ext>
            </a:extLst>
          </p:cNvPr>
          <p:cNvSpPr txBox="1"/>
          <p:nvPr/>
        </p:nvSpPr>
        <p:spPr>
          <a:xfrm>
            <a:off x="2530252" y="5965455"/>
            <a:ext cx="40748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7EDD3CF-B04D-2C51-A55E-60A222B527E3}"/>
              </a:ext>
            </a:extLst>
          </p:cNvPr>
          <p:cNvSpPr txBox="1"/>
          <p:nvPr/>
        </p:nvSpPr>
        <p:spPr>
          <a:xfrm>
            <a:off x="770788" y="5952359"/>
            <a:ext cx="40748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1B496A7-CA50-A21F-432C-F59D93C53BE8}"/>
              </a:ext>
            </a:extLst>
          </p:cNvPr>
          <p:cNvSpPr txBox="1"/>
          <p:nvPr/>
        </p:nvSpPr>
        <p:spPr>
          <a:xfrm>
            <a:off x="2521641" y="5952359"/>
            <a:ext cx="50847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>
                <a:solidFill>
                  <a:srgbClr val="FF0000"/>
                </a:solidFill>
              </a:rPr>
              <a:t>28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AF98D0E-6C31-08A7-BE59-26CF5E6A0A98}"/>
              </a:ext>
            </a:extLst>
          </p:cNvPr>
          <p:cNvSpPr txBox="1"/>
          <p:nvPr/>
        </p:nvSpPr>
        <p:spPr>
          <a:xfrm>
            <a:off x="3452459" y="5920828"/>
            <a:ext cx="562365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شکل دهم با 28 چوب کبریت ساخته می‌شود.</a:t>
            </a:r>
            <a:endParaRPr lang="ar-DZ" sz="2400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0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1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9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4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3" dur="500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5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8" dur="500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9" dur="500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7" dur="50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8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2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7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8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1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2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3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5" fill="hold">
                          <p:stCondLst>
                            <p:cond delay="indefinite"/>
                          </p:stCondLst>
                          <p:childTnLst>
                            <p:par>
                              <p:cTn id="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7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0" dur="5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1" dur="5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2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4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5" dur="5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6" dur="5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1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2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4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5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6" dur="500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7" dur="500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9" fill="hold">
                          <p:stCondLst>
                            <p:cond delay="indefinite"/>
                          </p:stCondLst>
                          <p:childTnLst>
                            <p:par>
                              <p:cTn id="1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1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4" dur="500" fill="hold"/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5" dur="500" fill="hold"/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8" dur="500"/>
                                            <p:tgtEl>
                                              <p:spTgt spid="1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9" dur="500" fill="hold"/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0" dur="500" fill="hold"/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05" dur="1000"/>
                                            <p:tgtEl>
                                              <p:spTgt spid="1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6" grpId="0"/>
          <p:bldP spid="30" grpId="0"/>
          <p:bldP spid="34" grpId="0"/>
          <p:bldP spid="61" grpId="0"/>
          <p:bldP spid="62" grpId="0"/>
          <p:bldP spid="112" grpId="0"/>
          <p:bldP spid="128" grpId="0"/>
          <p:bldP spid="128" grpId="1"/>
          <p:bldP spid="129" grpId="0"/>
          <p:bldP spid="129" grpId="1"/>
          <p:bldP spid="130" grpId="0"/>
          <p:bldP spid="130" grpId="1"/>
          <p:bldP spid="131" grpId="0"/>
          <p:bldP spid="131" grpId="1"/>
          <p:bldP spid="132" grpId="0"/>
          <p:bldP spid="132" grpId="1"/>
          <p:bldP spid="133" grpId="0"/>
          <p:bldP spid="133" grpId="1"/>
          <p:bldP spid="134" grpId="0"/>
          <p:bldP spid="134" grpId="1"/>
          <p:bldP spid="135" grpId="0"/>
          <p:bldP spid="135" grpId="1"/>
          <p:bldP spid="136" grpId="0"/>
          <p:bldP spid="137" grpId="0"/>
          <p:bldP spid="13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0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1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9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4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5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3" dur="500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4" dur="500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5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8" dur="500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9" dur="500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1" fill="hold">
                          <p:stCondLst>
                            <p:cond delay="indefinite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7" dur="50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8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2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7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8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1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2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3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5" fill="hold">
                          <p:stCondLst>
                            <p:cond delay="indefinite"/>
                          </p:stCondLst>
                          <p:childTnLst>
                            <p:par>
                              <p:cTn id="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7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0" dur="5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1" dur="5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2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4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5" dur="5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6" dur="5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1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2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4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5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6" dur="500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7" dur="500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9" fill="hold">
                          <p:stCondLst>
                            <p:cond delay="indefinite"/>
                          </p:stCondLst>
                          <p:childTnLst>
                            <p:par>
                              <p:cTn id="1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1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4" dur="500" fill="hold"/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5" dur="500" fill="hold"/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8" dur="500"/>
                                            <p:tgtEl>
                                              <p:spTgt spid="1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9" dur="500" fill="hold"/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0" dur="500" fill="hold"/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05" dur="1000"/>
                                            <p:tgtEl>
                                              <p:spTgt spid="1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6" grpId="0"/>
          <p:bldP spid="30" grpId="0"/>
          <p:bldP spid="34" grpId="0"/>
          <p:bldP spid="61" grpId="0"/>
          <p:bldP spid="62" grpId="0"/>
          <p:bldP spid="112" grpId="0"/>
          <p:bldP spid="128" grpId="0"/>
          <p:bldP spid="128" grpId="1"/>
          <p:bldP spid="129" grpId="0"/>
          <p:bldP spid="129" grpId="1"/>
          <p:bldP spid="130" grpId="0"/>
          <p:bldP spid="130" grpId="1"/>
          <p:bldP spid="131" grpId="0"/>
          <p:bldP spid="131" grpId="1"/>
          <p:bldP spid="132" grpId="0"/>
          <p:bldP spid="132" grpId="1"/>
          <p:bldP spid="133" grpId="0"/>
          <p:bldP spid="133" grpId="1"/>
          <p:bldP spid="134" grpId="0"/>
          <p:bldP spid="134" grpId="1"/>
          <p:bldP spid="135" grpId="0"/>
          <p:bldP spid="135" grpId="1"/>
          <p:bldP spid="136" grpId="0"/>
          <p:bldP spid="137" grpId="0"/>
          <p:bldP spid="138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43127"/>
            <a:ext cx="8632177" cy="150605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279662" y="542867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اگر شکل ها به همین ترتیب ادامه پیدا کند، چه کسری از شکل شماره6، رنگی خواهد بود؟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/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blipFill>
                <a:blip r:embed="rId5"/>
                <a:stretch>
                  <a:fillRect r="-8163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/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شکل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شماره</m:t>
                          </m:r>
                        </m:num>
                        <m:den>
                          <m:d>
                            <m:dPr>
                              <m:ctrlP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شکل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 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شماره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blipFill>
                <a:blip r:embed="rId6"/>
                <a:stretch>
                  <a:fillRect r="-7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5E5D9A-F5C2-98D4-6AED-AD8138F4638E}"/>
              </a:ext>
            </a:extLst>
          </p:cNvPr>
          <p:cNvCxnSpPr/>
          <p:nvPr/>
        </p:nvCxnSpPr>
        <p:spPr>
          <a:xfrm>
            <a:off x="6010524" y="6001565"/>
            <a:ext cx="717755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/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6</m:t>
                          </m:r>
                        </m:num>
                        <m:den>
                          <m:d>
                            <m:dPr>
                              <m:ctrlPr>
                                <a:rPr lang="fa-I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blipFill>
                <a:blip r:embed="rId7"/>
                <a:stretch>
                  <a:fillRect r="-14008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61CBCE-E84D-D6A4-0ED3-7EA29142B1C7}"/>
              </a:ext>
            </a:extLst>
          </p:cNvPr>
          <p:cNvCxnSpPr>
            <a:cxnSpLocks/>
          </p:cNvCxnSpPr>
          <p:nvPr/>
        </p:nvCxnSpPr>
        <p:spPr>
          <a:xfrm flipH="1">
            <a:off x="7038748" y="5958762"/>
            <a:ext cx="739738" cy="3262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4EAE234-1F75-B8DF-A0EA-5BDC814D1179}"/>
              </a:ext>
            </a:extLst>
          </p:cNvPr>
          <p:cNvSpPr txBox="1"/>
          <p:nvPr/>
        </p:nvSpPr>
        <p:spPr>
          <a:xfrm>
            <a:off x="7199785" y="6315133"/>
            <a:ext cx="54373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36</a:t>
            </a:r>
            <a:endParaRPr lang="ar-DZ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9C9505-46F2-8158-AAF6-6EB09A66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252360"/>
              </p:ext>
            </p:extLst>
          </p:nvPr>
        </p:nvGraphicFramePr>
        <p:xfrm>
          <a:off x="715893" y="2653640"/>
          <a:ext cx="1188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6AAB4A-D201-2C89-5973-550CCEA13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4662"/>
              </p:ext>
            </p:extLst>
          </p:nvPr>
        </p:nvGraphicFramePr>
        <p:xfrm>
          <a:off x="3120198" y="2653640"/>
          <a:ext cx="1980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90434658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69457361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939BE5-C142-EF36-7EED-90D5C4E7E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926132"/>
              </p:ext>
            </p:extLst>
          </p:nvPr>
        </p:nvGraphicFramePr>
        <p:xfrm>
          <a:off x="6728279" y="2653640"/>
          <a:ext cx="2772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90434658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6945736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15842361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2041533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/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blipFill>
                <a:blip r:embed="rId8"/>
                <a:stretch>
                  <a:fillRect r="-30682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/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blipFill>
                <a:blip r:embed="rId9"/>
                <a:stretch>
                  <a:fillRect r="-30337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/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400" i="1">
                    <a:solidFill>
                      <a:srgbClr val="0070C0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/>
                        <m:t>=</m:t>
                      </m:r>
                      <m:f>
                        <m:fPr>
                          <m:ctrlPr>
                            <a:rPr lang="fa-IR"/>
                          </m:ctrlPr>
                        </m:fPr>
                        <m:num>
                          <m:r>
                            <a:rPr lang="fa-IR"/>
                            <m:t>6</m:t>
                          </m:r>
                        </m:num>
                        <m:den>
                          <m:r>
                            <a:rPr lang="fa-IR"/>
                            <m:t>39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" grpId="0"/>
          <p:bldP spid="11" grpId="0"/>
          <p:bldP spid="39" grpId="0"/>
          <p:bldP spid="12" grpId="0"/>
          <p:bldP spid="13" grpId="0"/>
          <p:bldP spid="1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" grpId="0"/>
          <p:bldP spid="11" grpId="0"/>
          <p:bldP spid="39" grpId="0"/>
          <p:bldP spid="12" grpId="0"/>
          <p:bldP spid="13" grpId="0"/>
          <p:bldP spid="14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5D3A-2A2B-66AA-692A-C9CB2197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61CDB2-22F0-3C76-D173-2AAB3D6DB217}"/>
              </a:ext>
            </a:extLst>
          </p:cNvPr>
          <p:cNvSpPr/>
          <p:nvPr/>
        </p:nvSpPr>
        <p:spPr>
          <a:xfrm>
            <a:off x="215642" y="432433"/>
            <a:ext cx="8632177" cy="152744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764BF4-BB90-3458-A7DB-3B4DCF833F6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B0BBC9FC-3A8F-F560-2C05-63769F38D8C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BC33C-857C-8F02-52B6-DD96B7F8C62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E8DA11C-BB63-7FDD-EC57-7FEEC1A5D2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098AA7D-3049-9FE9-91D6-2193C4C53AD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52FF794-5A25-60B7-6E0B-1D7D15B7AD3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1C9A04-BBAE-5FCC-CBFA-05F5A1C5EFA2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3CB0F0F-FD0E-3366-4118-39C7908CA1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85456E83-C527-F581-8DD3-93709651B62A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022D287-C5C1-1F78-02E6-C9C092B09E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C13D517A-76E8-792B-F0A8-CBFF3101A3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595EA63-2035-2E61-84D6-97EB1334E12E}"/>
              </a:ext>
            </a:extLst>
          </p:cNvPr>
          <p:cNvSpPr/>
          <p:nvPr/>
        </p:nvSpPr>
        <p:spPr>
          <a:xfrm>
            <a:off x="400158" y="528691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در هر الگو، مشخص کنید به جای علامت سوال چه عددی قرار می گیرد؟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C81CF68-7527-8E13-9823-F5B723E4B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EC2CC5-17EA-0648-8D9C-FF1A30FF52D7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3F896D8-8617-7B4D-A74B-58E657F5F155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3CAC89C2-83C4-EDDD-D7F6-D88D5AFCC313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B63807C-1FF1-CEAF-B0E9-959585BD8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E782A82F-ED82-7AAD-7DCE-08F81BBDC9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87D75CA-3720-F209-9EBC-A0D66BE099DB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E5BC9FFC-9242-6E28-EFC2-CE03D58A800E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CFF59EA-9AEF-A627-AFE5-A41B8B7AD525}"/>
              </a:ext>
            </a:extLst>
          </p:cNvPr>
          <p:cNvGrpSpPr/>
          <p:nvPr/>
        </p:nvGrpSpPr>
        <p:grpSpPr>
          <a:xfrm>
            <a:off x="2361071" y="4401700"/>
            <a:ext cx="1699222" cy="1744173"/>
            <a:chOff x="1598632" y="4247319"/>
            <a:chExt cx="1699222" cy="1744173"/>
          </a:xfrm>
          <a:noFill/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179C1BF-90FD-DCD5-1D8D-AE6317CA8392}"/>
                </a:ext>
              </a:extLst>
            </p:cNvPr>
            <p:cNvGrpSpPr/>
            <p:nvPr/>
          </p:nvGrpSpPr>
          <p:grpSpPr>
            <a:xfrm>
              <a:off x="1598632" y="4420999"/>
              <a:ext cx="1699222" cy="1570493"/>
              <a:chOff x="1479539" y="4420999"/>
              <a:chExt cx="1699222" cy="1570493"/>
            </a:xfrm>
            <a:grpFill/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1A608A7-7719-346E-2D81-DE6847BC278A}"/>
                  </a:ext>
                </a:extLst>
              </p:cNvPr>
              <p:cNvSpPr/>
              <p:nvPr/>
            </p:nvSpPr>
            <p:spPr>
              <a:xfrm>
                <a:off x="1479539" y="4420999"/>
                <a:ext cx="1699222" cy="1570493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DZ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57AE572-0633-8AD9-0E40-5CF480ADA67C}"/>
                  </a:ext>
                </a:extLst>
              </p:cNvPr>
              <p:cNvSpPr/>
              <p:nvPr/>
            </p:nvSpPr>
            <p:spPr>
              <a:xfrm>
                <a:off x="1958575" y="4882283"/>
                <a:ext cx="741149" cy="642615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DZ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059B565-E864-48D7-2496-D1F6E7C4AFD3}"/>
                </a:ext>
              </a:extLst>
            </p:cNvPr>
            <p:cNvCxnSpPr>
              <a:cxnSpLocks/>
              <a:stCxn id="61" idx="0"/>
              <a:endCxn id="66" idx="0"/>
            </p:cNvCxnSpPr>
            <p:nvPr/>
          </p:nvCxnSpPr>
          <p:spPr>
            <a:xfrm>
              <a:off x="2448243" y="4420999"/>
              <a:ext cx="0" cy="46128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E807437-56D3-BF50-9A10-24E49AC76641}"/>
                </a:ext>
              </a:extLst>
            </p:cNvPr>
            <p:cNvCxnSpPr>
              <a:cxnSpLocks/>
              <a:stCxn id="66" idx="2"/>
              <a:endCxn id="61" idx="2"/>
            </p:cNvCxnSpPr>
            <p:nvPr/>
          </p:nvCxnSpPr>
          <p:spPr>
            <a:xfrm>
              <a:off x="2448243" y="5524898"/>
              <a:ext cx="0" cy="4665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281CD2-A767-F272-AC25-83810353C102}"/>
                </a:ext>
              </a:extLst>
            </p:cNvPr>
            <p:cNvCxnSpPr>
              <a:cxnSpLocks/>
              <a:endCxn id="61" idx="3"/>
            </p:cNvCxnSpPr>
            <p:nvPr/>
          </p:nvCxnSpPr>
          <p:spPr>
            <a:xfrm>
              <a:off x="2830165" y="5206246"/>
              <a:ext cx="46768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0FE3FE5-4ECB-D6CC-2D68-BA963B3BCCF3}"/>
                </a:ext>
              </a:extLst>
            </p:cNvPr>
            <p:cNvCxnSpPr>
              <a:cxnSpLocks/>
              <a:stCxn id="66" idx="1"/>
              <a:endCxn id="61" idx="1"/>
            </p:cNvCxnSpPr>
            <p:nvPr/>
          </p:nvCxnSpPr>
          <p:spPr>
            <a:xfrm flipH="1">
              <a:off x="1598632" y="5203591"/>
              <a:ext cx="479036" cy="265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8BF3C36-28B7-D92E-A28C-030BB40DEB40}"/>
                </a:ext>
              </a:extLst>
            </p:cNvPr>
            <p:cNvSpPr txBox="1"/>
            <p:nvPr/>
          </p:nvSpPr>
          <p:spPr>
            <a:xfrm>
              <a:off x="1730870" y="4255994"/>
              <a:ext cx="397866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5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0F8B117-5EF0-063D-9AC0-D77D7627EB16}"/>
                </a:ext>
              </a:extLst>
            </p:cNvPr>
            <p:cNvSpPr txBox="1"/>
            <p:nvPr/>
          </p:nvSpPr>
          <p:spPr>
            <a:xfrm>
              <a:off x="2765988" y="4247319"/>
              <a:ext cx="367408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6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295C511-E826-9F3F-6C3A-AD14025857E1}"/>
                </a:ext>
              </a:extLst>
            </p:cNvPr>
            <p:cNvSpPr txBox="1"/>
            <p:nvPr/>
          </p:nvSpPr>
          <p:spPr>
            <a:xfrm>
              <a:off x="2220042" y="4754661"/>
              <a:ext cx="442750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10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FE3928A-1BFF-1F7D-060C-D9A54472C0E1}"/>
                </a:ext>
              </a:extLst>
            </p:cNvPr>
            <p:cNvSpPr txBox="1"/>
            <p:nvPr/>
          </p:nvSpPr>
          <p:spPr>
            <a:xfrm>
              <a:off x="1764835" y="5150180"/>
              <a:ext cx="352981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2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226281B-476D-52D0-8D0E-5D0D8A7630B2}"/>
                </a:ext>
              </a:extLst>
            </p:cNvPr>
            <p:cNvSpPr txBox="1"/>
            <p:nvPr/>
          </p:nvSpPr>
          <p:spPr>
            <a:xfrm>
              <a:off x="2769241" y="5218615"/>
              <a:ext cx="442750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10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AE6E9D0-1163-560E-47C7-E1C524957D84}"/>
              </a:ext>
            </a:extLst>
          </p:cNvPr>
          <p:cNvGrpSpPr/>
          <p:nvPr/>
        </p:nvGrpSpPr>
        <p:grpSpPr>
          <a:xfrm>
            <a:off x="5689666" y="4307996"/>
            <a:ext cx="1699222" cy="1686662"/>
            <a:chOff x="5106123" y="4307996"/>
            <a:chExt cx="1699222" cy="1686662"/>
          </a:xfrm>
          <a:noFill/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57C6181-870C-D010-B15B-E9557325588C}"/>
                </a:ext>
              </a:extLst>
            </p:cNvPr>
            <p:cNvGrpSpPr/>
            <p:nvPr/>
          </p:nvGrpSpPr>
          <p:grpSpPr>
            <a:xfrm>
              <a:off x="5106123" y="4424165"/>
              <a:ext cx="1699222" cy="1570493"/>
              <a:chOff x="5106123" y="4424165"/>
              <a:chExt cx="1699222" cy="1570493"/>
            </a:xfrm>
            <a:grpFill/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C7879E8-A41E-BB04-814B-98E03EAFAFBE}"/>
                  </a:ext>
                </a:extLst>
              </p:cNvPr>
              <p:cNvSpPr/>
              <p:nvPr/>
            </p:nvSpPr>
            <p:spPr>
              <a:xfrm>
                <a:off x="5106123" y="4424165"/>
                <a:ext cx="1699222" cy="1570493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DZ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898335A-5E61-DA31-2A20-8D2E60AC97B2}"/>
                  </a:ext>
                </a:extLst>
              </p:cNvPr>
              <p:cNvSpPr/>
              <p:nvPr/>
            </p:nvSpPr>
            <p:spPr>
              <a:xfrm>
                <a:off x="5585158" y="4891914"/>
                <a:ext cx="741149" cy="642615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DZ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7861C6F-EDD8-DB6E-3413-EBDA8C55C3AF}"/>
                </a:ext>
              </a:extLst>
            </p:cNvPr>
            <p:cNvCxnSpPr/>
            <p:nvPr/>
          </p:nvCxnSpPr>
          <p:spPr>
            <a:xfrm>
              <a:off x="5955734" y="4420999"/>
              <a:ext cx="0" cy="48234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EA02B7C-500E-3065-6B0C-2C5E3DF4A84E}"/>
                </a:ext>
              </a:extLst>
            </p:cNvPr>
            <p:cNvCxnSpPr>
              <a:cxnSpLocks/>
              <a:stCxn id="67" idx="2"/>
              <a:endCxn id="62" idx="2"/>
            </p:cNvCxnSpPr>
            <p:nvPr/>
          </p:nvCxnSpPr>
          <p:spPr>
            <a:xfrm>
              <a:off x="5955733" y="5534529"/>
              <a:ext cx="1" cy="460129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C83C9FF-1B9E-2C7F-D401-02EDD9F971BE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flipV="1">
              <a:off x="6337655" y="5209412"/>
              <a:ext cx="467690" cy="762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FC0BA63-CBA8-3B19-CDEF-8EC2D94D1722}"/>
                </a:ext>
              </a:extLst>
            </p:cNvPr>
            <p:cNvCxnSpPr>
              <a:cxnSpLocks/>
              <a:stCxn id="67" idx="1"/>
              <a:endCxn id="62" idx="1"/>
            </p:cNvCxnSpPr>
            <p:nvPr/>
          </p:nvCxnSpPr>
          <p:spPr>
            <a:xfrm flipH="1" flipV="1">
              <a:off x="5106123" y="5209412"/>
              <a:ext cx="479035" cy="381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9C7F10B-68DF-110D-9E88-210FA3F38183}"/>
                </a:ext>
              </a:extLst>
            </p:cNvPr>
            <p:cNvSpPr txBox="1"/>
            <p:nvPr/>
          </p:nvSpPr>
          <p:spPr>
            <a:xfrm>
              <a:off x="5698823" y="4785093"/>
              <a:ext cx="526106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20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5AE6BEA-F844-4C4C-90CC-C849D306A451}"/>
                </a:ext>
              </a:extLst>
            </p:cNvPr>
            <p:cNvSpPr txBox="1"/>
            <p:nvPr/>
          </p:nvSpPr>
          <p:spPr>
            <a:xfrm>
              <a:off x="5181251" y="4307996"/>
              <a:ext cx="393057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7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8D1B80B-A3E2-7A80-92AC-9DC1596DE2BC}"/>
                </a:ext>
              </a:extLst>
            </p:cNvPr>
            <p:cNvSpPr txBox="1"/>
            <p:nvPr/>
          </p:nvSpPr>
          <p:spPr>
            <a:xfrm>
              <a:off x="6351753" y="4307996"/>
              <a:ext cx="393057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8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E736D45-9075-110B-C519-387EFB5BF6DD}"/>
                </a:ext>
              </a:extLst>
            </p:cNvPr>
            <p:cNvSpPr txBox="1"/>
            <p:nvPr/>
          </p:nvSpPr>
          <p:spPr>
            <a:xfrm>
              <a:off x="6364577" y="5203590"/>
              <a:ext cx="367408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6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5D5C163-F859-7A01-F2DC-06CD3209E5E7}"/>
                </a:ext>
              </a:extLst>
            </p:cNvPr>
            <p:cNvSpPr txBox="1"/>
            <p:nvPr/>
          </p:nvSpPr>
          <p:spPr>
            <a:xfrm>
              <a:off x="5254430" y="5203590"/>
              <a:ext cx="367408" cy="74943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6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560BC8F-2077-6D3F-52EB-3A8BD3AA9788}"/>
              </a:ext>
            </a:extLst>
          </p:cNvPr>
          <p:cNvGrpSpPr/>
          <p:nvPr/>
        </p:nvGrpSpPr>
        <p:grpSpPr>
          <a:xfrm>
            <a:off x="9469732" y="4324973"/>
            <a:ext cx="1699222" cy="1681567"/>
            <a:chOff x="9469732" y="4324973"/>
            <a:chExt cx="1699222" cy="168156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A330D57-BCAB-BBDB-2336-D5E3AAC869E7}"/>
                </a:ext>
              </a:extLst>
            </p:cNvPr>
            <p:cNvGrpSpPr/>
            <p:nvPr/>
          </p:nvGrpSpPr>
          <p:grpSpPr>
            <a:xfrm>
              <a:off x="9469732" y="4432881"/>
              <a:ext cx="1699222" cy="1573659"/>
              <a:chOff x="8923980" y="4420999"/>
              <a:chExt cx="1699222" cy="1573659"/>
            </a:xfrm>
            <a:noFill/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140215B-5A11-C6C7-40EC-6B1F0DCCE278}"/>
                  </a:ext>
                </a:extLst>
              </p:cNvPr>
              <p:cNvGrpSpPr/>
              <p:nvPr/>
            </p:nvGrpSpPr>
            <p:grpSpPr>
              <a:xfrm>
                <a:off x="8923980" y="4424165"/>
                <a:ext cx="1699222" cy="1570493"/>
                <a:chOff x="8923980" y="4424165"/>
                <a:chExt cx="1699222" cy="1570493"/>
              </a:xfrm>
              <a:grp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0060EC2-C5C7-78B1-BBB6-7FA69B79B8E8}"/>
                    </a:ext>
                  </a:extLst>
                </p:cNvPr>
                <p:cNvSpPr/>
                <p:nvPr/>
              </p:nvSpPr>
              <p:spPr>
                <a:xfrm>
                  <a:off x="8923980" y="4424165"/>
                  <a:ext cx="1699222" cy="1570493"/>
                </a:xfrm>
                <a:prstGeom prst="rect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DZ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3BF1CCD-F715-98F4-ECFE-877A2E76FCB6}"/>
                    </a:ext>
                  </a:extLst>
                </p:cNvPr>
                <p:cNvSpPr/>
                <p:nvPr/>
              </p:nvSpPr>
              <p:spPr>
                <a:xfrm>
                  <a:off x="9406222" y="4887825"/>
                  <a:ext cx="741149" cy="642615"/>
                </a:xfrm>
                <a:prstGeom prst="rect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DZ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9499700F-7E24-E455-F822-7F2E22ABE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5565" y="4420999"/>
                <a:ext cx="0" cy="466826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1409EC2-AB51-91D2-2FEE-C32EC2380462}"/>
                  </a:ext>
                </a:extLst>
              </p:cNvPr>
              <p:cNvCxnSpPr>
                <a:cxnSpLocks/>
                <a:stCxn id="68" idx="2"/>
                <a:endCxn id="63" idx="2"/>
              </p:cNvCxnSpPr>
              <p:nvPr/>
            </p:nvCxnSpPr>
            <p:spPr>
              <a:xfrm flipH="1">
                <a:off x="9773591" y="5530440"/>
                <a:ext cx="3206" cy="464218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DB8B8A3-A3BE-97D7-94CC-683D394B4B00}"/>
                  </a:ext>
                </a:extLst>
              </p:cNvPr>
              <p:cNvCxnSpPr>
                <a:cxnSpLocks/>
                <a:stCxn id="63" idx="1"/>
                <a:endCxn id="68" idx="1"/>
              </p:cNvCxnSpPr>
              <p:nvPr/>
            </p:nvCxnSpPr>
            <p:spPr>
              <a:xfrm flipV="1">
                <a:off x="8923980" y="5209133"/>
                <a:ext cx="482242" cy="279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C5987767-4F8E-B1BC-7DA6-E5FD8BF46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37755" y="5213222"/>
                <a:ext cx="482242" cy="279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3E39B06-F17E-839E-A08B-BDE1FAF88B3F}"/>
                </a:ext>
              </a:extLst>
            </p:cNvPr>
            <p:cNvSpPr txBox="1"/>
            <p:nvPr/>
          </p:nvSpPr>
          <p:spPr>
            <a:xfrm>
              <a:off x="9572857" y="4324973"/>
              <a:ext cx="397866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5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0DF35B0-57A0-38AD-F8DD-A737D196F1BC}"/>
                </a:ext>
              </a:extLst>
            </p:cNvPr>
            <p:cNvSpPr txBox="1"/>
            <p:nvPr/>
          </p:nvSpPr>
          <p:spPr>
            <a:xfrm>
              <a:off x="10734836" y="4324973"/>
              <a:ext cx="397866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5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8F5ACE-3DC8-72C0-D7DD-1550447F46C9}"/>
                </a:ext>
              </a:extLst>
            </p:cNvPr>
            <p:cNvSpPr txBox="1"/>
            <p:nvPr/>
          </p:nvSpPr>
          <p:spPr>
            <a:xfrm>
              <a:off x="9573659" y="5219366"/>
              <a:ext cx="396262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4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AF2E4CF-60A7-1CCF-E6DF-FE3F3A5C17BF}"/>
                </a:ext>
              </a:extLst>
            </p:cNvPr>
            <p:cNvSpPr txBox="1"/>
            <p:nvPr/>
          </p:nvSpPr>
          <p:spPr>
            <a:xfrm>
              <a:off x="10723664" y="5219366"/>
              <a:ext cx="396262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4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245390A9-1E80-5926-5131-42C889521E9F}"/>
              </a:ext>
            </a:extLst>
          </p:cNvPr>
          <p:cNvSpPr txBox="1"/>
          <p:nvPr/>
        </p:nvSpPr>
        <p:spPr>
          <a:xfrm>
            <a:off x="10126963" y="4766543"/>
            <a:ext cx="356188" cy="749436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800" dirty="0">
                <a:latin typeface="IRANYekanXFaNum" pitchFamily="2" charset="-78"/>
                <a:cs typeface="IRANYekanXFaNum" pitchFamily="2" charset="-78"/>
              </a:rPr>
              <a:t>؟</a:t>
            </a:r>
            <a:endParaRPr lang="ar-DZ" sz="28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66D09AA-EA02-3B62-E5E7-AAD06109DC44}"/>
              </a:ext>
            </a:extLst>
          </p:cNvPr>
          <p:cNvGrpSpPr/>
          <p:nvPr/>
        </p:nvGrpSpPr>
        <p:grpSpPr>
          <a:xfrm>
            <a:off x="525874" y="2130902"/>
            <a:ext cx="1810512" cy="1771316"/>
            <a:chOff x="525874" y="2130902"/>
            <a:chExt cx="1810512" cy="177131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A9DF8B61-CFDD-06FB-B795-A8FFD89FFD0E}"/>
                </a:ext>
              </a:extLst>
            </p:cNvPr>
            <p:cNvSpPr/>
            <p:nvPr/>
          </p:nvSpPr>
          <p:spPr>
            <a:xfrm>
              <a:off x="525874" y="2130902"/>
              <a:ext cx="1810512" cy="1700784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tx1"/>
                </a:solidFill>
              </a:endParaRPr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0128755A-CD84-5A18-2D9C-428D2F05EB85}"/>
                </a:ext>
              </a:extLst>
            </p:cNvPr>
            <p:cNvSpPr/>
            <p:nvPr/>
          </p:nvSpPr>
          <p:spPr>
            <a:xfrm rot="10800000">
              <a:off x="1009854" y="2981293"/>
              <a:ext cx="854461" cy="829330"/>
            </a:xfrm>
            <a:prstGeom prst="triangle">
              <a:avLst>
                <a:gd name="adj" fmla="val 5100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3C6C76-55DE-36E1-12E4-FE111772955D}"/>
                </a:ext>
              </a:extLst>
            </p:cNvPr>
            <p:cNvSpPr txBox="1"/>
            <p:nvPr/>
          </p:nvSpPr>
          <p:spPr>
            <a:xfrm>
              <a:off x="1689430" y="3152782"/>
              <a:ext cx="393057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7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E877A0-6918-54BA-CB24-E746A5DAE6A7}"/>
                </a:ext>
              </a:extLst>
            </p:cNvPr>
            <p:cNvSpPr txBox="1"/>
            <p:nvPr/>
          </p:nvSpPr>
          <p:spPr>
            <a:xfrm>
              <a:off x="1186056" y="2870121"/>
              <a:ext cx="452368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61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63B175-3995-90F4-6CC3-4BDBD3C24EE9}"/>
                </a:ext>
              </a:extLst>
            </p:cNvPr>
            <p:cNvSpPr txBox="1"/>
            <p:nvPr/>
          </p:nvSpPr>
          <p:spPr>
            <a:xfrm>
              <a:off x="781568" y="3141601"/>
              <a:ext cx="393057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8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6293F8-9A54-97CD-34D2-5063188DAB46}"/>
                </a:ext>
              </a:extLst>
            </p:cNvPr>
            <p:cNvSpPr txBox="1"/>
            <p:nvPr/>
          </p:nvSpPr>
          <p:spPr>
            <a:xfrm>
              <a:off x="1213353" y="2216957"/>
              <a:ext cx="397866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5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57C0D40-510E-0C81-A911-123FEFB32BEA}"/>
              </a:ext>
            </a:extLst>
          </p:cNvPr>
          <p:cNvGrpSpPr/>
          <p:nvPr/>
        </p:nvGrpSpPr>
        <p:grpSpPr>
          <a:xfrm>
            <a:off x="4200325" y="2120742"/>
            <a:ext cx="1810512" cy="1760135"/>
            <a:chOff x="4200325" y="2120742"/>
            <a:chExt cx="1810512" cy="1760135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4DD9B56-27F2-6B20-8987-2DA5FA854D9E}"/>
                </a:ext>
              </a:extLst>
            </p:cNvPr>
            <p:cNvSpPr/>
            <p:nvPr/>
          </p:nvSpPr>
          <p:spPr>
            <a:xfrm>
              <a:off x="4200325" y="2120742"/>
              <a:ext cx="1810512" cy="1700784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tx1"/>
                </a:solidFill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F38C5E0E-E2A7-7532-17B3-E558B9764ED0}"/>
                </a:ext>
              </a:extLst>
            </p:cNvPr>
            <p:cNvSpPr/>
            <p:nvPr/>
          </p:nvSpPr>
          <p:spPr>
            <a:xfrm rot="10800000">
              <a:off x="4660914" y="2971133"/>
              <a:ext cx="891076" cy="82933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3FCDCA9-8064-582F-E90E-945E068A688A}"/>
                </a:ext>
              </a:extLst>
            </p:cNvPr>
            <p:cNvSpPr txBox="1"/>
            <p:nvPr/>
          </p:nvSpPr>
          <p:spPr>
            <a:xfrm>
              <a:off x="4867681" y="2179712"/>
              <a:ext cx="478016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17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023D9E9-7D8D-1C95-192F-A46BCF6C40C8}"/>
                </a:ext>
              </a:extLst>
            </p:cNvPr>
            <p:cNvSpPr txBox="1"/>
            <p:nvPr/>
          </p:nvSpPr>
          <p:spPr>
            <a:xfrm>
              <a:off x="5376798" y="3131441"/>
              <a:ext cx="380880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>
                  <a:latin typeface="IRANYekanXFaNum" pitchFamily="2" charset="-78"/>
                  <a:cs typeface="IRANYekanXFaNum" pitchFamily="2" charset="-78"/>
                </a:rPr>
                <a:t>11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820D5D-0694-8D43-88CD-E368DD765097}"/>
                </a:ext>
              </a:extLst>
            </p:cNvPr>
            <p:cNvSpPr txBox="1"/>
            <p:nvPr/>
          </p:nvSpPr>
          <p:spPr>
            <a:xfrm>
              <a:off x="4845187" y="2833631"/>
              <a:ext cx="537327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116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03E20F-57DC-472D-7B8F-428791FB6DC4}"/>
                </a:ext>
              </a:extLst>
            </p:cNvPr>
            <p:cNvSpPr txBox="1"/>
            <p:nvPr/>
          </p:nvSpPr>
          <p:spPr>
            <a:xfrm>
              <a:off x="4447860" y="3131441"/>
              <a:ext cx="336952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9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8408F8F-A50C-5D6B-A29E-1120752EC9B6}"/>
              </a:ext>
            </a:extLst>
          </p:cNvPr>
          <p:cNvSpPr txBox="1"/>
          <p:nvPr/>
        </p:nvSpPr>
        <p:spPr>
          <a:xfrm>
            <a:off x="8571922" y="2769573"/>
            <a:ext cx="356188" cy="749436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800" dirty="0">
                <a:latin typeface="IRANYekanXFaNum" pitchFamily="2" charset="-78"/>
                <a:cs typeface="IRANYekanXFaNum" pitchFamily="2" charset="-78"/>
              </a:rPr>
              <a:t>؟</a:t>
            </a:r>
            <a:endParaRPr lang="ar-DZ" sz="28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4DAB2F5-DD46-314C-34FA-203ACF1F5476}"/>
              </a:ext>
            </a:extLst>
          </p:cNvPr>
          <p:cNvGrpSpPr/>
          <p:nvPr/>
        </p:nvGrpSpPr>
        <p:grpSpPr>
          <a:xfrm>
            <a:off x="7874775" y="2099323"/>
            <a:ext cx="1808541" cy="1761729"/>
            <a:chOff x="7874775" y="2099323"/>
            <a:chExt cx="1808541" cy="1761729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CFB49A69-AE69-5A97-687E-514C48EED487}"/>
                </a:ext>
              </a:extLst>
            </p:cNvPr>
            <p:cNvSpPr/>
            <p:nvPr/>
          </p:nvSpPr>
          <p:spPr>
            <a:xfrm>
              <a:off x="7874775" y="2099323"/>
              <a:ext cx="1808541" cy="1703468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>
                <a:solidFill>
                  <a:schemeClr val="tx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937730E-F3BD-14EA-79DB-83916AB52260}"/>
                </a:ext>
              </a:extLst>
            </p:cNvPr>
            <p:cNvSpPr txBox="1"/>
            <p:nvPr/>
          </p:nvSpPr>
          <p:spPr>
            <a:xfrm>
              <a:off x="8548628" y="2219442"/>
              <a:ext cx="442750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10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53FE5570-9B42-D41A-0206-471A62986EF6}"/>
                </a:ext>
              </a:extLst>
            </p:cNvPr>
            <p:cNvSpPr/>
            <p:nvPr/>
          </p:nvSpPr>
          <p:spPr>
            <a:xfrm rot="10800000">
              <a:off x="8331098" y="2955595"/>
              <a:ext cx="890957" cy="83064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F6DE5B-686A-1E8B-41D3-8CF092C41E4F}"/>
                </a:ext>
              </a:extLst>
            </p:cNvPr>
            <p:cNvSpPr txBox="1"/>
            <p:nvPr/>
          </p:nvSpPr>
          <p:spPr>
            <a:xfrm>
              <a:off x="9026472" y="3111616"/>
              <a:ext cx="336952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9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52E9EE8-B2BE-9679-00CF-C0FB1DF6C828}"/>
                </a:ext>
              </a:extLst>
            </p:cNvPr>
            <p:cNvSpPr txBox="1"/>
            <p:nvPr/>
          </p:nvSpPr>
          <p:spPr>
            <a:xfrm>
              <a:off x="8129977" y="3111616"/>
              <a:ext cx="393057" cy="749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1">
              <a:spAutoFit/>
            </a:bodyPr>
            <a:lstStyle/>
            <a:p>
              <a:pPr algn="ctr">
                <a:lnSpc>
                  <a:spcPct val="170000"/>
                </a:lnSpc>
              </a:pPr>
              <a:r>
                <a:rPr lang="fa-IR" sz="2800" dirty="0">
                  <a:latin typeface="IRANYekanXFaNum" pitchFamily="2" charset="-78"/>
                  <a:cs typeface="IRANYekanXFaNum" pitchFamily="2" charset="-78"/>
                </a:rPr>
                <a:t>8</a:t>
              </a:r>
              <a:endParaRPr lang="ar-DZ" sz="28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3D6A1853-C740-D1AA-146B-CECA69753DA4}"/>
              </a:ext>
            </a:extLst>
          </p:cNvPr>
          <p:cNvSpPr txBox="1"/>
          <p:nvPr/>
        </p:nvSpPr>
        <p:spPr>
          <a:xfrm>
            <a:off x="8442079" y="2675701"/>
            <a:ext cx="615874" cy="843308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32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82</a:t>
            </a:r>
            <a:endParaRPr lang="ar-DZ" sz="32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F06364-EADB-D6ED-521E-D7896CFAC7E9}"/>
              </a:ext>
            </a:extLst>
          </p:cNvPr>
          <p:cNvGrpSpPr/>
          <p:nvPr/>
        </p:nvGrpSpPr>
        <p:grpSpPr>
          <a:xfrm>
            <a:off x="869750" y="3085396"/>
            <a:ext cx="1080000" cy="1745820"/>
            <a:chOff x="395392" y="3408971"/>
            <a:chExt cx="1080000" cy="174582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39CF5B7-70AC-4704-C7FC-2B5A341EEDAB}"/>
                </a:ext>
              </a:extLst>
            </p:cNvPr>
            <p:cNvSpPr txBox="1"/>
            <p:nvPr/>
          </p:nvSpPr>
          <p:spPr>
            <a:xfrm>
              <a:off x="749470" y="4631571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×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0DCBA4F-A382-4AFD-594B-47F1D82A0461}"/>
                </a:ext>
              </a:extLst>
            </p:cNvPr>
            <p:cNvSpPr/>
            <p:nvPr/>
          </p:nvSpPr>
          <p:spPr>
            <a:xfrm rot="262284">
              <a:off x="395392" y="3408971"/>
              <a:ext cx="1080000" cy="1260000"/>
            </a:xfrm>
            <a:prstGeom prst="arc">
              <a:avLst>
                <a:gd name="adj1" fmla="val 1073493"/>
                <a:gd name="adj2" fmla="val 9539694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07C6A-F54C-B6AB-9C4B-0B1335064895}"/>
              </a:ext>
            </a:extLst>
          </p:cNvPr>
          <p:cNvGrpSpPr/>
          <p:nvPr/>
        </p:nvGrpSpPr>
        <p:grpSpPr>
          <a:xfrm>
            <a:off x="46413" y="2405450"/>
            <a:ext cx="1611630" cy="1174563"/>
            <a:chOff x="46413" y="2405450"/>
            <a:chExt cx="1611630" cy="11745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90B6B0-08CE-19D8-E38B-14C9DE550A88}"/>
                </a:ext>
              </a:extLst>
            </p:cNvPr>
            <p:cNvSpPr txBox="1"/>
            <p:nvPr/>
          </p:nvSpPr>
          <p:spPr>
            <a:xfrm>
              <a:off x="46413" y="2405450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+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AAA7018-29B8-60AA-142A-DEB45953A30A}"/>
                </a:ext>
              </a:extLst>
            </p:cNvPr>
            <p:cNvSpPr/>
            <p:nvPr/>
          </p:nvSpPr>
          <p:spPr>
            <a:xfrm rot="7185851">
              <a:off x="488043" y="2410013"/>
              <a:ext cx="1080000" cy="1260000"/>
            </a:xfrm>
            <a:prstGeom prst="arc">
              <a:avLst>
                <a:gd name="adj1" fmla="val 1073493"/>
                <a:gd name="adj2" fmla="val 9733467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D8B9010-AEAA-211F-3D6A-0F01608F8F97}"/>
              </a:ext>
            </a:extLst>
          </p:cNvPr>
          <p:cNvGrpSpPr/>
          <p:nvPr/>
        </p:nvGrpSpPr>
        <p:grpSpPr>
          <a:xfrm>
            <a:off x="1125966" y="2209333"/>
            <a:ext cx="1668523" cy="871071"/>
            <a:chOff x="1125966" y="2209333"/>
            <a:chExt cx="1668523" cy="87107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C1E61CE-7188-A7B8-38EE-B934D029651E}"/>
                </a:ext>
              </a:extLst>
            </p:cNvPr>
            <p:cNvSpPr txBox="1"/>
            <p:nvPr/>
          </p:nvSpPr>
          <p:spPr>
            <a:xfrm>
              <a:off x="2336149" y="2209333"/>
              <a:ext cx="458340" cy="584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>
              <a:defPPr>
                <a:defRPr lang="en-US"/>
              </a:defPPr>
              <a:lvl1pPr>
                <a:defRPr sz="2800"/>
              </a:lvl1pPr>
            </a:lstStyle>
            <a:p>
              <a:r>
                <a:rPr lang="fa-IR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endParaRPr lang="ar-DZ" sz="32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E5B9AEB2-B5FC-8EFC-47DC-2E8D16B35ED8}"/>
                </a:ext>
              </a:extLst>
            </p:cNvPr>
            <p:cNvSpPr/>
            <p:nvPr/>
          </p:nvSpPr>
          <p:spPr>
            <a:xfrm rot="14841762">
              <a:off x="1450562" y="2145000"/>
              <a:ext cx="610808" cy="1260000"/>
            </a:xfrm>
            <a:prstGeom prst="arc">
              <a:avLst>
                <a:gd name="adj1" fmla="val 1073493"/>
                <a:gd name="adj2" fmla="val 13352262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5AEF807-B45A-1670-DDD8-7A23E478AB83}"/>
              </a:ext>
            </a:extLst>
          </p:cNvPr>
          <p:cNvGrpSpPr/>
          <p:nvPr/>
        </p:nvGrpSpPr>
        <p:grpSpPr>
          <a:xfrm>
            <a:off x="4594318" y="3086120"/>
            <a:ext cx="1080000" cy="1745820"/>
            <a:chOff x="395392" y="3408971"/>
            <a:chExt cx="1080000" cy="174582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E9B074A-7549-75BA-AC14-49FD2B33CC7D}"/>
                </a:ext>
              </a:extLst>
            </p:cNvPr>
            <p:cNvSpPr txBox="1"/>
            <p:nvPr/>
          </p:nvSpPr>
          <p:spPr>
            <a:xfrm>
              <a:off x="749470" y="4631571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×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BD810089-DA00-0D16-EB84-ECE1BAC32626}"/>
                </a:ext>
              </a:extLst>
            </p:cNvPr>
            <p:cNvSpPr/>
            <p:nvPr/>
          </p:nvSpPr>
          <p:spPr>
            <a:xfrm rot="262284">
              <a:off x="395392" y="3408971"/>
              <a:ext cx="1080000" cy="1260000"/>
            </a:xfrm>
            <a:prstGeom prst="arc">
              <a:avLst>
                <a:gd name="adj1" fmla="val 1073493"/>
                <a:gd name="adj2" fmla="val 9539694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237CA6C-7AE1-212B-93A2-98A155831880}"/>
              </a:ext>
            </a:extLst>
          </p:cNvPr>
          <p:cNvGrpSpPr/>
          <p:nvPr/>
        </p:nvGrpSpPr>
        <p:grpSpPr>
          <a:xfrm>
            <a:off x="3770981" y="2406174"/>
            <a:ext cx="1611630" cy="1174563"/>
            <a:chOff x="46413" y="2405450"/>
            <a:chExt cx="1611630" cy="1174563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ED10E4-ADF1-F46A-0B02-AEE8A7AE7714}"/>
                </a:ext>
              </a:extLst>
            </p:cNvPr>
            <p:cNvSpPr txBox="1"/>
            <p:nvPr/>
          </p:nvSpPr>
          <p:spPr>
            <a:xfrm>
              <a:off x="46413" y="2405450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+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EB17BE64-C71B-9034-0324-CD43F17B4AF2}"/>
                </a:ext>
              </a:extLst>
            </p:cNvPr>
            <p:cNvSpPr/>
            <p:nvPr/>
          </p:nvSpPr>
          <p:spPr>
            <a:xfrm rot="7185851">
              <a:off x="488043" y="2410013"/>
              <a:ext cx="1080000" cy="1260000"/>
            </a:xfrm>
            <a:prstGeom prst="arc">
              <a:avLst>
                <a:gd name="adj1" fmla="val 1073493"/>
                <a:gd name="adj2" fmla="val 9733467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BAF4A5B-473D-9B23-0515-64B6FABF9F3E}"/>
              </a:ext>
            </a:extLst>
          </p:cNvPr>
          <p:cNvGrpSpPr/>
          <p:nvPr/>
        </p:nvGrpSpPr>
        <p:grpSpPr>
          <a:xfrm>
            <a:off x="4850534" y="2210057"/>
            <a:ext cx="1668523" cy="871071"/>
            <a:chOff x="1125966" y="2209333"/>
            <a:chExt cx="1668523" cy="87107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641A999-BF75-2678-5B0E-3DC71A974E5F}"/>
                </a:ext>
              </a:extLst>
            </p:cNvPr>
            <p:cNvSpPr txBox="1"/>
            <p:nvPr/>
          </p:nvSpPr>
          <p:spPr>
            <a:xfrm>
              <a:off x="2336149" y="2209333"/>
              <a:ext cx="458340" cy="584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>
              <a:defPPr>
                <a:defRPr lang="en-US"/>
              </a:defPPr>
              <a:lvl1pPr>
                <a:defRPr sz="2800"/>
              </a:lvl1pPr>
            </a:lstStyle>
            <a:p>
              <a:r>
                <a:rPr lang="fa-IR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endParaRPr lang="ar-DZ" sz="32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667AE66A-9375-F4DF-6F77-5BC98093F339}"/>
                </a:ext>
              </a:extLst>
            </p:cNvPr>
            <p:cNvSpPr/>
            <p:nvPr/>
          </p:nvSpPr>
          <p:spPr>
            <a:xfrm rot="14841762">
              <a:off x="1450562" y="2145000"/>
              <a:ext cx="610808" cy="1260000"/>
            </a:xfrm>
            <a:prstGeom prst="arc">
              <a:avLst>
                <a:gd name="adj1" fmla="val 1073493"/>
                <a:gd name="adj2" fmla="val 13352262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10623B6-2DD6-719D-F1F0-9C133DFCA3CF}"/>
              </a:ext>
            </a:extLst>
          </p:cNvPr>
          <p:cNvGrpSpPr/>
          <p:nvPr/>
        </p:nvGrpSpPr>
        <p:grpSpPr>
          <a:xfrm>
            <a:off x="8243694" y="3102373"/>
            <a:ext cx="1080000" cy="1745820"/>
            <a:chOff x="395392" y="3408971"/>
            <a:chExt cx="1080000" cy="174582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7969056-2FB8-2FEB-6162-06BAD6650F0E}"/>
                </a:ext>
              </a:extLst>
            </p:cNvPr>
            <p:cNvSpPr txBox="1"/>
            <p:nvPr/>
          </p:nvSpPr>
          <p:spPr>
            <a:xfrm>
              <a:off x="749470" y="4631571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×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C27F93E5-E07B-D188-AF27-3394C248B544}"/>
                </a:ext>
              </a:extLst>
            </p:cNvPr>
            <p:cNvSpPr/>
            <p:nvPr/>
          </p:nvSpPr>
          <p:spPr>
            <a:xfrm rot="262284">
              <a:off x="395392" y="3408971"/>
              <a:ext cx="1080000" cy="1260000"/>
            </a:xfrm>
            <a:prstGeom prst="arc">
              <a:avLst>
                <a:gd name="adj1" fmla="val 1073493"/>
                <a:gd name="adj2" fmla="val 9539694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1E6E6CF-4642-C4E6-F571-AC5FD3EFB6BD}"/>
              </a:ext>
            </a:extLst>
          </p:cNvPr>
          <p:cNvGrpSpPr/>
          <p:nvPr/>
        </p:nvGrpSpPr>
        <p:grpSpPr>
          <a:xfrm>
            <a:off x="7420357" y="2422427"/>
            <a:ext cx="1611630" cy="1174563"/>
            <a:chOff x="46413" y="2405450"/>
            <a:chExt cx="1611630" cy="1174563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2498855-6E0B-BC60-4D68-32982D68C2CB}"/>
                </a:ext>
              </a:extLst>
            </p:cNvPr>
            <p:cNvSpPr txBox="1"/>
            <p:nvPr/>
          </p:nvSpPr>
          <p:spPr>
            <a:xfrm>
              <a:off x="46413" y="2405450"/>
              <a:ext cx="408520" cy="5232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+</a:t>
              </a:r>
              <a:endParaRPr lang="ar-DZ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84FB7A99-3D3E-9004-65DD-1DC8FD42E2CD}"/>
                </a:ext>
              </a:extLst>
            </p:cNvPr>
            <p:cNvSpPr/>
            <p:nvPr/>
          </p:nvSpPr>
          <p:spPr>
            <a:xfrm rot="7185851">
              <a:off x="488043" y="2410013"/>
              <a:ext cx="1080000" cy="1260000"/>
            </a:xfrm>
            <a:prstGeom prst="arc">
              <a:avLst>
                <a:gd name="adj1" fmla="val 1073493"/>
                <a:gd name="adj2" fmla="val 9733467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E4EFD00-316B-FA77-56B9-055F119A4BFF}"/>
              </a:ext>
            </a:extLst>
          </p:cNvPr>
          <p:cNvGrpSpPr/>
          <p:nvPr/>
        </p:nvGrpSpPr>
        <p:grpSpPr>
          <a:xfrm>
            <a:off x="8499910" y="2226310"/>
            <a:ext cx="1668523" cy="871071"/>
            <a:chOff x="1125966" y="2209333"/>
            <a:chExt cx="1668523" cy="871071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FAB7EBB-D2A9-7329-7EC0-B8AF87D9CC3A}"/>
                </a:ext>
              </a:extLst>
            </p:cNvPr>
            <p:cNvSpPr txBox="1"/>
            <p:nvPr/>
          </p:nvSpPr>
          <p:spPr>
            <a:xfrm>
              <a:off x="2336149" y="2209333"/>
              <a:ext cx="458340" cy="58477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1">
              <a:spAutoFit/>
            </a:bodyPr>
            <a:lstStyle>
              <a:defPPr>
                <a:defRPr lang="en-US"/>
              </a:defPPr>
              <a:lvl1pPr>
                <a:defRPr sz="2800"/>
              </a:lvl1pPr>
            </a:lstStyle>
            <a:p>
              <a:r>
                <a:rPr lang="fa-IR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endParaRPr lang="ar-DZ" sz="32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1" name="Arc 140">
              <a:extLst>
                <a:ext uri="{FF2B5EF4-FFF2-40B4-BE49-F238E27FC236}">
                  <a16:creationId xmlns:a16="http://schemas.microsoft.com/office/drawing/2014/main" id="{39AF5E43-2841-0F2D-9A3E-41D7E59121FC}"/>
                </a:ext>
              </a:extLst>
            </p:cNvPr>
            <p:cNvSpPr/>
            <p:nvPr/>
          </p:nvSpPr>
          <p:spPr>
            <a:xfrm rot="14841762">
              <a:off x="1450562" y="2145000"/>
              <a:ext cx="610808" cy="1260000"/>
            </a:xfrm>
            <a:prstGeom prst="arc">
              <a:avLst>
                <a:gd name="adj1" fmla="val 1073493"/>
                <a:gd name="adj2" fmla="val 13352262"/>
              </a:avLst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A1467C5-C294-C91F-3BCF-062D8CBC853A}"/>
              </a:ext>
            </a:extLst>
          </p:cNvPr>
          <p:cNvCxnSpPr>
            <a:cxnSpLocks/>
          </p:cNvCxnSpPr>
          <p:nvPr/>
        </p:nvCxnSpPr>
        <p:spPr>
          <a:xfrm>
            <a:off x="2943654" y="4848193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866A9CD1-9395-FD4C-5F60-B18013ABE86C}"/>
              </a:ext>
            </a:extLst>
          </p:cNvPr>
          <p:cNvSpPr txBox="1"/>
          <p:nvPr/>
        </p:nvSpPr>
        <p:spPr>
          <a:xfrm>
            <a:off x="4118013" y="4485697"/>
            <a:ext cx="535724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99B194A-031A-B76A-3B34-91D9511D4B79}"/>
              </a:ext>
            </a:extLst>
          </p:cNvPr>
          <p:cNvCxnSpPr>
            <a:cxnSpLocks/>
          </p:cNvCxnSpPr>
          <p:nvPr/>
        </p:nvCxnSpPr>
        <p:spPr>
          <a:xfrm>
            <a:off x="2939719" y="5829346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2F3A82C-32D7-9868-70E8-CFD8E627B8E8}"/>
              </a:ext>
            </a:extLst>
          </p:cNvPr>
          <p:cNvSpPr txBox="1"/>
          <p:nvPr/>
        </p:nvSpPr>
        <p:spPr>
          <a:xfrm>
            <a:off x="4142932" y="5466850"/>
            <a:ext cx="478016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5FCCC55-D095-624E-6849-97AC5D09F107}"/>
              </a:ext>
            </a:extLst>
          </p:cNvPr>
          <p:cNvCxnSpPr>
            <a:cxnSpLocks/>
          </p:cNvCxnSpPr>
          <p:nvPr/>
        </p:nvCxnSpPr>
        <p:spPr>
          <a:xfrm>
            <a:off x="6295659" y="4732840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DEA18F22-3863-CD0A-229D-FF474B796B56}"/>
              </a:ext>
            </a:extLst>
          </p:cNvPr>
          <p:cNvSpPr txBox="1"/>
          <p:nvPr/>
        </p:nvSpPr>
        <p:spPr>
          <a:xfrm>
            <a:off x="7475629" y="4370344"/>
            <a:ext cx="524503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56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BA4F82C-1E51-0746-FC2F-C4B43C69D195}"/>
              </a:ext>
            </a:extLst>
          </p:cNvPr>
          <p:cNvCxnSpPr>
            <a:cxnSpLocks/>
          </p:cNvCxnSpPr>
          <p:nvPr/>
        </p:nvCxnSpPr>
        <p:spPr>
          <a:xfrm>
            <a:off x="6291724" y="5713993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61073878-15D2-409B-62EE-C86CF923671E}"/>
              </a:ext>
            </a:extLst>
          </p:cNvPr>
          <p:cNvSpPr txBox="1"/>
          <p:nvPr/>
        </p:nvSpPr>
        <p:spPr>
          <a:xfrm>
            <a:off x="7462076" y="5351497"/>
            <a:ext cx="543739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36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E92109D-A7E5-48EF-8C35-E27AE4FA3960}"/>
              </a:ext>
            </a:extLst>
          </p:cNvPr>
          <p:cNvCxnSpPr>
            <a:cxnSpLocks/>
          </p:cNvCxnSpPr>
          <p:nvPr/>
        </p:nvCxnSpPr>
        <p:spPr>
          <a:xfrm>
            <a:off x="10062918" y="4732840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4009E8EA-BA9A-B53C-2EEC-ED5DCE9761E8}"/>
              </a:ext>
            </a:extLst>
          </p:cNvPr>
          <p:cNvSpPr txBox="1"/>
          <p:nvPr/>
        </p:nvSpPr>
        <p:spPr>
          <a:xfrm>
            <a:off x="11249300" y="4370344"/>
            <a:ext cx="511679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25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A2E5276-580F-A938-DE2A-D45034FDF075}"/>
              </a:ext>
            </a:extLst>
          </p:cNvPr>
          <p:cNvCxnSpPr>
            <a:cxnSpLocks/>
          </p:cNvCxnSpPr>
          <p:nvPr/>
        </p:nvCxnSpPr>
        <p:spPr>
          <a:xfrm>
            <a:off x="10058983" y="5713993"/>
            <a:ext cx="534056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031D7E6E-326D-C7C3-6EFE-FDE88B082561}"/>
              </a:ext>
            </a:extLst>
          </p:cNvPr>
          <p:cNvSpPr txBox="1"/>
          <p:nvPr/>
        </p:nvSpPr>
        <p:spPr>
          <a:xfrm>
            <a:off x="11293455" y="5351497"/>
            <a:ext cx="415498" cy="655564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b="1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16</a:t>
            </a:r>
            <a:endParaRPr lang="ar-DZ" sz="2400" b="1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1B53B41-DF15-9B30-12E3-27D6F3CA0A55}"/>
              </a:ext>
            </a:extLst>
          </p:cNvPr>
          <p:cNvSpPr txBox="1"/>
          <p:nvPr/>
        </p:nvSpPr>
        <p:spPr>
          <a:xfrm>
            <a:off x="10102918" y="4635533"/>
            <a:ext cx="380233" cy="937180"/>
          </a:xfrm>
          <a:prstGeom prst="rect">
            <a:avLst/>
          </a:prstGeom>
          <a:noFill/>
          <a:ln w="38100">
            <a:noFill/>
          </a:ln>
        </p:spPr>
        <p:txBody>
          <a:bodyPr wrap="none" rtlCol="1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3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9</a:t>
            </a:r>
            <a:endParaRPr lang="ar-DZ" sz="3600" b="1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2122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75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1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1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1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1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1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1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1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1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9" fill="hold">
                          <p:stCondLst>
                            <p:cond delay="indefinite"/>
                          </p:stCondLst>
                          <p:childTnLst>
                            <p:par>
                              <p:cTn id="1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1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2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500"/>
                                            <p:tgtEl>
                                              <p:spTgt spid="1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36" grpId="0"/>
          <p:bldP spid="136" grpId="1"/>
          <p:bldP spid="56" grpId="0"/>
          <p:bldP spid="56" grpId="1"/>
          <p:bldP spid="84" grpId="0"/>
          <p:bldP spid="159" grpId="0"/>
          <p:bldP spid="161" grpId="0"/>
          <p:bldP spid="163" grpId="0"/>
          <p:bldP spid="165" grpId="0"/>
          <p:bldP spid="167" grpId="0"/>
          <p:bldP spid="169" grpId="0"/>
          <p:bldP spid="170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75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1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1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1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1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1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1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1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1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9" fill="hold">
                          <p:stCondLst>
                            <p:cond delay="indefinite"/>
                          </p:stCondLst>
                          <p:childTnLst>
                            <p:par>
                              <p:cTn id="1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1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2" dur="5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500"/>
                                            <p:tgtEl>
                                              <p:spTgt spid="1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36" grpId="0"/>
          <p:bldP spid="136" grpId="1"/>
          <p:bldP spid="56" grpId="0"/>
          <p:bldP spid="56" grpId="1"/>
          <p:bldP spid="84" grpId="0"/>
          <p:bldP spid="159" grpId="0"/>
          <p:bldP spid="161" grpId="0"/>
          <p:bldP spid="163" grpId="0"/>
          <p:bldP spid="165" grpId="0"/>
          <p:bldP spid="167" grpId="0"/>
          <p:bldP spid="169" grpId="0"/>
          <p:bldP spid="170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2C0F-22D5-E3F1-02AF-BE082807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AD7832-0D23-BCC5-C998-2B317EC98CD9}"/>
              </a:ext>
            </a:extLst>
          </p:cNvPr>
          <p:cNvSpPr/>
          <p:nvPr/>
        </p:nvSpPr>
        <p:spPr>
          <a:xfrm>
            <a:off x="930923" y="723811"/>
            <a:ext cx="7916896" cy="9453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91CC3C-E90C-38D2-DD18-5B6793BBA84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445184F6-C9C2-B708-D3B1-2721E17625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126FF60-3DEE-6CDB-EF2B-73A27647A30B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FCF95B1-57C4-99F6-8347-545CD7870B26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AEF904-AA0A-7083-1388-5B3583C09F45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56ADD6B-43D6-0A70-CD10-C0E1922019E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9B6E79-7C3B-F916-50FD-2822E516AD79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85B169C-9915-D9CB-DE9C-395DBB801A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C41AF931-65BA-F662-90A6-0ADD94B8B2F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44FAAF58-D12E-12A7-25B7-28E5CA1DF1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D9C34DDB-F6B9-0A88-6DCD-0DF092C0FC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6DB9230-FBF4-C1A4-8D5C-92D14BA5144B}"/>
              </a:ext>
            </a:extLst>
          </p:cNvPr>
          <p:cNvSpPr/>
          <p:nvPr/>
        </p:nvSpPr>
        <p:spPr>
          <a:xfrm>
            <a:off x="155241" y="843026"/>
            <a:ext cx="76610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مجموع زاویه های داخلی یک 102 ضلعی را بدست آورید.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1275316-DE14-17C1-2582-C95692063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C37D470-FBD9-1A2C-6656-E0132FB151BB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A0E92D4-2A02-6049-1CE0-F421E880FA32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B402673C-C356-7037-0C40-C983BDA2150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AAFCCFE-C341-DE91-3AD2-6098B54813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4C387A50-2B6D-5086-06EC-FDC3B9F179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3A31C9F8-870C-8D75-377A-3F2A12ABF9B2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207B5973-4615-2E54-A298-0B01E2768F0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329D239-DD91-F379-EF5E-1ADEE7A4102A}"/>
              </a:ext>
            </a:extLst>
          </p:cNvPr>
          <p:cNvSpPr/>
          <p:nvPr/>
        </p:nvSpPr>
        <p:spPr>
          <a:xfrm>
            <a:off x="531327" y="1946777"/>
            <a:ext cx="1810512" cy="1700784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74CD8-2A9F-1CFF-5919-A5B027BE1C77}"/>
              </a:ext>
            </a:extLst>
          </p:cNvPr>
          <p:cNvSpPr txBox="1"/>
          <p:nvPr/>
        </p:nvSpPr>
        <p:spPr>
          <a:xfrm>
            <a:off x="1309893" y="2732684"/>
            <a:ext cx="2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3C0289-FA8E-003C-541A-06DCAEDFBE8E}"/>
              </a:ext>
            </a:extLst>
          </p:cNvPr>
          <p:cNvSpPr/>
          <p:nvPr/>
        </p:nvSpPr>
        <p:spPr>
          <a:xfrm>
            <a:off x="3775587" y="1946777"/>
            <a:ext cx="1700784" cy="1700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>
              <a:solidFill>
                <a:srgbClr val="00206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E9EA6C-F4BA-5E5C-426E-A993488EB7D8}"/>
              </a:ext>
            </a:extLst>
          </p:cNvPr>
          <p:cNvCxnSpPr>
            <a:cxnSpLocks/>
          </p:cNvCxnSpPr>
          <p:nvPr/>
        </p:nvCxnSpPr>
        <p:spPr>
          <a:xfrm flipH="1">
            <a:off x="3775587" y="1946777"/>
            <a:ext cx="1700784" cy="170078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7F80974-E817-E87E-89A0-33214A050AA6}"/>
              </a:ext>
            </a:extLst>
          </p:cNvPr>
          <p:cNvSpPr txBox="1"/>
          <p:nvPr/>
        </p:nvSpPr>
        <p:spPr>
          <a:xfrm>
            <a:off x="4080385" y="2204997"/>
            <a:ext cx="2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1FD570-6A84-2AB1-F25A-29FA0F6F56BE}"/>
              </a:ext>
            </a:extLst>
          </p:cNvPr>
          <p:cNvSpPr txBox="1"/>
          <p:nvPr/>
        </p:nvSpPr>
        <p:spPr>
          <a:xfrm>
            <a:off x="4860378" y="2899166"/>
            <a:ext cx="2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Pentagon 51">
            <a:extLst>
              <a:ext uri="{FF2B5EF4-FFF2-40B4-BE49-F238E27FC236}">
                <a16:creationId xmlns:a16="http://schemas.microsoft.com/office/drawing/2014/main" id="{5CD0DCEA-95DB-4D3E-5231-A1DD7CDDA4A4}"/>
              </a:ext>
            </a:extLst>
          </p:cNvPr>
          <p:cNvSpPr/>
          <p:nvPr/>
        </p:nvSpPr>
        <p:spPr>
          <a:xfrm>
            <a:off x="6841490" y="1957437"/>
            <a:ext cx="1895674" cy="1649615"/>
          </a:xfrm>
          <a:prstGeom prst="pentag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>
              <a:solidFill>
                <a:srgbClr val="002060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1E1BA1-644C-5827-26F6-9B62539A5A62}"/>
              </a:ext>
            </a:extLst>
          </p:cNvPr>
          <p:cNvCxnSpPr>
            <a:cxnSpLocks/>
            <a:endCxn id="52" idx="2"/>
          </p:cNvCxnSpPr>
          <p:nvPr/>
        </p:nvCxnSpPr>
        <p:spPr>
          <a:xfrm flipH="1">
            <a:off x="7203533" y="1957433"/>
            <a:ext cx="585794" cy="164961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A7923B6-3582-47F1-CCE1-B7BDD74E2A46}"/>
              </a:ext>
            </a:extLst>
          </p:cNvPr>
          <p:cNvCxnSpPr>
            <a:cxnSpLocks/>
            <a:stCxn id="52" idx="0"/>
            <a:endCxn id="52" idx="4"/>
          </p:cNvCxnSpPr>
          <p:nvPr/>
        </p:nvCxnSpPr>
        <p:spPr>
          <a:xfrm>
            <a:off x="7789327" y="1957437"/>
            <a:ext cx="585794" cy="164961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5F2F4AC-E5C7-D17B-9638-A7F2FB576211}"/>
              </a:ext>
            </a:extLst>
          </p:cNvPr>
          <p:cNvSpPr txBox="1"/>
          <p:nvPr/>
        </p:nvSpPr>
        <p:spPr>
          <a:xfrm>
            <a:off x="7064768" y="2378741"/>
            <a:ext cx="2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EBEF73-527E-98B3-4445-617F3181414F}"/>
              </a:ext>
            </a:extLst>
          </p:cNvPr>
          <p:cNvSpPr txBox="1"/>
          <p:nvPr/>
        </p:nvSpPr>
        <p:spPr>
          <a:xfrm>
            <a:off x="8146481" y="2378741"/>
            <a:ext cx="47177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9E1176-50E4-285F-9460-292E00FB3B7B}"/>
              </a:ext>
            </a:extLst>
          </p:cNvPr>
          <p:cNvSpPr txBox="1"/>
          <p:nvPr/>
        </p:nvSpPr>
        <p:spPr>
          <a:xfrm>
            <a:off x="7608214" y="2782240"/>
            <a:ext cx="2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5FAD67-3395-73EC-16AE-CC6D904CA2A8}"/>
              </a:ext>
            </a:extLst>
          </p:cNvPr>
          <p:cNvSpPr txBox="1"/>
          <p:nvPr/>
        </p:nvSpPr>
        <p:spPr>
          <a:xfrm>
            <a:off x="930923" y="3808726"/>
            <a:ext cx="103586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r>
              <a:rPr lang="fa-IR" dirty="0">
                <a:solidFill>
                  <a:srgbClr val="6699FF"/>
                </a:solidFill>
              </a:rPr>
              <a:t> </a:t>
            </a: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ضلعی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AC009E-1956-D2AF-A587-FBA795E1FDE2}"/>
              </a:ext>
            </a:extLst>
          </p:cNvPr>
          <p:cNvSpPr txBox="1"/>
          <p:nvPr/>
        </p:nvSpPr>
        <p:spPr>
          <a:xfrm>
            <a:off x="4097791" y="3773109"/>
            <a:ext cx="101822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r>
              <a:rPr lang="fa-IR" dirty="0">
                <a:solidFill>
                  <a:srgbClr val="6699FF"/>
                </a:solidFill>
              </a:rPr>
              <a:t> </a:t>
            </a: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ضلعی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1F87ED-1F1F-E14D-67D0-4D48917DEBD4}"/>
              </a:ext>
            </a:extLst>
          </p:cNvPr>
          <p:cNvSpPr txBox="1"/>
          <p:nvPr/>
        </p:nvSpPr>
        <p:spPr>
          <a:xfrm>
            <a:off x="7279411" y="3771108"/>
            <a:ext cx="101983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r>
              <a:rPr lang="fa-IR" dirty="0">
                <a:solidFill>
                  <a:srgbClr val="6699FF"/>
                </a:solidFill>
              </a:rPr>
              <a:t> </a:t>
            </a: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ضلعی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A647C00-EE01-8E83-A924-86342FF5AAC5}"/>
                  </a:ext>
                </a:extLst>
              </p:cNvPr>
              <p:cNvSpPr txBox="1"/>
              <p:nvPr/>
            </p:nvSpPr>
            <p:spPr>
              <a:xfrm>
                <a:off x="165168" y="5066299"/>
                <a:ext cx="3320140" cy="43768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مثلث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 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تعداد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ضلع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 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تعداد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fa-IR" sz="20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</m:oMath>
                  </m:oMathPara>
                </a14:m>
                <a:endParaRPr lang="ar-DZ" sz="20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A647C00-EE01-8E83-A924-86342FF5A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68" y="5066299"/>
                <a:ext cx="3320140" cy="437684"/>
              </a:xfrm>
              <a:prstGeom prst="rect">
                <a:avLst/>
              </a:prstGeom>
              <a:blipFill>
                <a:blip r:embed="rId4"/>
                <a:stretch>
                  <a:fillRect l="-550" r="-2569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66AD0D79-FBED-C910-DA38-4C4A31F6622B}"/>
              </a:ext>
            </a:extLst>
          </p:cNvPr>
          <p:cNvSpPr txBox="1"/>
          <p:nvPr/>
        </p:nvSpPr>
        <p:spPr>
          <a:xfrm>
            <a:off x="4051149" y="4421167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360=180×2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928922-208A-0988-4FE5-81A86BFB84C3}"/>
              </a:ext>
            </a:extLst>
          </p:cNvPr>
          <p:cNvSpPr txBox="1"/>
          <p:nvPr/>
        </p:nvSpPr>
        <p:spPr>
          <a:xfrm>
            <a:off x="946311" y="4483679"/>
            <a:ext cx="1005083" cy="307777"/>
          </a:xfrm>
          <a:prstGeom prst="rect">
            <a:avLst/>
          </a:prstGeom>
          <a:noFill/>
        </p:spPr>
        <p:txBody>
          <a:bodyPr wrap="none" lIns="0" tIns="0" rIns="0" bIns="0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180=180×1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5B1003-0C8D-86E9-3F99-B0A383FAE4B1}"/>
              </a:ext>
            </a:extLst>
          </p:cNvPr>
          <p:cNvSpPr txBox="1"/>
          <p:nvPr/>
        </p:nvSpPr>
        <p:spPr>
          <a:xfrm>
            <a:off x="7261125" y="4351342"/>
            <a:ext cx="1205458" cy="307777"/>
          </a:xfrm>
          <a:prstGeom prst="rect">
            <a:avLst/>
          </a:prstGeom>
          <a:noFill/>
        </p:spPr>
        <p:txBody>
          <a:bodyPr wrap="none" lIns="0" tIns="0" rIns="0" bIns="0" rtlCol="1">
            <a:spAutoFit/>
          </a:bodyPr>
          <a:lstStyle/>
          <a:p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540=180×3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757C02-91E0-1D10-CC26-787FF68B80BA}"/>
              </a:ext>
            </a:extLst>
          </p:cNvPr>
          <p:cNvSpPr txBox="1"/>
          <p:nvPr/>
        </p:nvSpPr>
        <p:spPr>
          <a:xfrm>
            <a:off x="2341839" y="5626764"/>
            <a:ext cx="2723823" cy="97719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مجموع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زاویه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های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داخلی </a:t>
            </a:r>
          </a:p>
          <a:p>
            <a:pPr algn="ctr">
              <a:lnSpc>
                <a:spcPct val="150000"/>
              </a:lnSpc>
            </a:pP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مثلث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102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ضلعی مثلث</a:t>
            </a:r>
            <a:endParaRPr lang="ar-DZ" sz="20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97CDF20-BDE0-0618-6F09-CEE74CD7DB8A}"/>
              </a:ext>
            </a:extLst>
          </p:cNvPr>
          <p:cNvCxnSpPr/>
          <p:nvPr/>
        </p:nvCxnSpPr>
        <p:spPr>
          <a:xfrm>
            <a:off x="5305761" y="6179393"/>
            <a:ext cx="64364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0228795-06B8-C714-CF56-9C87669AC224}"/>
                  </a:ext>
                </a:extLst>
              </p:cNvPr>
              <p:cNvSpPr txBox="1"/>
              <p:nvPr/>
            </p:nvSpPr>
            <p:spPr>
              <a:xfrm>
                <a:off x="6455234" y="5933171"/>
                <a:ext cx="25615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r>
                  <a:rPr lang="en-US" sz="3200" dirty="0">
                    <a:solidFill>
                      <a:srgbClr val="6699FF"/>
                    </a:solidFill>
                  </a:rPr>
                  <a:t>180×100=18000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6699FF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ar-DZ" sz="32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0228795-06B8-C714-CF56-9C87669AC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34" y="5933171"/>
                <a:ext cx="2561599" cy="492443"/>
              </a:xfrm>
              <a:prstGeom prst="rect">
                <a:avLst/>
              </a:prstGeom>
              <a:blipFill>
                <a:blip r:embed="rId5"/>
                <a:stretch>
                  <a:fillRect l="-9762" t="-20988" r="-12619" b="-5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10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5800"/>
                                </p:stCondLst>
                                <p:childTnLst>
                                  <p:par>
                                    <p:cTn id="4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630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1" fill="hold">
                          <p:stCondLst>
                            <p:cond delay="indefinite"/>
                          </p:stCondLst>
                          <p:childTnLst>
                            <p:par>
                              <p:cTn id="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8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7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3" fill="hold">
                          <p:stCondLst>
                            <p:cond delay="indefinite"/>
                          </p:stCondLst>
                          <p:childTnLst>
                            <p:par>
                              <p:cTn id="1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8" fill="hold">
                          <p:stCondLst>
                            <p:cond delay="indefinite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2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12" grpId="0"/>
          <p:bldP spid="15" grpId="0" animBg="1"/>
          <p:bldP spid="39" grpId="0"/>
          <p:bldP spid="41" grpId="0"/>
          <p:bldP spid="52" grpId="0" animBg="1"/>
          <p:bldP spid="72" grpId="0"/>
          <p:bldP spid="75" grpId="0"/>
          <p:bldP spid="76" grpId="0"/>
          <p:bldP spid="78" grpId="0"/>
          <p:bldP spid="83" grpId="0"/>
          <p:bldP spid="84" grpId="0"/>
          <p:bldP spid="85" grpId="0"/>
          <p:bldP spid="88" grpId="0"/>
          <p:bldP spid="89" grpId="0"/>
          <p:bldP spid="93" grpId="0"/>
          <p:bldP spid="9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5800"/>
                                </p:stCondLst>
                                <p:childTnLst>
                                  <p:par>
                                    <p:cTn id="4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630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1" fill="hold">
                          <p:stCondLst>
                            <p:cond delay="indefinite"/>
                          </p:stCondLst>
                          <p:childTnLst>
                            <p:par>
                              <p:cTn id="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8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2" fill="hold">
                          <p:stCondLst>
                            <p:cond delay="indefinite"/>
                          </p:stCondLst>
                          <p:childTnLst>
                            <p:par>
                              <p:cTn id="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7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3" fill="hold">
                          <p:stCondLst>
                            <p:cond delay="indefinite"/>
                          </p:stCondLst>
                          <p:childTnLst>
                            <p:par>
                              <p:cTn id="1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8" fill="hold">
                          <p:stCondLst>
                            <p:cond delay="indefinite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2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12" grpId="0"/>
          <p:bldP spid="15" grpId="0" animBg="1"/>
          <p:bldP spid="39" grpId="0"/>
          <p:bldP spid="41" grpId="0"/>
          <p:bldP spid="52" grpId="0" animBg="1"/>
          <p:bldP spid="72" grpId="0"/>
          <p:bldP spid="75" grpId="0"/>
          <p:bldP spid="76" grpId="0"/>
          <p:bldP spid="78" grpId="0"/>
          <p:bldP spid="83" grpId="0"/>
          <p:bldP spid="84" grpId="0"/>
          <p:bldP spid="85" grpId="0"/>
          <p:bldP spid="88" grpId="0"/>
          <p:bldP spid="89" grpId="0"/>
          <p:bldP spid="93" grpId="0"/>
          <p:bldP spid="97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63142" y="2782944"/>
            <a:ext cx="1992559" cy="1446550"/>
            <a:chOff x="7947719" y="901710"/>
            <a:chExt cx="1463919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719" y="1148135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یابی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897550" y="212238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6632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479787" y="1793674"/>
            <a:ext cx="5435763" cy="719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kk-KZ" sz="1800" dirty="0">
                <a:solidFill>
                  <a:srgbClr val="242021"/>
                </a:solidFill>
                <a:latin typeface="AmuzehNewNormalPS"/>
              </a:rPr>
              <a:t>در ریاضی با دو نوع </a:t>
            </a:r>
            <a:r>
              <a:rPr lang="kk-KZ" sz="1800" dirty="0">
                <a:solidFill>
                  <a:srgbClr val="242021"/>
                </a:solidFill>
                <a:highlight>
                  <a:srgbClr val="FFFF00"/>
                </a:highlight>
                <a:latin typeface="AmuzehNewNormalPS"/>
              </a:rPr>
              <a:t>الگوی عددی </a:t>
            </a:r>
            <a:r>
              <a:rPr lang="kk-KZ" sz="1800" dirty="0">
                <a:solidFill>
                  <a:srgbClr val="242021"/>
                </a:solidFill>
                <a:latin typeface="AmuzehNewNormalPS"/>
              </a:rPr>
              <a:t>یا </a:t>
            </a:r>
            <a:r>
              <a:rPr lang="kk-KZ" sz="1800" dirty="0">
                <a:solidFill>
                  <a:srgbClr val="242021"/>
                </a:solidFill>
                <a:highlight>
                  <a:srgbClr val="FFFF00"/>
                </a:highlight>
                <a:latin typeface="AmuzehNewNormalPS"/>
              </a:rPr>
              <a:t>هندسی</a:t>
            </a:r>
            <a:r>
              <a:rPr lang="kk-KZ" sz="1800" dirty="0">
                <a:solidFill>
                  <a:srgbClr val="242021"/>
                </a:solidFill>
                <a:latin typeface="AmuzehNewNormalPS"/>
              </a:rPr>
              <a:t> روبه</a:t>
            </a:r>
            <a:r>
              <a:rPr lang="fa-IR" sz="1800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sz="1800" dirty="0">
                <a:solidFill>
                  <a:srgbClr val="242021"/>
                </a:solidFill>
                <a:latin typeface="AmuzehNewNormalPS"/>
              </a:rPr>
              <a:t>رو می</a:t>
            </a:r>
            <a:r>
              <a:rPr lang="fa-IR" sz="1800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sz="1800" dirty="0">
                <a:solidFill>
                  <a:srgbClr val="242021"/>
                </a:solidFill>
                <a:latin typeface="AmuzehNewNormalPS"/>
              </a:rPr>
              <a:t>شویم</a:t>
            </a:r>
            <a:r>
              <a:rPr lang="fa-IR" sz="1800" dirty="0">
                <a:solidFill>
                  <a:srgbClr val="242021"/>
                </a:solidFill>
                <a:latin typeface="AmuzehNewNormalPS"/>
              </a:rPr>
              <a:t>.</a:t>
            </a:r>
            <a:r>
              <a:rPr lang="kk-KZ" sz="1800" dirty="0">
                <a:solidFill>
                  <a:srgbClr val="242021"/>
                </a:solidFill>
                <a:latin typeface="AmuzehNewNormalPS"/>
              </a:rPr>
              <a:t> </a:t>
            </a:r>
            <a:endParaRPr lang="fa-IR" sz="1800" dirty="0">
              <a:solidFill>
                <a:srgbClr val="242021"/>
              </a:solidFill>
              <a:latin typeface="AmuzehNewNormalP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9787" y="3029031"/>
            <a:ext cx="5448361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kk-KZ" dirty="0">
                <a:solidFill>
                  <a:srgbClr val="242021"/>
                </a:solidFill>
                <a:latin typeface="AmuzehNewNormalPS"/>
              </a:rPr>
              <a:t>کشف الگو، رابطه و نظم موجود بین دنباله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های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عددی یا هندسی کمک می کند تا بتوانید خواسته مسئله را به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دست آورید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>
                <a:solidFill>
                  <a:srgbClr val="242021"/>
                </a:solidFill>
                <a:latin typeface="AmuzehNewNormalPS"/>
              </a:rPr>
              <a:t>ای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ن راهبرد در مسئله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هایی کاربرد دارد که بین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شکل</a:t>
            </a:r>
            <a:r>
              <a:rPr lang="fa-IR" dirty="0">
                <a:solidFill>
                  <a:srgbClr val="242021"/>
                </a:solidFill>
                <a:latin typeface="AmuzehNewNormalPS"/>
              </a:rPr>
              <a:t>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ها یا عددها، الگو و رابطه </a:t>
            </a:r>
            <a:r>
              <a:rPr lang="kk-KZ" b="1" dirty="0">
                <a:solidFill>
                  <a:srgbClr val="242021"/>
                </a:solidFill>
                <a:latin typeface="Amuzeh-New-Bold"/>
              </a:rPr>
              <a:t>ٴ </a:t>
            </a:r>
            <a:r>
              <a:rPr lang="kk-KZ" dirty="0">
                <a:solidFill>
                  <a:srgbClr val="242021"/>
                </a:solidFill>
                <a:latin typeface="AmuzehNewNormalPS"/>
              </a:rPr>
              <a:t>خاصی وجود داشته باشد.</a:t>
            </a:r>
            <a:r>
              <a:rPr lang="kk-KZ" dirty="0"/>
              <a:t> 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077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408</Words>
  <Application>Microsoft Office PowerPoint</Application>
  <PresentationFormat>Widescreen</PresentationFormat>
  <Paragraphs>149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Amuzeh-New-Bold</vt:lpstr>
      <vt:lpstr>AmuzehNewNormalPS</vt:lpstr>
      <vt:lpstr>Aptos</vt:lpstr>
      <vt:lpstr>Aptos Display</vt:lpstr>
      <vt:lpstr>Arial</vt:lpstr>
      <vt:lpstr>Cambria Math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27</cp:revision>
  <dcterms:created xsi:type="dcterms:W3CDTF">2025-10-07T12:35:10Z</dcterms:created>
  <dcterms:modified xsi:type="dcterms:W3CDTF">2026-03-31T13:39:59Z</dcterms:modified>
</cp:coreProperties>
</file>